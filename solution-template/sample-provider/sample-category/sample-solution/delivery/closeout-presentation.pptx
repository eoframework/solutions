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29,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Infrastructure</a:t>
            </a:r>
          </a:p>
          <a:p>
            <a:pPr lvl="1"/>
            <a:r>
              <a:t>Multi-AZ cloud deployment</a:t>
            </a:r>
          </a:p>
          <a:p>
            <a:pPr lvl="1"/>
            <a:r>
              <a:t>Auto-scaling enabled</a:t>
            </a:r>
          </a:p>
          <a:p>
            <a:pPr lvl="1"/>
            <a:r>
              <a:t>Managed database services</a:t>
            </a:r>
          </a:p>
          <a:p>
            <a:pPr/>
            <a:r>
              <a:rPr b="1"/>
              <a:t>Application</a:t>
            </a:r>
          </a:p>
          <a:p>
            <a:pPr lvl="1"/>
            <a:r>
              <a:t>Kubernetes orchestration</a:t>
            </a:r>
          </a:p>
          <a:p>
            <a:pPr lvl="1"/>
            <a:r>
              <a:t>REST API architecture</a:t>
            </a:r>
          </a:p>
          <a:p>
            <a:pPr lvl="1"/>
            <a:r>
              <a:t>OAuth 2.0 security</a:t>
            </a:r>
          </a:p>
          <a:p>
            <a:pPr/>
            <a:r>
              <a:rPr b="1"/>
              <a:t>Integration</a:t>
            </a:r>
          </a:p>
          <a:p>
            <a:pPr lvl="1"/>
            <a:r>
              <a:t>5 enterprise systems connected</a:t>
            </a:r>
          </a:p>
          <a:p>
            <a:pPr lvl="1"/>
            <a:r>
              <a:t>Event-driven messaging</a:t>
            </a:r>
          </a:p>
          <a:p>
            <a:pPr lvl="1"/>
            <a:r>
              <a:t>Secure API gateway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  <a:p>
            <a:pPr lvl="1"/>
            <a:r>
              <a:t>Regression Tests: 100% automated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Response Time: 1.2s (target: &lt;2s)</a:t>
            </a:r>
          </a:p>
          <a:p>
            <a:pPr lvl="1"/>
            <a:r>
              <a:t>Peak Load: 12,000 users (target: 10K)</a:t>
            </a:r>
          </a:p>
          <a:p>
            <a:pPr lvl="1"/>
            <a:r>
              <a:t>DB Query Perf: 45ms avg (target: &lt;100ms)</a:t>
            </a:r>
          </a:p>
          <a:p>
            <a:pPr lvl="1"/>
            <a:r>
              <a:t>Throughput: 5,000 req/min capacity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 lvl="1"/>
            <a:r>
              <a:t>Weekly demo feedback loops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</a:t>
            </a:r>
          </a:p>
          <a:p>
            <a:pPr lvl="1"/>
            <a:r>
              <a:t>Integration: middleware approach</a:t>
            </a:r>
          </a:p>
          <a:p>
            <a:pPr lvl="1"/>
            <a:r>
              <a:t>Performance: query optimization</a:t>
            </a:r>
          </a:p>
          <a:p>
            <a:pPr lvl="1"/>
            <a:r>
              <a:t>Security: compliance alignment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  <a:p>
            <a:pPr lvl="1"/>
            <a:r>
              <a:t>Automate more workflows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(Days 1-30)</a:t>
            </a:r>
          </a:p>
          <a:p>
            <a:pPr lvl="1"/>
            <a:r>
              <a:t>Dedicated 24/7 support team</a:t>
            </a:r>
          </a:p>
          <a:p>
            <a:pPr lvl="1"/>
            <a:r>
              <a:t>Daily standup calls</a:t>
            </a:r>
          </a:p>
          <a:p>
            <a:pPr lvl="1"/>
            <a:r>
              <a:t>4-hour critical response SLA</a:t>
            </a:r>
          </a:p>
          <a:p>
            <a:pPr lvl="1"/>
            <a:r>
              <a:t>Real-time monitoring active</a:t>
            </a:r>
          </a:p>
          <a:p>
            <a:pPr lvl="1"/>
            <a:r>
              <a:t>Issue triage within 1 hour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business reviews</a:t>
            </a:r>
          </a:p>
          <a:p>
            <a:pPr lvl="1"/>
            <a:r>
              <a:t>Enhancement prioritization</a:t>
            </a:r>
          </a:p>
          <a:p>
            <a:pPr lvl="1"/>
            <a:r>
              <a:t>Automated health checks</a:t>
            </a:r>
          </a:p>
          <a:p>
            <a:pPr lvl="1"/>
            <a:r>
              <a:t>Cost optimization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Contacts</a:t>
            </a:r>
          </a:p>
          <a:p>
            <a:pPr lvl="1"/>
            <a:r>
              <a:t>L1: support@company.com</a:t>
            </a:r>
          </a:p>
          <a:p>
            <a:pPr lvl="1"/>
            <a:r>
              <a:t>L2: techsupport@company.com</a:t>
            </a:r>
          </a:p>
          <a:p>
            <a:pPr lvl="1"/>
            <a:r>
              <a:t>L3: engineering@company.com</a:t>
            </a:r>
          </a:p>
          <a:p>
            <a:pPr lvl="1"/>
            <a:r>
              <a:t>Account: am@company.com</a:t>
            </a:r>
          </a:p>
          <a:p>
            <a:pPr lvl="1"/>
            <a:r>
              <a:t>Emergency: oncall@company.com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</a:t>
            </a:r>
          </a:p>
          <a:p>
            <a:pPr/>
            <a:r>
              <a:rPr b="1"/>
              <a:t>Ongoing:</a:t>
            </a:r>
            <a:r>
              <a:t> Monthly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