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10,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Objectives</a:t>
            </a:r>
          </a:p>
          <a:p>
            <a:pPr/>
            <a:r>
              <a:t>Delivery Summary and Achievements</a:t>
            </a:r>
          </a:p>
          <a:p>
            <a:pPr/>
            <a:r>
              <a:t>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[Problem statement]</a:t>
            </a:r>
          </a:p>
          <a:p>
            <a:pPr/>
            <a:r>
              <a:rPr b="1"/>
              <a:t>Project Objectives:</a:t>
            </a:r>
            <a:r>
              <a:t> [Key objectives achieved]</a:t>
            </a:r>
          </a:p>
          <a:p>
            <a:pPr/>
            <a:r>
              <a:rPr b="1"/>
              <a:t>Success Criteria:</a:t>
            </a:r>
            <a:r>
              <a:t> [How success was measured]</a:t>
            </a:r>
          </a:p>
          <a:p>
            <a:pPr/>
            <a:r>
              <a:rPr b="1"/>
              <a:t>Project Scope:</a:t>
            </a:r>
            <a:r>
              <a:t> [What was included/excluded]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4: Project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Scope Element: [Functional Area 1]</a:t>
            </a:r>
          </a:p>
          <a:p>
            <a:pPr lvl="1"/>
            <a:r>
              <a:t>Planned: [Original scope]</a:t>
            </a:r>
          </a:p>
          <a:p>
            <a:pPr lvl="1"/>
            <a:r>
              <a:t>Delivered: [What was delivered]</a:t>
            </a:r>
          </a:p>
          <a:p>
            <a:pPr lvl="1"/>
            <a:r>
              <a:t>Status: ✅ Complete</a:t>
            </a:r>
          </a:p>
          <a:p>
            <a:pPr lvl="1"/>
            <a:r>
              <a:t>Notes: [Any variances]</a:t>
            </a:r>
          </a:p>
          <a:p>
            <a:pPr/>
            <a:r>
              <a:t>Scope Element: [Functional Area 2]</a:t>
            </a:r>
          </a:p>
          <a:p>
            <a:pPr lvl="1"/>
            <a:r>
              <a:t>Planned: [Original scope]</a:t>
            </a:r>
          </a:p>
          <a:p>
            <a:pPr lvl="1"/>
            <a:r>
              <a:t>Delivered: [What was delivered]</a:t>
            </a:r>
          </a:p>
          <a:p>
            <a:pPr lvl="1"/>
            <a:r>
              <a:t>Status: ✅ Complete</a:t>
            </a:r>
          </a:p>
          <a:p>
            <a:pPr lvl="1"/>
            <a:r>
              <a:t>Notes: [Any variances]</a:t>
            </a:r>
          </a:p>
          <a:p>
            <a:pPr/>
            <a:r>
              <a:t>Scope Element: [Functional Area 3]</a:t>
            </a:r>
          </a:p>
          <a:p>
            <a:pPr lvl="1"/>
            <a:r>
              <a:t>Planned: [Original scope]</a:t>
            </a:r>
          </a:p>
          <a:p>
            <a:pPr lvl="1"/>
            <a:r>
              <a:t>Delivered: [What was delivered]</a:t>
            </a:r>
          </a:p>
          <a:p>
            <a:pPr lvl="1"/>
            <a:r>
              <a:t>Status: ⚠️ Modified</a:t>
            </a:r>
          </a:p>
          <a:p>
            <a:pPr lvl="1"/>
            <a:r>
              <a:t>Notes: [Scope changes]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cost]</a:t>
            </a:r>
          </a:p>
          <a:p>
            <a:pPr/>
            <a:r>
              <a:rPr b="1"/>
              <a:t>Budget Variance:</a:t>
            </a:r>
            <a:r>
              <a:t> [Over/under budget with explanation]</a:t>
            </a:r>
          </a:p>
          <a:p>
            <a:pPr/>
            <a:r>
              <a:rPr b="1"/>
              <a:t>Resource Utilization:</a:t>
            </a:r>
            <a:r>
              <a:t> [Team size and effort]</a:t>
            </a:r>
          </a:p>
          <a:p>
            <a:pPr/>
            <a:r>
              <a:rPr b="1"/>
              <a:t>Cost Per Deliverable:</a:t>
            </a:r>
            <a:r>
              <a:t> [Cost efficiency metrics]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High-level architecture diagram</a:t>
            </a:r>
          </a:p>
          <a:p>
            <a:pPr/>
            <a:r>
              <a:t>Key components and technologies</a:t>
            </a:r>
          </a:p>
          <a:p>
            <a:pPr/>
            <a:r>
              <a:t>Integration points and data flow</a:t>
            </a:r>
          </a:p>
          <a:p>
            <a:pPr/>
            <a:r>
              <a:t>Security and compliance features</a:t>
            </a:r>
          </a:p>
          <a:p>
            <a:pPr/>
            <a:r>
              <a:t>Scalability and performance characteristics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Key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Feature: [Feature 1]</a:t>
            </a:r>
          </a:p>
          <a:p>
            <a:pPr lvl="1"/>
            <a:r>
              <a:t>Business Value: [Value proposition]</a:t>
            </a:r>
          </a:p>
          <a:p>
            <a:pPr lvl="1"/>
            <a:r>
              <a:t>User Impact: [User benefit]</a:t>
            </a:r>
          </a:p>
          <a:p>
            <a:pPr lvl="1"/>
            <a:r>
              <a:t>Technical Complexity: [Complexity level]</a:t>
            </a:r>
          </a:p>
          <a:p>
            <a:pPr lvl="1"/>
            <a:r>
              <a:t>Status: ✅ Delivered</a:t>
            </a:r>
          </a:p>
          <a:p>
            <a:pPr/>
            <a:r>
              <a:t>Feature: [Feature 2]</a:t>
            </a:r>
          </a:p>
          <a:p>
            <a:pPr lvl="1"/>
            <a:r>
              <a:t>Business Value: [Value proposition]</a:t>
            </a:r>
          </a:p>
          <a:p>
            <a:pPr lvl="1"/>
            <a:r>
              <a:t>User Impact: [User benefit]</a:t>
            </a:r>
          </a:p>
          <a:p>
            <a:pPr lvl="1"/>
            <a:r>
              <a:t>Technical Complexity: [Complexity level]</a:t>
            </a:r>
          </a:p>
          <a:p>
            <a:pPr lvl="1"/>
            <a:r>
              <a:t>Status: ✅ Delivered</a:t>
            </a:r>
          </a:p>
          <a:p>
            <a:pPr/>
            <a:r>
              <a:t>Feature: [Feature 3]</a:t>
            </a:r>
          </a:p>
          <a:p>
            <a:pPr lvl="1"/>
            <a:r>
              <a:t>Business Value: [Value proposition]</a:t>
            </a:r>
          </a:p>
          <a:p>
            <a:pPr lvl="1"/>
            <a:r>
              <a:t>User Impact: [User benefit]</a:t>
            </a:r>
          </a:p>
          <a:p>
            <a:pPr lvl="1"/>
            <a:r>
              <a:t>Technical Complexity: [Complexity level]</a:t>
            </a:r>
          </a:p>
          <a:p>
            <a:pPr lvl="1"/>
            <a:r>
              <a:t>Status: ✅ Delivered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Quality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[Smooth/Issues encountered]</a:t>
            </a:r>
          </a:p>
          <a:p>
            <a:pPr/>
            <a:r>
              <a:rPr b="1"/>
              <a:t>System Stability:</a:t>
            </a:r>
            <a:r>
              <a:t> [Post-deployment performance]</a:t>
            </a:r>
          </a:p>
          <a:p>
            <a:pPr/>
            <a:r>
              <a:rPr b="1"/>
              <a:t>User Adoption:</a:t>
            </a:r>
            <a:r>
              <a:t> [Usage statistics and feedback]</a:t>
            </a:r>
          </a:p>
          <a:p>
            <a:pPr/>
            <a:r>
              <a:rPr b="1"/>
              <a:t>Support Tickets:</a:t>
            </a:r>
            <a:r>
              <a:t> [Volume and resolution times]</a:t>
            </a:r>
          </a:p>
          <a:p>
            <a:pPr/>
            <a:r>
              <a:rPr b="1"/>
              <a:t>Business Continuity:</a:t>
            </a:r>
            <a:r>
              <a:t> [No disruption achieved]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  <a:r>
              <a:t> [Number and attendance]</a:t>
            </a:r>
          </a:p>
          <a:p>
            <a:pPr/>
            <a:r>
              <a:rPr b="1"/>
              <a:t>User Competency:</a:t>
            </a:r>
            <a:r>
              <a:t> [Assessment results]</a:t>
            </a:r>
          </a:p>
          <a:p>
            <a:pPr/>
            <a:r>
              <a:rPr b="1"/>
              <a:t>Documentation Provided:</a:t>
            </a:r>
            <a:r>
              <a:t> [Comprehensive user guides]</a:t>
            </a:r>
          </a:p>
          <a:p>
            <a:pPr/>
            <a:r>
              <a:rPr b="1"/>
              <a:t>Support Model:</a:t>
            </a:r>
            <a:r>
              <a:t> [Ongoing support structure]</a:t>
            </a:r>
          </a:p>
          <a:p>
            <a:pPr/>
            <a:r>
              <a:rPr b="1"/>
              <a:t>Knowledge Transfer:</a:t>
            </a:r>
            <a:r>
              <a:t> [To operations and support teams]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Benefit Category: Cost Savings</a:t>
            </a:r>
          </a:p>
          <a:p>
            <a:pPr lvl="1"/>
            <a:r>
              <a:t>Target: [Target amount]</a:t>
            </a:r>
          </a:p>
          <a:p>
            <a:pPr lvl="1"/>
            <a:r>
              <a:t>Achieved: [Actual/Projected]</a:t>
            </a:r>
          </a:p>
          <a:p>
            <a:pPr lvl="1"/>
            <a:r>
              <a:t>Measurement Method: [How measured]</a:t>
            </a:r>
          </a:p>
          <a:p>
            <a:pPr lvl="1"/>
            <a:r>
              <a:t>Timeline to Full Benefit: [Timeline]</a:t>
            </a:r>
          </a:p>
          <a:p>
            <a:pPr/>
            <a:r>
              <a:t>Benefit Category: Revenue Enhancement</a:t>
            </a:r>
          </a:p>
          <a:p>
            <a:pPr lvl="1"/>
            <a:r>
              <a:t>Target: [Target amount]</a:t>
            </a:r>
          </a:p>
          <a:p>
            <a:pPr lvl="1"/>
            <a:r>
              <a:t>Achieved: [Actual/Projected]</a:t>
            </a:r>
          </a:p>
          <a:p>
            <a:pPr lvl="1"/>
            <a:r>
              <a:t>Measurement Method: [How measured]</a:t>
            </a:r>
          </a:p>
          <a:p>
            <a:pPr lvl="1"/>
            <a:r>
              <a:t>Timeline to Full Benefit: [Timeline]</a:t>
            </a:r>
          </a:p>
          <a:p>
            <a:pPr/>
            <a:r>
              <a:t>Benefit Category: Efficiency Gains</a:t>
            </a:r>
          </a:p>
          <a:p>
            <a:pPr lvl="1"/>
            <a:r>
              <a:t>Target: [Target %]</a:t>
            </a:r>
          </a:p>
          <a:p>
            <a:pPr lvl="1"/>
            <a:r>
              <a:t>Achieved: [Actual %]</a:t>
            </a:r>
          </a:p>
          <a:p>
            <a:pPr lvl="1"/>
            <a:r>
              <a:t>Measurement Method: [How measured]</a:t>
            </a:r>
          </a:p>
          <a:p>
            <a:pPr lvl="1"/>
            <a:r>
              <a:t>Timeline to Full Benefit: [Timeline]</a:t>
            </a:r>
          </a:p>
          <a:p>
            <a:pPr/>
            <a:r>
              <a:t>Benefit Category: Risk Reduction</a:t>
            </a:r>
          </a:p>
          <a:p>
            <a:pPr lvl="1"/>
            <a:r>
              <a:t>Target: [Risk level]</a:t>
            </a:r>
          </a:p>
          <a:p>
            <a:pPr lvl="1"/>
            <a:r>
              <a:t>Achieved: [Achieved level]</a:t>
            </a:r>
          </a:p>
          <a:p>
            <a:pPr lvl="1"/>
            <a:r>
              <a:t>Measurement Method: [How measured]</a:t>
            </a:r>
          </a:p>
          <a:p>
            <a:pPr lvl="1"/>
            <a:r>
              <a:t>Timeline to Full Benefit: [Timeline]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Process Efficiency:</a:t>
            </a:r>
            <a:r>
              <a:t> [Before vs. after metrics]</a:t>
            </a:r>
          </a:p>
          <a:p>
            <a:pPr/>
            <a:r>
              <a:rPr b="1"/>
              <a:t>User Productivity:</a:t>
            </a:r>
            <a:r>
              <a:t> [Productivity gains achieved]</a:t>
            </a:r>
          </a:p>
          <a:p>
            <a:pPr/>
            <a:r>
              <a:rPr b="1"/>
              <a:t>Data Quality:</a:t>
            </a:r>
            <a:r>
              <a:t> [Improvement in data accuracy]</a:t>
            </a:r>
          </a:p>
          <a:p>
            <a:pPr/>
            <a:r>
              <a:rPr b="1"/>
              <a:t>Compliance:</a:t>
            </a:r>
            <a:r>
              <a:t> [Enhanced compliance posture]</a:t>
            </a:r>
          </a:p>
          <a:p>
            <a:pPr/>
            <a:r>
              <a:rPr b="1"/>
              <a:t>Customer Satisfaction:</a:t>
            </a:r>
            <a:r>
              <a:t> [User feedback scores]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Technology Modernization:</a:t>
            </a:r>
            <a:r>
              <a:t> [Platform improvements]</a:t>
            </a:r>
          </a:p>
          <a:p>
            <a:pPr/>
            <a:r>
              <a:rPr b="1"/>
              <a:t>Competitive Advantage:</a:t>
            </a:r>
            <a:r>
              <a:t> [Market positioning]</a:t>
            </a:r>
          </a:p>
          <a:p>
            <a:pPr/>
            <a:r>
              <a:rPr b="1"/>
              <a:t>Innovation Enablement:</a:t>
            </a:r>
            <a:r>
              <a:t> [Future capabilities enabled]</a:t>
            </a:r>
          </a:p>
          <a:p>
            <a:pPr/>
            <a:r>
              <a:rPr b="1"/>
              <a:t>Organizational Capability:</a:t>
            </a:r>
            <a:r>
              <a:t> [Skills and knowledge gained]</a:t>
            </a:r>
          </a:p>
          <a:p>
            <a:pPr/>
            <a:r>
              <a:rPr b="1"/>
              <a:t>Foundation for Growth:</a:t>
            </a:r>
            <a:r>
              <a:t> [Scalability achieved]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Management:</a:t>
            </a:r>
            <a:r>
              <a:t> [Effective practices]</a:t>
            </a:r>
          </a:p>
          <a:p>
            <a:pPr/>
            <a:r>
              <a:rPr b="1"/>
              <a:t>Team Collaboration:</a:t>
            </a:r>
            <a:r>
              <a:t> [Successful teamwork elements]</a:t>
            </a:r>
          </a:p>
          <a:p>
            <a:pPr/>
            <a:r>
              <a:rPr b="1"/>
              <a:t>Technical Approach:</a:t>
            </a:r>
            <a:r>
              <a:t> [Successful technical decisions]</a:t>
            </a:r>
          </a:p>
          <a:p>
            <a:pPr/>
            <a:r>
              <a:rPr b="1"/>
              <a:t>Stakeholder Engagement:</a:t>
            </a:r>
            <a:r>
              <a:t> [Effective communication]</a:t>
            </a:r>
          </a:p>
          <a:p>
            <a:pPr/>
            <a:r>
              <a:rPr b="1"/>
              <a:t>Risk Management:</a:t>
            </a:r>
            <a:r>
              <a:t> [Successful risk mitigation]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Challenge: [Challenge 1]</a:t>
            </a:r>
          </a:p>
          <a:p>
            <a:pPr lvl="1"/>
            <a:r>
              <a:t>Impact: [Business/technical impact]</a:t>
            </a:r>
          </a:p>
          <a:p>
            <a:pPr lvl="1"/>
            <a:r>
              <a:t>Resolution: [How resolved]</a:t>
            </a:r>
          </a:p>
          <a:p>
            <a:pPr lvl="1"/>
            <a:r>
              <a:t>Prevention for Future: [Future prevention]</a:t>
            </a:r>
          </a:p>
          <a:p>
            <a:pPr/>
            <a:r>
              <a:t>Challenge: [Challenge 2]</a:t>
            </a:r>
          </a:p>
          <a:p>
            <a:pPr lvl="1"/>
            <a:r>
              <a:t>Impact: [Business/technical impact]</a:t>
            </a:r>
          </a:p>
          <a:p>
            <a:pPr lvl="1"/>
            <a:r>
              <a:t>Resolution: [How resolved]</a:t>
            </a:r>
          </a:p>
          <a:p>
            <a:pPr lvl="1"/>
            <a:r>
              <a:t>Prevention for Future: [Future prevention]</a:t>
            </a:r>
          </a:p>
          <a:p>
            <a:pPr/>
            <a:r>
              <a:t>Challenge: [Challenge 3]</a:t>
            </a:r>
          </a:p>
          <a:p>
            <a:pPr lvl="1"/>
            <a:r>
              <a:t>Impact: [Business/technical impact]</a:t>
            </a:r>
          </a:p>
          <a:p>
            <a:pPr lvl="1"/>
            <a:r>
              <a:t>Resolution: [How resolved]</a:t>
            </a:r>
          </a:p>
          <a:p>
            <a:pPr lvl="1"/>
            <a:r>
              <a:t>Prevention for Future: [Future prevention]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[Technology choice insights]</a:t>
            </a:r>
          </a:p>
          <a:p>
            <a:pPr lvl="1"/>
            <a:r>
              <a:t>[Architecture decisions that worked well]</a:t>
            </a:r>
          </a:p>
          <a:p>
            <a:pPr lvl="1"/>
            <a:r>
              <a:t>[Development approaches that were effective]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[Project management insights]</a:t>
            </a:r>
          </a:p>
          <a:p>
            <a:pPr lvl="1"/>
            <a:r>
              <a:t>[Communication strategies that worked]</a:t>
            </a:r>
          </a:p>
          <a:p>
            <a:pPr lvl="1"/>
            <a:r>
              <a:t>[Change management effectiveness]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[Team dynamics insights]</a:t>
            </a:r>
          </a:p>
          <a:p>
            <a:pPr lvl="1"/>
            <a:r>
              <a:t>[Stakeholder management learnings]</a:t>
            </a:r>
          </a:p>
          <a:p>
            <a:pPr lvl="1"/>
            <a:r>
              <a:t>[Training and adoption insights]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Methodology Improvements:</a:t>
            </a:r>
            <a:r>
              <a:t> [Process enhancements]</a:t>
            </a:r>
          </a:p>
          <a:p>
            <a:pPr/>
            <a:r>
              <a:rPr b="1"/>
              <a:t>Tool and Technology Standards:</a:t>
            </a:r>
            <a:r>
              <a:t> [New standards established]</a:t>
            </a:r>
          </a:p>
          <a:p>
            <a:pPr/>
            <a:r>
              <a:rPr b="1"/>
              <a:t>Communication Protocols:</a:t>
            </a:r>
            <a:r>
              <a:t> [Effective communication patterns]</a:t>
            </a:r>
          </a:p>
          <a:p>
            <a:pPr/>
            <a:r>
              <a:rPr b="1"/>
              <a:t>Quality Assurance:</a:t>
            </a:r>
            <a:r>
              <a:t> [QA practices that worked]</a:t>
            </a:r>
          </a:p>
          <a:p>
            <a:pPr/>
            <a:r>
              <a:rPr b="1"/>
              <a:t>Documentation Standards:</a:t>
            </a:r>
            <a:r>
              <a:t> [Documentation improvements]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Excellence:</a:t>
            </a:r>
          </a:p>
          <a:p>
            <a:pPr lvl="1"/>
            <a:r>
              <a:t>[Monitoring and maintenance recommendations]</a:t>
            </a:r>
          </a:p>
          <a:p>
            <a:pPr lvl="1"/>
            <a:r>
              <a:t>[Performance optimization opportunities]</a:t>
            </a:r>
          </a:p>
          <a:p>
            <a:pPr lvl="1"/>
            <a:r>
              <a:t>[Security enhancement suggestions]</a:t>
            </a:r>
          </a:p>
          <a:p>
            <a:pPr/>
            <a:r>
              <a:rPr b="1"/>
              <a:t>User Adoption:</a:t>
            </a:r>
          </a:p>
          <a:p>
            <a:pPr lvl="1"/>
            <a:r>
              <a:t>[Additional training needs]</a:t>
            </a:r>
          </a:p>
          <a:p>
            <a:pPr lvl="1"/>
            <a:r>
              <a:t>[Change management continuation]</a:t>
            </a:r>
          </a:p>
          <a:p>
            <a:pPr lvl="1"/>
            <a:r>
              <a:t>[User feedback incorporation]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Enhancement: [Enhancement 1]</a:t>
            </a:r>
          </a:p>
          <a:p>
            <a:pPr lvl="1"/>
            <a:r>
              <a:t>Business Value: [Value proposition]</a:t>
            </a:r>
          </a:p>
          <a:p>
            <a:pPr lvl="1"/>
            <a:r>
              <a:t>Complexity: [Low/Med/High]</a:t>
            </a:r>
          </a:p>
          <a:p>
            <a:pPr lvl="1"/>
            <a:r>
              <a:t>Timeline: [Timeline]</a:t>
            </a:r>
          </a:p>
          <a:p>
            <a:pPr lvl="1"/>
            <a:r>
              <a:t>Priority: [High/Med/Low]</a:t>
            </a:r>
          </a:p>
          <a:p>
            <a:pPr/>
            <a:r>
              <a:t>Enhancement: [Enhancement 2]</a:t>
            </a:r>
          </a:p>
          <a:p>
            <a:pPr lvl="1"/>
            <a:r>
              <a:t>Business Value: [Value proposition]</a:t>
            </a:r>
          </a:p>
          <a:p>
            <a:pPr lvl="1"/>
            <a:r>
              <a:t>Complexity: [Low/Med/High]</a:t>
            </a:r>
          </a:p>
          <a:p>
            <a:pPr lvl="1"/>
            <a:r>
              <a:t>Timeline: [Timeline]</a:t>
            </a:r>
          </a:p>
          <a:p>
            <a:pPr lvl="1"/>
            <a:r>
              <a:t>Priority: [High/Med/Low]</a:t>
            </a:r>
          </a:p>
          <a:p>
            <a:pPr/>
            <a:r>
              <a:t>Enhancement: [Enhancement 3]</a:t>
            </a:r>
          </a:p>
          <a:p>
            <a:pPr lvl="1"/>
            <a:r>
              <a:t>Business Value: [Value proposition]</a:t>
            </a:r>
          </a:p>
          <a:p>
            <a:pPr lvl="1"/>
            <a:r>
              <a:t>Complexity: [Low/Med/High]</a:t>
            </a:r>
          </a:p>
          <a:p>
            <a:pPr lvl="1"/>
            <a:r>
              <a:t>Timeline: [Timeline]</a:t>
            </a:r>
          </a:p>
          <a:p>
            <a:pPr lvl="1"/>
            <a:r>
              <a:t>Priority: [High/Med/Low]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  <a:r>
              <a:t> [Complete transition plan]</a:t>
            </a:r>
          </a:p>
          <a:p>
            <a:pPr/>
            <a:r>
              <a:rPr b="1"/>
              <a:t>Support Structure:</a:t>
            </a:r>
            <a:r>
              <a:t> [Ongoing support model]</a:t>
            </a:r>
          </a:p>
          <a:p>
            <a:pPr/>
            <a:r>
              <a:rPr b="1"/>
              <a:t>Monitoring and Maintenance:</a:t>
            </a:r>
            <a:r>
              <a:t> [Operational procedures]</a:t>
            </a:r>
          </a:p>
          <a:p>
            <a:pPr/>
            <a:r>
              <a:rPr b="1"/>
              <a:t>Change Management:</a:t>
            </a:r>
            <a:r>
              <a:t> [Future change processes]</a:t>
            </a:r>
          </a:p>
          <a:p>
            <a:pPr/>
            <a:r>
              <a:rPr b="1"/>
              <a:t>Continuous Improvement:</a:t>
            </a:r>
            <a:r>
              <a:t> [Feedback and enhancement process]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 and key contributions]</a:t>
            </a:r>
          </a:p>
          <a:p>
            <a:pPr/>
            <a:r>
              <a:rPr b="1"/>
              <a:t>Solution Architect:</a:t>
            </a:r>
            <a:r>
              <a:t> [Name and key contributions]</a:t>
            </a:r>
          </a:p>
          <a:p>
            <a:pPr/>
            <a:r>
              <a:rPr b="1"/>
              <a:t>Technical Lead:</a:t>
            </a:r>
            <a:r>
              <a:t> [Name and key contributions]</a:t>
            </a:r>
          </a:p>
          <a:p>
            <a:pPr/>
            <a:r>
              <a:rPr b="1"/>
              <a:t>Business Analyst:</a:t>
            </a:r>
            <a:r>
              <a:t> [Name and key contributions]</a:t>
            </a:r>
          </a:p>
          <a:p>
            <a:pPr/>
            <a:r>
              <a:rPr b="1"/>
              <a:t>QA Lead:</a:t>
            </a:r>
            <a:r>
              <a:t> [Name and key contributions]</a:t>
            </a:r>
          </a:p>
          <a:p>
            <a:pPr/>
            <a:r>
              <a:rPr b="1"/>
              <a:t>DevOps Engineer:</a:t>
            </a:r>
            <a:r>
              <a:t> [Name and key contributions]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[Team members and contributions]</a:t>
            </a:r>
          </a:p>
          <a:p>
            <a:pPr/>
            <a:r>
              <a:rPr b="1"/>
              <a:t>Business Stakeholders:</a:t>
            </a:r>
            <a:r>
              <a:t> [Key stakeholders and support]</a:t>
            </a:r>
          </a:p>
          <a:p>
            <a:pPr/>
            <a:r>
              <a:rPr b="1"/>
              <a:t>Infrastructure Team:</a:t>
            </a:r>
            <a:r>
              <a:t> [Support provided]</a:t>
            </a:r>
          </a:p>
          <a:p>
            <a:pPr/>
            <a:r>
              <a:rPr b="1"/>
              <a:t>Security Team:</a:t>
            </a:r>
            <a:r>
              <a:t> [Security guidance and support]</a:t>
            </a:r>
          </a:p>
          <a:p>
            <a:pPr/>
            <a:r>
              <a:rPr b="1"/>
              <a:t>Executive Sponsors:</a:t>
            </a:r>
            <a:r>
              <a:t> [Leadership and support]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Collaboration:</a:t>
            </a:r>
            <a:r>
              <a:t> [Cross-functional teamwork]</a:t>
            </a:r>
          </a:p>
          <a:p>
            <a:pPr/>
            <a:r>
              <a:rPr b="1"/>
              <a:t>Innovation:</a:t>
            </a:r>
            <a:r>
              <a:t> [Creative problem solving]</a:t>
            </a:r>
          </a:p>
          <a:p>
            <a:pPr/>
            <a:r>
              <a:rPr b="1"/>
              <a:t>Dedication:</a:t>
            </a:r>
            <a:r>
              <a:t> [Commitment to excellence]</a:t>
            </a:r>
          </a:p>
          <a:p>
            <a:pPr/>
            <a:r>
              <a:rPr b="1"/>
              <a:t>Adaptability:</a:t>
            </a:r>
            <a:r>
              <a:t> [Flexibility in face of challenges]</a:t>
            </a:r>
          </a:p>
          <a:p>
            <a:pPr/>
            <a:r>
              <a:rPr b="1"/>
              <a:t>Knowledge Sharing:</a:t>
            </a:r>
            <a:r>
              <a:t> [Learning and growth]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[Summary of success]</a:t>
            </a:r>
          </a:p>
          <a:p>
            <a:pPr/>
            <a:r>
              <a:rPr b="1"/>
              <a:t>Value Delivered:</a:t>
            </a:r>
            <a:r>
              <a:t> [Quantified benefits]</a:t>
            </a:r>
          </a:p>
          <a:p>
            <a:pPr/>
            <a:r>
              <a:rPr b="1"/>
              <a:t>Quality Standards:</a:t>
            </a:r>
            <a:r>
              <a:t> [Quality measures met]</a:t>
            </a:r>
          </a:p>
          <a:p>
            <a:pPr/>
            <a:r>
              <a:rPr b="1"/>
              <a:t>Stakeholder Satisfaction:</a:t>
            </a:r>
            <a:r>
              <a:t> [Satisfaction scores]</a:t>
            </a:r>
          </a:p>
          <a:p>
            <a:pPr/>
            <a:r>
              <a:rPr b="1"/>
              <a:t>On-Time/Budget Delivery:</a:t>
            </a:r>
            <a:r>
              <a:t> [Schedule and budget performance]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[Objectives met]</a:t>
            </a:r>
          </a:p>
          <a:p>
            <a:pPr/>
            <a:r>
              <a:rPr b="1"/>
              <a:t>Deliverables Accepted:</a:t>
            </a:r>
            <a:r>
              <a:t> [Stakeholder sign-off]</a:t>
            </a:r>
          </a:p>
          <a:p>
            <a:pPr/>
            <a:r>
              <a:rPr b="1"/>
              <a:t>Resources Released:</a:t>
            </a:r>
            <a:r>
              <a:t> [Team transition]</a:t>
            </a:r>
          </a:p>
          <a:p>
            <a:pPr/>
            <a:r>
              <a:rPr b="1"/>
              <a:t>Documentation Complete:</a:t>
            </a:r>
            <a:r>
              <a:t> [Knowledge preservation]</a:t>
            </a:r>
          </a:p>
          <a:p>
            <a:pPr/>
            <a:r>
              <a:rPr b="1"/>
              <a:t>Lessons Captured:</a:t>
            </a:r>
            <a:r>
              <a:t> [Organizational learning]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[Thank stakeholders and team]</a:t>
            </a:r>
          </a:p>
          <a:p>
            <a:pPr/>
            <a:r>
              <a:rPr b="1"/>
              <a:t>Contact Information:</a:t>
            </a:r>
            <a:r>
              <a:t> [Future contact details]</a:t>
            </a:r>
          </a:p>
          <a:p>
            <a:pPr/>
            <a:r>
              <a:rPr b="1"/>
              <a:t>Q&amp;A Session:</a:t>
            </a:r>
            <a:r>
              <a:t> [Questions and answers]</a:t>
            </a:r>
          </a:p>
          <a:p>
            <a:pPr/>
            <a:r>
              <a:rPr b="1"/>
              <a:t>Next Steps:</a:t>
            </a:r>
            <a:r>
              <a:t> [Follow-up actions]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project metrics and data</a:t>
            </a:r>
          </a:p>
          <a:p>
            <a:pPr/>
            <a:r>
              <a:t>[ ] Collect stakeholder feedback and testimonials</a:t>
            </a:r>
          </a:p>
          <a:p>
            <a:pPr/>
            <a:r>
              <a:t>[ ] Prepare financial analysis and ROI calculations</a:t>
            </a:r>
          </a:p>
          <a:p>
            <a:pPr/>
            <a:r>
              <a:t>[ ] Create visual aids and charts</a:t>
            </a:r>
          </a:p>
          <a:p>
            <a:pPr/>
            <a:r>
              <a:t>[ ] Practice presentation delivery</a:t>
            </a:r>
          </a:p>
          <a:p>
            <a:pPr/>
            <a:r>
              <a:t>[ ] Prepare for potential questions</a:t>
            </a:r>
          </a:p>
          <a:p>
            <a:pPr/>
            <a:r>
              <a:t>[ ] Coordinate with team members for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key achievements and value</a:t>
            </a:r>
          </a:p>
          <a:p>
            <a:pPr/>
            <a:r>
              <a:rPr b="1"/>
              <a:t>Data-Driven:</a:t>
            </a:r>
            <a:r>
              <a:t> Use metrics and facts to support statements</a:t>
            </a:r>
          </a:p>
          <a:p>
            <a:pPr/>
            <a:r>
              <a:rPr b="1"/>
              <a:t>Visual Appeal:</a:t>
            </a:r>
            <a:r>
              <a:t> Include charts, graphs, and diagrams</a:t>
            </a:r>
          </a:p>
          <a:p>
            <a:pPr/>
            <a:r>
              <a:rPr b="1"/>
              <a:t>Storytelling:</a:t>
            </a:r>
            <a:r>
              <a:t> Present as a journey from problem to solution</a:t>
            </a:r>
          </a:p>
          <a:p>
            <a:pPr/>
            <a:r>
              <a:rPr b="1"/>
              <a:t>Balanced View:</a:t>
            </a:r>
            <a:r>
              <a:t> Acknowledge challenges and how they were overcome</a:t>
            </a:r>
          </a:p>
          <a:p>
            <a:pPr/>
            <a:r>
              <a:rPr b="1"/>
              <a:t>Future Focus:</a:t>
            </a:r>
            <a:r>
              <a:t> End with recommendations and next steps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Interactive Elements:</a:t>
            </a:r>
            <a:r>
              <a:t> Include polls or discussion points</a:t>
            </a:r>
          </a:p>
          <a:p>
            <a:pPr/>
            <a:r>
              <a:rPr b="1"/>
              <a:t>Success Stories:</a:t>
            </a:r>
            <a:r>
              <a:t> Share specific user testimonials</a:t>
            </a:r>
          </a:p>
          <a:p>
            <a:pPr/>
            <a:r>
              <a:rPr b="1"/>
              <a:t>Live Demo:</a:t>
            </a:r>
            <a:r>
              <a:t> Show key features if appropriate</a:t>
            </a:r>
          </a:p>
          <a:p>
            <a:pPr/>
            <a:r>
              <a:rPr b="1"/>
              <a:t>Recognition:</a:t>
            </a:r>
            <a:r>
              <a:t> Acknowledge all contributors</a:t>
            </a:r>
          </a:p>
          <a:p>
            <a:pPr/>
            <a:r>
              <a:rPr b="1"/>
              <a:t>Clear Call-to-Action:</a:t>
            </a:r>
            <a:r>
              <a:t> Define next steps for stakeholders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to all attendees</a:t>
            </a:r>
          </a:p>
          <a:p>
            <a:pPr/>
            <a:r>
              <a:t>[ ] Send project summary report</a:t>
            </a:r>
          </a:p>
          <a:p>
            <a:pPr/>
            <a:r>
              <a:t>[ ] Schedule transition meetings</a:t>
            </a:r>
          </a:p>
          <a:p>
            <a:pPr/>
            <a:r>
              <a:t>[ ] Document any new actions identified</a:t>
            </a:r>
          </a:p>
          <a:p>
            <a:pPr/>
            <a:r>
              <a:t>[ ] Archive project documentation</a:t>
            </a:r>
          </a:p>
          <a:p>
            <a:pPr/>
            <a:r>
              <a:t>[ ] Conduct final team celebration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Metrics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[Compiled feedback from all stakeholder groups]</a:t>
            </a:r>
          </a:p>
          <a:p>
            <a:pPr/>
            <a:r>
              <a:t>[User satisfaction surveys]</a:t>
            </a:r>
          </a:p>
          <a:p>
            <a:pPr/>
            <a:r>
              <a:t>[Executive feedback]</a:t>
            </a:r>
          </a:p>
          <a:p>
            <a:pPr/>
            <a:r>
              <a:t>[Improvement suggestions]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Project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[List of all project deliverables]</a:t>
            </a:r>
          </a:p>
          <a:p>
            <a:pPr/>
            <a:r>
              <a:t>[Documentation repository location]</a:t>
            </a:r>
          </a:p>
          <a:p>
            <a:pPr/>
            <a:r>
              <a:t>[Source code and deployment guides]</a:t>
            </a:r>
          </a:p>
          <a:p>
            <a:pPr/>
            <a:r>
              <a:t>[Training materials and resources]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[Operational handover checklist]</a:t>
            </a:r>
          </a:p>
          <a:p>
            <a:pPr/>
            <a:r>
              <a:t>[Support contact information]</a:t>
            </a:r>
          </a:p>
          <a:p>
            <a:pPr/>
            <a:r>
              <a:t>[Escalation procedures]</a:t>
            </a:r>
          </a:p>
          <a:p>
            <a:pPr/>
            <a:r>
              <a:t>[Change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35</Words>
  <Application>Microsoft Office PowerPoint</Application>
  <PresentationFormat>On-screen Show (16:9)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73</cp:revision>
  <dcterms:created xsi:type="dcterms:W3CDTF">2025-11-01T21:16:10Z</dcterms:created>
  <dcterms:modified xsi:type="dcterms:W3CDTF">2025-11-11T00:05:09Z</dcterms:modified>
</cp:coreProperties>
</file>