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  <p:txBody>
          <a:bodyPr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Average Response Time: 1.2s (target: &lt;2s)</a:t>
            </a:r>
          </a:p>
          <a:p>
            <a:pPr lvl="1"/>
            <a:r>
              <a:t>Peak Load Handling: 12,000 users (target: 10,000)</a:t>
            </a:r>
          </a:p>
          <a:p>
            <a:pPr lvl="1"/>
            <a:r>
              <a:t>Database Query Performance: 45ms avg (target: &lt;100ms)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rapid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 program</a:t>
            </a:r>
          </a:p>
          <a:p>
            <a:pPr lvl="1"/>
            <a:r>
              <a:t>Integration: middleware abstraction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Hypercare Period (Days 1-30)</a:t>
            </a:r>
          </a:p>
          <a:p>
            <a:pPr lvl="1"/>
            <a:r>
              <a:t>Dedicated support team available 24/7</a:t>
            </a:r>
          </a:p>
          <a:p>
            <a:pPr lvl="1"/>
            <a:r>
              <a:t>Daily standup calls at 9:00 AM for issue triage</a:t>
            </a:r>
          </a:p>
          <a:p>
            <a:pPr lvl="1"/>
            <a:r>
              <a:t>4-hour response SLA for critical issues</a:t>
            </a:r>
          </a:p>
          <a:p>
            <a:pPr lvl="1"/>
            <a:r>
              <a:t>Direct escalation path to implementation team</a:t>
            </a:r>
          </a:p>
          <a:p>
            <a:pPr/>
            <a:r>
              <a:rPr b="1"/>
              <a:t>Transition Period (Days 31-60)</a:t>
            </a:r>
          </a:p>
          <a:p>
            <a:pPr lvl="1"/>
            <a:r>
              <a:t>Shift to standard support model with 8-hour response SLA</a:t>
            </a:r>
          </a:p>
          <a:p>
            <a:pPr lvl="1"/>
            <a:r>
              <a:t>Weekly check-in calls transitioning to bi-weekly</a:t>
            </a:r>
          </a:p>
          <a:p>
            <a:pPr lvl="1"/>
            <a:r>
              <a:t>Knowledge transfer sessions for operations team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 meetings</a:t>
            </a:r>
          </a:p>
          <a:p>
            <a:pPr lvl="1"/>
            <a:r>
              <a:t>Quarterly business reviews for benefits tracking</a:t>
            </a:r>
          </a:p>
          <a:p>
            <a:pPr lvl="1"/>
            <a:r>
              <a:t>Enhancement backlog with 15 prioritized features</a:t>
            </a:r>
          </a:p>
          <a:p>
            <a:pPr/>
            <a:r>
              <a:rPr b="1"/>
              <a:t>Escalation Contacts</a:t>
            </a:r>
          </a:p>
          <a:p>
            <a:pPr lvl="1"/>
            <a:r>
              <a:t>L1 Support: support@company.com | 555-HELP</a:t>
            </a:r>
          </a:p>
          <a:p>
            <a:pPr lvl="1"/>
            <a:r>
              <a:t>L2 Technical: techsupport@company.com</a:t>
            </a:r>
          </a:p>
          <a:p>
            <a:pPr lvl="1"/>
            <a:r>
              <a:t>Account Manager: am@company.com | 555-123-4567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 and problem-solving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 and knowledge transfer completion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 and enhancement prioritization</a:t>
            </a:r>
          </a:p>
          <a:p>
            <a:pPr/>
            <a:r>
              <a:rPr b="1"/>
              <a:t>Ongoing:</a:t>
            </a:r>
            <a:r>
              <a:t> Monthly performance reviews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