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273A1B3-664A-DD19-7B35-B4E3982A4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863" y="685597"/>
            <a:ext cx="8509304" cy="37711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This is a single-column content slide. Use this layout for focused content with paragraphs or key messages.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Left Column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C844534-A763-9158-4BA6-CAC056383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69866" y="685597"/>
            <a:ext cx="4049062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Right Column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Left Column Text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3BE8D56-FD01-D4AD-8CBA-DDE513CC6B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9865" y="1076365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Right Column Text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Key Points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AEFB5-8B48-8F55-D6C9-5B1A508AD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175" y="698500"/>
            <a:ext cx="8710613" cy="376555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Image Description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Image Description Context Text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800"/>
            <a:ext cx="4337050" cy="37417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Key Insights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First data insight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Second key finding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Third important trend</a:t>
            </a:r>
            <a:endParaRPr lang="en-US" dirty="0"/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419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 Presentation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5856" b="585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**Project Name:** [Project Name]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EO Framework Team | November 09,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1: Title Slide**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Project Name and Logo</a:t>
            </a:r>
          </a:p>
          <a:p>
            <a:pPr/>
            <a:r>
              <a:t>"Project Closeout Presentation"</a:t>
            </a:r>
          </a:p>
          <a:p>
            <a:pPr/>
            <a:r>
              <a:t>Presentation Date</a:t>
            </a:r>
          </a:p>
          <a:p>
            <a:pPr/>
            <a:r>
              <a:t>Project Manager and Core Team Names</a:t>
            </a:r>
          </a:p>
          <a:p>
            <a:pPr/>
            <a:r>
              <a:t>Company/Organization Branding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2: Agenda**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Project Overview and Objectives</a:t>
            </a:r>
          </a:p>
          <a:p>
            <a:pPr/>
            <a:r>
              <a:t>Delivery Summary and Achievements</a:t>
            </a:r>
          </a:p>
          <a:p>
            <a:pPr/>
            <a:r>
              <a:t>Benefits Realization and Value Delivered</a:t>
            </a:r>
          </a:p>
          <a:p>
            <a:pPr/>
            <a:r>
              <a:t>Lessons Learned and Best Practices</a:t>
            </a:r>
          </a:p>
          <a:p>
            <a:pPr/>
            <a:r>
              <a:t>Recommendations and Next Steps</a:t>
            </a:r>
          </a:p>
          <a:p>
            <a:pPr/>
            <a:r>
              <a:t>Team Recognition and Appreciation</a:t>
            </a:r>
          </a:p>
          <a:p>
            <a:pPr/>
            <a:r>
              <a:t>Q&amp;A Session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3: Project Charter Recap**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Original Business Problem: [Problem statement]</a:t>
            </a:r>
          </a:p>
          <a:p>
            <a:pPr/>
            <a:r>
              <a:t>Project Objectives: [Key objectives achieved]</a:t>
            </a:r>
          </a:p>
          <a:p>
            <a:pPr/>
            <a:r>
              <a:t>Success Criteria: [How success was measured]</a:t>
            </a:r>
          </a:p>
          <a:p>
            <a:pPr/>
            <a:r>
              <a:t>Project Scope: [What was included/excluded]</a:t>
            </a:r>
          </a:p>
          <a:p>
            <a:pPr/>
            <a:r>
              <a:t>Initial Timeline: [Original vs. actual timeline]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4: Project Scope Delivered**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5: Project Timeline Summary**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Project Duration: [Actual duration vs. planned]</a:t>
            </a:r>
          </a:p>
          <a:p>
            <a:pPr/>
            <a:r>
              <a:t>Key Milestones Achieved:</a:t>
            </a:r>
          </a:p>
          <a:p>
            <a:pPr/>
            <a:r>
              <a:t>Project Kickoff: [Date]</a:t>
            </a:r>
          </a:p>
          <a:p>
            <a:pPr/>
            <a:r>
              <a:t>Design Approval: [Date]</a:t>
            </a:r>
          </a:p>
          <a:p>
            <a:pPr/>
            <a:r>
              <a:t>Development Complete: [Date]</a:t>
            </a:r>
          </a:p>
          <a:p>
            <a:pPr/>
            <a:r>
              <a:t>Testing Complete: [Date]</a:t>
            </a:r>
          </a:p>
          <a:p>
            <a:pPr/>
            <a:r>
              <a:t>Go-Live: [Date]</a:t>
            </a:r>
          </a:p>
          <a:p>
            <a:pPr/>
            <a:r>
              <a:t>Project Closure: [Date]</a:t>
            </a:r>
          </a:p>
          <a:p>
            <a:pPr/>
            <a:r>
              <a:t>Critical Path Impact: [Any delays and resolutions]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6: Budget and Resource Summary**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Total Project Budget: [Approved budget]</a:t>
            </a:r>
          </a:p>
          <a:p>
            <a:pPr/>
            <a:r>
              <a:t>Actual Expenditure: [Final cost]</a:t>
            </a:r>
          </a:p>
          <a:p>
            <a:pPr/>
            <a:r>
              <a:t>Budget Variance: [Over/under budget with explanation]</a:t>
            </a:r>
          </a:p>
          <a:p>
            <a:pPr/>
            <a:r>
              <a:t>Resource Utilization: [Team size and effort]</a:t>
            </a:r>
          </a:p>
          <a:p>
            <a:pPr/>
            <a:r>
              <a:t>Cost Per Deliverable: [Cost efficiency metrics]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7: Solution Architecture Overview**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High-level architecture diagram</a:t>
            </a:r>
          </a:p>
          <a:p>
            <a:pPr/>
            <a:r>
              <a:t>Key components and technologies</a:t>
            </a:r>
          </a:p>
          <a:p>
            <a:pPr/>
            <a:r>
              <a:t>Integration points and data flow</a:t>
            </a:r>
          </a:p>
          <a:p>
            <a:pPr/>
            <a:r>
              <a:t>Security and compliance features</a:t>
            </a:r>
          </a:p>
          <a:p>
            <a:pPr/>
            <a:r>
              <a:t>Scalability and performance characteristics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8: Key Features Delivered**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9: Quality Metrics**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Code Quality:</a:t>
            </a:r>
          </a:p>
          <a:p>
            <a:pPr/>
            <a:r>
              <a:t>Code coverage: [Percentage]</a:t>
            </a:r>
          </a:p>
          <a:p>
            <a:pPr/>
            <a:r>
              <a:t>Static analysis score: [Score]</a:t>
            </a:r>
          </a:p>
          <a:p>
            <a:pPr/>
            <a:r>
              <a:t>Security scan results: [Clean/Issues resolved]</a:t>
            </a:r>
          </a:p>
          <a:p>
            <a:pPr/>
            <a:r>
              <a:t>Testing Results:</a:t>
            </a:r>
          </a:p>
          <a:p>
            <a:pPr/>
            <a:r>
              <a:t>Test cases executed: [Number]</a:t>
            </a:r>
          </a:p>
          <a:p>
            <a:pPr/>
            <a:r>
              <a:t>Pass rate: [Percentage]</a:t>
            </a:r>
          </a:p>
          <a:p>
            <a:pPr/>
            <a:r>
              <a:t>Defects found and resolved: [Numbers]</a:t>
            </a:r>
          </a:p>
          <a:p>
            <a:pPr/>
            <a:r>
              <a:t>Performance Metrics:</a:t>
            </a:r>
          </a:p>
          <a:p>
            <a:pPr/>
            <a:r>
              <a:t>Response time: [Actual vs. target]</a:t>
            </a:r>
          </a:p>
          <a:p>
            <a:pPr/>
            <a:r>
              <a:t>Throughput: [Actual vs. target]</a:t>
            </a:r>
          </a:p>
          <a:p>
            <a:pPr/>
            <a:r>
              <a:t>Availability: [Uptime percentage]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10: Go-Live Results**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Deployment Success: [Smooth/Issues encountered]</a:t>
            </a:r>
          </a:p>
          <a:p>
            <a:pPr/>
            <a:r>
              <a:t>System Stability: [Post-deployment performance]</a:t>
            </a:r>
          </a:p>
          <a:p>
            <a:pPr/>
            <a:r>
              <a:t>User Adoption: [Usage statistics and feedback]</a:t>
            </a:r>
          </a:p>
          <a:p>
            <a:pPr/>
            <a:r>
              <a:t>Support Tickets: [Volume and resolution times]</a:t>
            </a:r>
          </a:p>
          <a:p>
            <a:pPr/>
            <a:r>
              <a:t>Business Continuity: [No disruption achieved]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11: Training and Knowledge Transfer**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Training Sessions Delivered: [Number and attendance]</a:t>
            </a:r>
          </a:p>
          <a:p>
            <a:pPr/>
            <a:r>
              <a:t>User Competency: [Assessment results]</a:t>
            </a:r>
          </a:p>
          <a:p>
            <a:pPr/>
            <a:r>
              <a:t>Documentation Provided: [Comprehensive user guides]</a:t>
            </a:r>
          </a:p>
          <a:p>
            <a:pPr/>
            <a:r>
              <a:t>Support Model: [Ongoing support structure]</a:t>
            </a:r>
          </a:p>
          <a:p>
            <a:pPr/>
            <a:r>
              <a:t>Knowledge Transfer: [To operations and support teams]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12: Business Value Delivered**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13: ROI Analysis**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Total Investment: [Project cost + ongoing costs]</a:t>
            </a:r>
          </a:p>
          <a:p>
            <a:pPr/>
            <a:r>
              <a:t>Annual Benefits: [Quantified annual value]</a:t>
            </a:r>
          </a:p>
          <a:p>
            <a:pPr/>
            <a:r>
              <a:t>Payback Period: [Time to break even]</a:t>
            </a:r>
          </a:p>
          <a:p>
            <a:pPr/>
            <a:r>
              <a:t>Net Present Value: [NPV calculation]</a:t>
            </a:r>
          </a:p>
          <a:p>
            <a:pPr/>
            <a:r>
              <a:t>ROI Percentage: [Return on investment]</a:t>
            </a:r>
          </a:p>
          <a:p>
            <a:pPr/>
            <a:r>
              <a:t>Benefits Realization Timeline: [When benefits are expected]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14: Operational Improvements**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Process Efficiency: [Before vs. after metrics]</a:t>
            </a:r>
          </a:p>
          <a:p>
            <a:pPr/>
            <a:r>
              <a:t>User Productivity: [Productivity gains achieved]</a:t>
            </a:r>
          </a:p>
          <a:p>
            <a:pPr/>
            <a:r>
              <a:t>Data Quality: [Improvement in data accuracy]</a:t>
            </a:r>
          </a:p>
          <a:p>
            <a:pPr/>
            <a:r>
              <a:t>Compliance: [Enhanced compliance posture]</a:t>
            </a:r>
          </a:p>
          <a:p>
            <a:pPr/>
            <a:r>
              <a:t>Customer Satisfaction: [User feedback scores]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15: Strategic Value**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Technology Modernization: [Platform improvements]</a:t>
            </a:r>
          </a:p>
          <a:p>
            <a:pPr/>
            <a:r>
              <a:t>Competitive Advantage: [Market positioning]</a:t>
            </a:r>
          </a:p>
          <a:p>
            <a:pPr/>
            <a:r>
              <a:t>Innovation Enablement: [Future capabilities enabled]</a:t>
            </a:r>
          </a:p>
          <a:p>
            <a:pPr/>
            <a:r>
              <a:t>Organizational Capability: [Skills and knowledge gained]</a:t>
            </a:r>
          </a:p>
          <a:p>
            <a:pPr/>
            <a:r>
              <a:t>Foundation for Growth: [Scalability achieved]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16: What Went Well**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Project Management: [Effective practices]</a:t>
            </a:r>
          </a:p>
          <a:p>
            <a:pPr/>
            <a:r>
              <a:t>Team Collaboration: [Successful teamwork elements]</a:t>
            </a:r>
          </a:p>
          <a:p>
            <a:pPr/>
            <a:r>
              <a:t>Technical Approach: [Successful technical decisions]</a:t>
            </a:r>
          </a:p>
          <a:p>
            <a:pPr/>
            <a:r>
              <a:t>Stakeholder Engagement: [Effective communication]</a:t>
            </a:r>
          </a:p>
          <a:p>
            <a:pPr/>
            <a:r>
              <a:t>Risk Management: [Successful risk mitigation]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17: Challenges Overcome**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18: Key Learnings**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Technical Lessons:</a:t>
            </a:r>
          </a:p>
          <a:p>
            <a:pPr/>
            <a:r>
              <a:t>[Technology choice insights]</a:t>
            </a:r>
          </a:p>
          <a:p>
            <a:pPr/>
            <a:r>
              <a:t>[Architecture decisions that worked well]</a:t>
            </a:r>
          </a:p>
          <a:p>
            <a:pPr/>
            <a:r>
              <a:t>[Development approaches that were effective]</a:t>
            </a:r>
          </a:p>
          <a:p>
            <a:pPr/>
            <a:r>
              <a:t>Process Lessons:</a:t>
            </a:r>
          </a:p>
          <a:p>
            <a:pPr/>
            <a:r>
              <a:t>[Project management insights]</a:t>
            </a:r>
          </a:p>
          <a:p>
            <a:pPr/>
            <a:r>
              <a:t>[Communication strategies that worked]</a:t>
            </a:r>
          </a:p>
          <a:p>
            <a:pPr/>
            <a:r>
              <a:t>[Change management effectiveness]</a:t>
            </a:r>
          </a:p>
          <a:p>
            <a:pPr/>
            <a:r>
              <a:t>Organizational Lessons:</a:t>
            </a:r>
          </a:p>
          <a:p>
            <a:pPr/>
            <a:r>
              <a:t>[Team dynamics insights]</a:t>
            </a:r>
          </a:p>
          <a:p>
            <a:pPr/>
            <a:r>
              <a:t>[Stakeholder management learnings]</a:t>
            </a:r>
          </a:p>
          <a:p>
            <a:pPr/>
            <a:r>
              <a:t>[Training and adoption insights]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19: Best Practices Established**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Methodology Improvements: [Process enhancements]</a:t>
            </a:r>
          </a:p>
          <a:p>
            <a:pPr/>
            <a:r>
              <a:t>Tool and Technology Standards: [New standards established]</a:t>
            </a:r>
          </a:p>
          <a:p>
            <a:pPr/>
            <a:r>
              <a:t>Communication Protocols: [Effective communication patterns]</a:t>
            </a:r>
          </a:p>
          <a:p>
            <a:pPr/>
            <a:r>
              <a:t>Quality Assurance: [QA practices that worked]</a:t>
            </a:r>
          </a:p>
          <a:p>
            <a:pPr/>
            <a:r>
              <a:t>Documentation Standards: [Documentation improvements]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20: Immediate Recommendations**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Operational Excellence:</a:t>
            </a:r>
          </a:p>
          <a:p>
            <a:pPr/>
            <a:r>
              <a:t>[Monitoring and maintenance recommendations]</a:t>
            </a:r>
          </a:p>
          <a:p>
            <a:pPr/>
            <a:r>
              <a:t>[Performance optimization opportunities]</a:t>
            </a:r>
          </a:p>
          <a:p>
            <a:pPr/>
            <a:r>
              <a:t>[Security enhancement suggestions]</a:t>
            </a:r>
          </a:p>
          <a:p>
            <a:pPr/>
            <a:r>
              <a:t>User Adoption:</a:t>
            </a:r>
          </a:p>
          <a:p>
            <a:pPr/>
            <a:r>
              <a:t>[Additional training needs]</a:t>
            </a:r>
          </a:p>
          <a:p>
            <a:pPr/>
            <a:r>
              <a:t>[Change management continuation]</a:t>
            </a:r>
          </a:p>
          <a:p>
            <a:pPr/>
            <a:r>
              <a:t>[User feedback incorporation]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21: Future Enhancement Opportunities**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22: Transition to Operations**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Operational Handover: [Complete transition plan]</a:t>
            </a:r>
          </a:p>
          <a:p>
            <a:pPr/>
            <a:r>
              <a:t>Support Structure: [Ongoing support model]</a:t>
            </a:r>
          </a:p>
          <a:p>
            <a:pPr/>
            <a:r>
              <a:t>Monitoring and Maintenance: [Operational procedures]</a:t>
            </a:r>
          </a:p>
          <a:p>
            <a:pPr/>
            <a:r>
              <a:t>Change Management: [Future change processes]</a:t>
            </a:r>
          </a:p>
          <a:p>
            <a:pPr/>
            <a:r>
              <a:t>Continuous Improvement: [Feedback and enhancement process]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23: Core Team Appreciation**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Project Manager: [Name and key contributions]</a:t>
            </a:r>
          </a:p>
          <a:p>
            <a:pPr/>
            <a:r>
              <a:t>Solution Architect: [Name and key contributions]</a:t>
            </a:r>
          </a:p>
          <a:p>
            <a:pPr/>
            <a:r>
              <a:t>Technical Lead: [Name and key contributions]</a:t>
            </a:r>
          </a:p>
          <a:p>
            <a:pPr/>
            <a:r>
              <a:t>Business Analyst: [Name and key contributions]</a:t>
            </a:r>
          </a:p>
          <a:p>
            <a:pPr/>
            <a:r>
              <a:t>QA Lead: [Name and key contributions]</a:t>
            </a:r>
          </a:p>
          <a:p>
            <a:pPr/>
            <a:r>
              <a:t>DevOps Engineer: [Name and key contributions]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24: Extended Team Recognition**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Development Team: [Team members and contributions]</a:t>
            </a:r>
          </a:p>
          <a:p>
            <a:pPr/>
            <a:r>
              <a:t>Business Stakeholders: [Key stakeholders and support]</a:t>
            </a:r>
          </a:p>
          <a:p>
            <a:pPr/>
            <a:r>
              <a:t>Infrastructure Team: [Support provided]</a:t>
            </a:r>
          </a:p>
          <a:p>
            <a:pPr/>
            <a:r>
              <a:t>Security Team: [Security guidance and support]</a:t>
            </a:r>
          </a:p>
          <a:p>
            <a:pPr/>
            <a:r>
              <a:t>Executive Sponsors: [Leadership and support]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25: Team Success Factors**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Collaboration: [Cross-functional teamwork]</a:t>
            </a:r>
          </a:p>
          <a:p>
            <a:pPr/>
            <a:r>
              <a:t>Innovation: [Creative problem solving]</a:t>
            </a:r>
          </a:p>
          <a:p>
            <a:pPr/>
            <a:r>
              <a:t>Dedication: [Commitment to excellence]</a:t>
            </a:r>
          </a:p>
          <a:p>
            <a:pPr/>
            <a:r>
              <a:t>Adaptability: [Flexibility in face of challenges]</a:t>
            </a:r>
          </a:p>
          <a:p>
            <a:pPr/>
            <a:r>
              <a:t>Knowledge Sharing: [Learning and growth]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26: Project Success Declaration**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Objectives Achieved: [Summary of success]</a:t>
            </a:r>
          </a:p>
          <a:p>
            <a:pPr/>
            <a:r>
              <a:t>Value Delivered: [Quantified benefits]</a:t>
            </a:r>
          </a:p>
          <a:p>
            <a:pPr/>
            <a:r>
              <a:t>Quality Standards: [Quality measures met]</a:t>
            </a:r>
          </a:p>
          <a:p>
            <a:pPr/>
            <a:r>
              <a:t>Stakeholder Satisfaction: [Satisfaction scores]</a:t>
            </a:r>
          </a:p>
          <a:p>
            <a:pPr/>
            <a:r>
              <a:t>On-Time/Budget Delivery: [Schedule and budget performance]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27: Formal Project Closure**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Project Charter Fulfilled: [Objectives met]</a:t>
            </a:r>
          </a:p>
          <a:p>
            <a:pPr/>
            <a:r>
              <a:t>Deliverables Accepted: [Stakeholder sign-off]</a:t>
            </a:r>
          </a:p>
          <a:p>
            <a:pPr/>
            <a:r>
              <a:t>Resources Released: [Team transition]</a:t>
            </a:r>
          </a:p>
          <a:p>
            <a:pPr/>
            <a:r>
              <a:t>Documentation Complete: [Knowledge preservation]</a:t>
            </a:r>
          </a:p>
          <a:p>
            <a:pPr/>
            <a:r>
              <a:t>Lessons Captured: [Organizational learning]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28: Thank You and Q&amp;A**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Appreciation: [Thank stakeholders and team]</a:t>
            </a:r>
          </a:p>
          <a:p>
            <a:pPr/>
            <a:r>
              <a:t>Contact Information: [Future contact details]</a:t>
            </a:r>
          </a:p>
          <a:p>
            <a:pPr/>
            <a:r>
              <a:t>Q&amp;A Session: [Questions and answers]</a:t>
            </a:r>
          </a:p>
          <a:p>
            <a:pPr/>
            <a:r>
              <a:t>Next Steps: [Follow-up actions]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**Preparation Checklist**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 ] Gather all project metrics and data</a:t>
            </a:r>
          </a:p>
          <a:p>
            <a:pPr/>
            <a:r>
              <a:t>[ ] Collect stakeholder feedback and testimonials</a:t>
            </a:r>
          </a:p>
          <a:p>
            <a:pPr/>
            <a:r>
              <a:t>[ ] Prepare financial analysis and ROI calculations</a:t>
            </a:r>
          </a:p>
          <a:p>
            <a:pPr/>
            <a:r>
              <a:t>[ ] Create visual aids and charts</a:t>
            </a:r>
          </a:p>
          <a:p>
            <a:pPr/>
            <a:r>
              <a:t>[ ] Practice presentation delivery</a:t>
            </a:r>
          </a:p>
          <a:p>
            <a:pPr/>
            <a:r>
              <a:t>[ ] Prepare for potential questions</a:t>
            </a:r>
          </a:p>
          <a:p>
            <a:pPr/>
            <a:r>
              <a:t>[ ] Coordinate with team members for Q&amp;A support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**Presentation Best Practices**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Executive Summary: Lead with key achievements and value</a:t>
            </a:r>
          </a:p>
          <a:p>
            <a:pPr/>
            <a:r>
              <a:t>Data-Driven: Use metrics and facts to support statements</a:t>
            </a:r>
          </a:p>
          <a:p>
            <a:pPr/>
            <a:r>
              <a:t>Visual Appeal: Include charts, graphs, and diagrams</a:t>
            </a:r>
          </a:p>
          <a:p>
            <a:pPr/>
            <a:r>
              <a:t>Storytelling: Present as a journey from problem to solution</a:t>
            </a:r>
          </a:p>
          <a:p>
            <a:pPr/>
            <a:r>
              <a:t>Balanced View: Acknowledge challenges and how they were overcome</a:t>
            </a:r>
          </a:p>
          <a:p>
            <a:pPr/>
            <a:r>
              <a:t>Future Focus: End with recommendations and next steps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**Audience Engagement**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Interactive Elements: Include polls or discussion points</a:t>
            </a:r>
          </a:p>
          <a:p>
            <a:pPr/>
            <a:r>
              <a:t>Success Stories: Share specific user testimonials</a:t>
            </a:r>
          </a:p>
          <a:p>
            <a:pPr/>
            <a:r>
              <a:t>Live Demo: Show key features if appropriate</a:t>
            </a:r>
          </a:p>
          <a:p>
            <a:pPr/>
            <a:r>
              <a:t>Recognition: Acknowledge all contributors</a:t>
            </a:r>
          </a:p>
          <a:p>
            <a:pPr/>
            <a:r>
              <a:t>Clear Call-to-Action: Define next steps for stakeholders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**Follow-Up Actions**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 ] Distribute presentation slides to all attendees</a:t>
            </a:r>
          </a:p>
          <a:p>
            <a:pPr/>
            <a:r>
              <a:t>[ ] Send project summary report</a:t>
            </a:r>
          </a:p>
          <a:p>
            <a:pPr/>
            <a:r>
              <a:t>[ ] Schedule transition meetings</a:t>
            </a:r>
          </a:p>
          <a:p>
            <a:pPr/>
            <a:r>
              <a:t>[ ] Document any new actions identified</a:t>
            </a:r>
          </a:p>
          <a:p>
            <a:pPr/>
            <a:r>
              <a:t>[ ] Archive project documentation</a:t>
            </a:r>
          </a:p>
          <a:p>
            <a:pPr/>
            <a:r>
              <a:t>[ ] Conduct final team celebration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**A. Detailed Metrics Dashboard**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[Include detailed performance metrics]</a:t>
            </a:r>
          </a:p>
          <a:p>
            <a:pPr/>
            <a:r>
              <a:t>[Quality metrics and trends]</a:t>
            </a:r>
          </a:p>
          <a:p>
            <a:pPr/>
            <a:r>
              <a:t>[User adoption statistics]</a:t>
            </a:r>
          </a:p>
          <a:p>
            <a:pPr/>
            <a:r>
              <a:t>[Financial performance data]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**B. Stakeholder Feedback Summary**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[Compiled feedback from all stakeholder groups]</a:t>
            </a:r>
          </a:p>
          <a:p>
            <a:pPr/>
            <a:r>
              <a:t>[User satisfaction surveys]</a:t>
            </a:r>
          </a:p>
          <a:p>
            <a:pPr/>
            <a:r>
              <a:t>[Executive feedback]</a:t>
            </a:r>
          </a:p>
          <a:p>
            <a:pPr/>
            <a:r>
              <a:t>[Improvement suggestions]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**C. Project Artifacts**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[List of all project deliverables]</a:t>
            </a:r>
          </a:p>
          <a:p>
            <a:pPr/>
            <a:r>
              <a:t>[Documentation repository location]</a:t>
            </a:r>
          </a:p>
          <a:p>
            <a:pPr/>
            <a:r>
              <a:t>[Source code and deployment guides]</a:t>
            </a:r>
          </a:p>
          <a:p>
            <a:pPr/>
            <a:r>
              <a:t>[Training materials and resources]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**D. Transition Documentation**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[Operational handover checklist]</a:t>
            </a:r>
          </a:p>
          <a:p>
            <a:pPr/>
            <a:r>
              <a:t>[Support contact information]</a:t>
            </a:r>
          </a:p>
          <a:p>
            <a:pPr/>
            <a:r>
              <a:t>[Escalation procedures]</a:t>
            </a:r>
          </a:p>
          <a:p>
            <a:pPr/>
            <a:r>
              <a:t>[Change management process]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28</cp:revision>
  <dcterms:created xsi:type="dcterms:W3CDTF">2025-11-01T21:16:10Z</dcterms:created>
  <dcterms:modified xsi:type="dcterms:W3CDTF">2025-11-03T05:12:47Z</dcterms:modified>
</cp:coreProperties>
</file>