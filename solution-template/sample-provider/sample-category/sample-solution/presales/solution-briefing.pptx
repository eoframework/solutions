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Test Solution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Alison Smith | November 11, 2025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Opportunity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Accelerate digital transformation and modernize legacy systems to unlock new revenue streams</a:t>
            </a:r>
          </a:p>
          <a:p>
            <a:pPr lvl="1"/>
            <a:r>
              <a:t>Gain competitive advantage through data-driven insights and faster time-to-market</a:t>
            </a:r>
          </a:p>
          <a:p>
            <a:pPr lvl="1"/>
            <a:r>
              <a:t>Enable scalability and innovation while reducing operational costs by 30-40%</a:t>
            </a:r>
          </a:p>
          <a:p>
            <a:pPr/>
            <a:r>
              <a:rPr b="1"/>
              <a:t>Success Criteria</a:t>
            </a:r>
          </a:p>
          <a:p>
            <a:pPr lvl="1"/>
            <a:r>
              <a:t>Achieve measurable ROI within 12 months with quantified business value metrics</a:t>
            </a:r>
          </a:p>
          <a:p>
            <a:pPr lvl="1"/>
            <a:r>
              <a:t>Complete deployment across all business units with 95% user adoption rate</a:t>
            </a:r>
          </a:p>
          <a:p>
            <a:pPr lvl="1"/>
            <a:r>
              <a:t>Establish foundation for continuous innovation and future capability expansion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494" b="6494"/>
          <a:stretch>
            <a:fillRect/>
          </a:stretch>
        </p:blipFill>
        <p:spPr/>
      </p:pic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rPr b="1"/>
              <a:t>Presentation Layer:</a:t>
            </a:r>
            <a:r>
              <a:t> Modern web and mobile interfaces with responsive design and real-time updates</a:t>
            </a:r>
          </a:p>
          <a:p>
            <a:pPr lvl="1"/>
            <a:r>
              <a:rPr b="1"/>
              <a:t>Application Layer:</a:t>
            </a:r>
            <a:r>
              <a:t> API services handling business logic, authentication, and data orchestration</a:t>
            </a:r>
          </a:p>
          <a:p>
            <a:pPr lvl="1"/>
            <a:r>
              <a:rPr b="1"/>
              <a:t>Data Layer:</a:t>
            </a:r>
            <a:r>
              <a:t> Scalable database infrastructure with caching, backup, and disaster recovery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Cloud Platform: AWS, Azure, or GCP</a:t>
            </a:r>
          </a:p>
          <a:p>
            <a:pPr lvl="1"/>
            <a:r>
              <a:t>Containerization: Docker with Kubernetes</a:t>
            </a:r>
          </a:p>
          <a:p>
            <a:pPr lvl="1"/>
            <a:r>
              <a:t>API Framework: REST/GraphQL APIs</a:t>
            </a:r>
          </a:p>
          <a:p>
            <a:pPr lvl="1"/>
            <a:r>
              <a:t>Monitoring: Logging and observability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488" y="1373933"/>
            <a:ext cx="4337050" cy="2439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Approach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Planning</a:t>
            </a:r>
            <a:r>
              <a:t> *(Months 1-2)*</a:t>
            </a:r>
          </a:p>
          <a:p>
            <a:pPr lvl="1"/>
            <a:r>
              <a:t>Cloud environment setup and infrastructure provisioning</a:t>
            </a:r>
          </a:p>
          <a:p>
            <a:pPr lvl="1"/>
            <a:r>
              <a:t>Security baseline and CI/CD pipeline establishment</a:t>
            </a:r>
          </a:p>
          <a:p>
            <a:pPr lvl="1"/>
            <a:r>
              <a:t>Architecture validation and technical design review</a:t>
            </a:r>
          </a:p>
          <a:p>
            <a:pPr/>
            <a:r>
              <a:rPr b="1"/>
              <a:t>Phase 2: Core Implementation</a:t>
            </a:r>
            <a:r>
              <a:t> *(Months 3-4)*</a:t>
            </a:r>
          </a:p>
          <a:p>
            <a:pPr lvl="1"/>
            <a:r>
              <a:t>Database layer deployment with backup and replication</a:t>
            </a:r>
          </a:p>
          <a:p>
            <a:pPr lvl="1"/>
            <a:r>
              <a:t>Application and presentation tier development</a:t>
            </a:r>
          </a:p>
          <a:p>
            <a:pPr lvl="1"/>
            <a:r>
              <a:t>Integration testing and performance optimization</a:t>
            </a:r>
          </a:p>
          <a:p>
            <a:pPr/>
            <a:r>
              <a:rPr b="1"/>
              <a:t>Phase 3: Deployment &amp; Optimization</a:t>
            </a:r>
            <a:r>
              <a:t> *(Months 5-6)*</a:t>
            </a:r>
          </a:p>
          <a:p>
            <a:pPr lvl="1"/>
            <a:r>
              <a:t>User acceptance testing and production deployment</a:t>
            </a:r>
          </a:p>
          <a:p>
            <a:pPr lvl="1"/>
            <a:r>
              <a:t>Monitoring and observability implementation</a:t>
            </a:r>
          </a:p>
          <a:p>
            <a:pPr lvl="1"/>
            <a:r>
              <a:t>Performance tuning and continuous optimization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Timeline &amp; Milestones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 environment live, Security baseline configured, CI/CD pipeline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Core Implementation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Database layer deployed, Application tier functional, Integration testing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&amp;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UAT completed, Production deployment successful, Monitoring and optimization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Manufacturing Leader</a:t>
            </a:r>
          </a:p>
          <a:p>
            <a:pPr lvl="1"/>
            <a:r>
              <a:rPr b="1"/>
              <a:t>Client:</a:t>
            </a:r>
            <a:r>
              <a:t> Fortune 500 Manufacturing Company with 15,000+ employees across 30 countries</a:t>
            </a:r>
          </a:p>
          <a:p>
            <a:pPr lvl="1"/>
            <a:r>
              <a:rPr b="1"/>
              <a:t>Challenge:</a:t>
            </a:r>
            <a:r>
              <a:t> Legacy systems causing 40% operational inefficiency, $12M annual waste from manual processes, and inability to scale for market expansion</a:t>
            </a:r>
          </a:p>
          <a:p>
            <a:pPr lvl="1"/>
            <a:r>
              <a:rPr b="1"/>
              <a:t>Solution:</a:t>
            </a:r>
            <a:r>
              <a:t> Deployed cloud-native platform with automated workflows, real-time analytics, and integrated supply chain visibility across all manufacturing sites</a:t>
            </a:r>
          </a:p>
          <a:p>
            <a:pPr lvl="1"/>
            <a:r>
              <a:rPr b="1"/>
              <a:t>Results:</a:t>
            </a:r>
            <a:r>
              <a:t> 45% reduction in operational costs ($5.4M annual savings), 60% faster order-to-delivery cycle, 99.7% system uptime, full ROI achieved in 14 months</a:t>
            </a:r>
          </a:p>
          <a:p>
            <a:pPr lvl="1"/>
            <a:r>
              <a:rPr b="1"/>
              <a:t>Testimonial:</a:t>
            </a:r>
            <a:r>
              <a:t> "This transformation exceeded our expectations. We've not only modernized our operations but created a competitive advantage that positions us for the next decade of growth. The implementation was seamless and the results were measurable from day one." — </a:t>
            </a:r>
            <a:r>
              <a:rPr b="1"/>
              <a:t>Michael Chen, Chief Operations Officer</a:t>
            </a:r>
            <a:r>
              <a:t>, Global Manufacturing Corp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Partnership Advantage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314" b="631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delivering enterprise technology solutions</a:t>
            </a:r>
          </a:p>
          <a:p>
            <a:pPr lvl="1"/>
            <a:r>
              <a:t>200+ successful implementations for Fortune 500 companies</a:t>
            </a:r>
          </a:p>
          <a:p>
            <a:pPr lvl="1"/>
            <a:r>
              <a:t>Premier partnerships with AWS, Azure, Google Cloud</a:t>
            </a:r>
          </a:p>
          <a:p>
            <a:pPr lvl="1"/>
            <a:r>
              <a:t>Certified solution architects with 10+ years expertise</a:t>
            </a:r>
          </a:p>
          <a:p>
            <a:pPr lvl="1"/>
            <a:r>
              <a:t>24/7 support with 99.5% SLA guarantee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methodology reduces implementation risk by 60%</a:t>
            </a:r>
          </a:p>
          <a:p>
            <a:pPr lvl="1"/>
            <a:r>
              <a:t>Pre-built accelerators fast-track your deployment</a:t>
            </a:r>
          </a:p>
          <a:p>
            <a:pPr lvl="1"/>
            <a:r>
              <a:t>Direct vendor escalation and early-access programs</a:t>
            </a:r>
          </a:p>
          <a:p>
            <a:pPr lvl="1"/>
            <a:r>
              <a:t>Comprehensive skills transfer for team self-sufficiency</a:t>
            </a:r>
          </a:p>
          <a:p>
            <a:pPr lvl="1"/>
            <a:r>
              <a:t>Best practices from 200+ implementations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949" b="5949"/>
          <a:stretch>
            <a:fillRect/>
          </a:stretch>
        </p:blipFill>
        <p:spPr/>
      </p:pic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 &amp; Next Steps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7166" b="716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Decision: [Specific decision needed by when]</a:t>
            </a:r>
          </a:p>
          <a:p>
            <a:pPr/>
            <a:r>
              <a:t>Kickoff: [Target start date]</a:t>
            </a:r>
          </a:p>
          <a:p>
            <a:pPr/>
            <a:r>
              <a:t>Team Formation: [Key team members required]</a:t>
            </a:r>
          </a:p>
          <a:p>
            <a:pPr/>
            <a:r>
              <a:t>Week 1: Contract finalization</a:t>
            </a:r>
          </a:p>
          <a:p>
            <a:pPr/>
            <a:r>
              <a:t>Week 2: Project initiation &amp; planning</a:t>
            </a:r>
          </a:p>
          <a:p>
            <a:pPr/>
            <a:r>
              <a:t>Week 3: Environment setup</a:t>
            </a:r>
          </a:p>
          <a:p>
            <a:pPr/>
            <a:r>
              <a:t>Week 4: Initial implementation begins</a:t>
            </a:r>
          </a:p>
          <a:p>
            <a:pPr/>
            <a:r>
              <a:rPr b="1"/>
              <a:t>Project Lead:</a:t>
            </a:r>
            <a:r>
              <a:t> [Name, Title] | [Email] | [Phone]</a:t>
            </a:r>
          </a:p>
          <a:p>
            <a:pPr/>
            <a:r>
              <a:rPr b="1"/>
              <a:t>Technical Lead:</a:t>
            </a:r>
            <a:r>
              <a:t> [Name, Title] | [Email] | [Phone]</a:t>
            </a:r>
          </a:p>
          <a:p>
            <a:pPr/>
            <a:r>
              <a:rPr b="1"/>
              <a:t>Account Manager:</a:t>
            </a:r>
            <a:r>
              <a:t> [Name, Title] | [Email] | [Phone]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35</Words>
  <Application>Microsoft Office PowerPoint</Application>
  <PresentationFormat>On-screen Show (16:9)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73</cp:revision>
  <dcterms:created xsi:type="dcterms:W3CDTF">2025-11-01T21:16:10Z</dcterms:created>
  <dcterms:modified xsi:type="dcterms:W3CDTF">2025-11-11T00:05:09Z</dcterms:modified>
</cp:coreProperties>
</file>