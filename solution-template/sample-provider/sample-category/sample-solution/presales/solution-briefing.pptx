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18,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3-5 core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Minimal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 SLA)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single-tier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authentication and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1-2 basic standards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standard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Small scale standard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(dev,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73933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 (Months 1-2)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 (Months 3-4)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 (Months 5-6)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inefficiency, $12M annual waste from manual processes, and inability to scale for market expansion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workflows, real-time analytics, and integrated supply chain visibility across all manufacturing sites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savings), 60% faster order-to-delivery cycle, 99.7% system uptime, full ROI achieved in 14 months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the results were measurable from day one." — </a:t>
            </a:r>
            <a:r>
              <a:rPr b="1"/>
              <a:t>Michael Chen, Chief Operations Officer</a:t>
            </a:r>
            <a:r>
              <a:t>, Global Manufacturing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  <a:p>
            <a:pPr lvl="1"/>
            <a:r>
              <a:t>24/7 support with 99.5% SLA guarantee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Comprehensive skills transfer for team self-sufficiency</a:t>
            </a:r>
          </a:p>
          <a:p>
            <a:pPr lvl="1"/>
            <a:r>
              <a:t>Best practices from 200+ implementations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045311"/>
                <a:gridCol w="2090623"/>
                <a:gridCol w="1045311"/>
                <a:gridCol w="871093"/>
                <a:gridCol w="871093"/>
                <a:gridCol w="1219530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Hardware/Equipment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[Specific decision needed by when]</a:t>
            </a:r>
          </a:p>
          <a:p>
            <a:pPr/>
            <a:r>
              <a:rPr b="1"/>
              <a:t>Kickoff:</a:t>
            </a:r>
            <a:r>
              <a:t> [Target start date]</a:t>
            </a:r>
          </a:p>
          <a:p>
            <a:pPr/>
            <a:r>
              <a:rPr b="1"/>
              <a:t>Team Formation:</a:t>
            </a:r>
            <a:r>
              <a:t> [Key team members required]</a:t>
            </a:r>
          </a:p>
          <a:p>
            <a:pPr/>
            <a:r>
              <a:rPr b="1"/>
              <a:t>Week 1:</a:t>
            </a:r>
            <a:r>
              <a:t> Contract finalization and legal review</a:t>
            </a:r>
          </a:p>
          <a:p>
            <a:pPr/>
            <a:r>
              <a:rPr b="1"/>
              <a:t>Week 2:</a:t>
            </a:r>
            <a:r>
              <a:t> Project initiation &amp; planning kickoff</a:t>
            </a:r>
          </a:p>
          <a:p>
            <a:pPr/>
            <a:r>
              <a:rPr b="1"/>
              <a:t>Week 3:</a:t>
            </a:r>
            <a:r>
              <a:t> Environment setup and access provisioning</a:t>
            </a:r>
          </a:p>
          <a:p>
            <a:pPr/>
            <a:r>
              <a:rPr b="1"/>
              <a:t>Week 4:</a:t>
            </a:r>
            <a:r>
              <a:t> Initial implementation begins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