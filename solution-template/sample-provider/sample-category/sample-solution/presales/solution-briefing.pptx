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Provider 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21,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3-5 core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Minimal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single-tier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authentication and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1-2 basic standards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standard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Small scale standard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Modern web and mobile interfaces with responsive design and real-time updates</a:t>
            </a:r>
          </a:p>
          <a:p>
            <a:pPr lvl="1"/>
            <a:r>
              <a:t>API services handling business logic, authentication, and data orchestration</a:t>
            </a:r>
          </a:p>
          <a:p>
            <a:pPr lvl="1"/>
            <a:r>
              <a:t>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 (Months 1-2)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 (Months 3-4)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 (Months 5-6)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 with $12M annual waste from manual processes. Inability to scale for market expansion and declining customer satisfaction due to slow response times.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 and real-time analytics. Integrated supply chain visibility across all manufacturing sites with AI-powered demand forecasting.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 and 60% faster order-to-delivery cycle. 99.7% system uptime with 35% improvement in customer satisfaction, full ROI in 14 months.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results were measurable from day one." — </a:t>
            </a:r>
            <a:r>
              <a:rPr b="1"/>
              <a:t>Michael Chen</a:t>
            </a:r>
            <a:r>
              <a:t>, Chief Operations Officer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Best practices from 200+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($1,800)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$16,446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($1,800)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$6,382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$22,746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project by [specific date]</a:t>
            </a:r>
          </a:p>
          <a:p>
            <a:pPr/>
            <a:r>
              <a:rPr b="1"/>
              <a:t>Kickoff:</a:t>
            </a:r>
            <a:r>
              <a:t> Target project start date within 30 days of approval</a:t>
            </a:r>
          </a:p>
          <a:p>
            <a:pPr/>
            <a:r>
              <a:rPr b="1"/>
              <a:t>Team Formation:</a:t>
            </a:r>
            <a:r>
              <a:t> Identify executive sponsor, project manager, and technical leads</a:t>
            </a:r>
          </a:p>
          <a:p>
            <a:pPr/>
            <a:r>
              <a:rPr b="1"/>
              <a:t>Week 1-2:</a:t>
            </a:r>
            <a:r>
              <a:t> Contract finalization and environment setup</a:t>
            </a:r>
          </a:p>
          <a:p>
            <a:pPr/>
            <a:r>
              <a:rPr b="1"/>
              <a:t>Week 3-4:</a:t>
            </a:r>
            <a:r>
              <a:t> Architecture design and infrastructure provisioning begins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83</cp:revision>
  <dcterms:created xsi:type="dcterms:W3CDTF">2025-11-01T21:16:10Z</dcterms:created>
  <dcterms:modified xsi:type="dcterms:W3CDTF">2025-11-20T16:23:18Z</dcterms:modified>
</cp:coreProperties>
</file>