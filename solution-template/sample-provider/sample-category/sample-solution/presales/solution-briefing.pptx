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2"/>
    <p:sldId id="262" r:id="rId13"/>
    <p:sldId id="263" r:id="rId14"/>
    <p:sldId id="264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11,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Aspect: Client</a:t>
            </a:r>
          </a:p>
          <a:p>
            <a:pPr lvl="1"/>
            <a:r>
              <a:t>Details: [Similar Company Name]</a:t>
            </a:r>
          </a:p>
          <a:p>
            <a:pPr/>
            <a:r>
              <a:t>Aspect: Challenge</a:t>
            </a:r>
          </a:p>
          <a:p>
            <a:pPr lvl="1"/>
            <a:r>
              <a:t>Details: [Similar challenge they faced]</a:t>
            </a:r>
          </a:p>
          <a:p>
            <a:pPr/>
            <a:r>
              <a:t>Aspect: Solution</a:t>
            </a:r>
          </a:p>
          <a:p>
            <a:pPr lvl="1"/>
            <a:r>
              <a:t>Details: [Solution we implemented]</a:t>
            </a:r>
          </a:p>
          <a:p>
            <a:pPr/>
            <a:r>
              <a:t>Aspect: Results</a:t>
            </a:r>
          </a:p>
          <a:p>
            <a:pPr lvl="1"/>
            <a:r>
              <a:t>Details: [Quantified results - ROI, efficiency gains, cost savings]</a:t>
            </a:r>
          </a:p>
          <a:p>
            <a:pPr/>
            <a:r>
              <a:t>Aspect: Industry Recognition</a:t>
            </a:r>
          </a:p>
          <a:p>
            <a:pPr lvl="1"/>
            <a:r>
              <a:t>Details: [Award/recognition 1], [Award/recognition 2]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[Years] years of experience in [domain]</a:t>
            </a:r>
          </a:p>
          <a:p>
            <a:pPr/>
            <a:r>
              <a:t>[Number] successful implementations</a:t>
            </a:r>
          </a:p>
          <a:p>
            <a:pPr/>
            <a:r>
              <a:t>[Certification/partnership level with key vendors]</a:t>
            </a:r>
          </a:p>
          <a:p>
            <a:pPr/>
            <a:r>
              <a:t>End-to-end implementation services</a:t>
            </a:r>
          </a:p>
          <a:p>
            <a:pPr/>
            <a:r>
              <a:t>24/7 support post-launch</a:t>
            </a:r>
          </a:p>
          <a:p>
            <a:pPr/>
            <a:r>
              <a:t>Ongoing optimization and innovation roadmap</a:t>
            </a:r>
          </a:p>
          <a:p>
            <a:pPr/>
            <a:r>
              <a:t>[Recognition 1]</a:t>
            </a:r>
          </a:p>
          <a:p>
            <a:pPr/>
            <a:r>
              <a:t>[Recognition 2]</a:t>
            </a:r>
          </a:p>
          <a:p>
            <a:pPr/>
            <a:r>
              <a:t>Solution architects with [domain] expertise</a:t>
            </a:r>
          </a:p>
          <a:p>
            <a:pPr/>
            <a:r>
              <a:t>Certified implementation specialists</a:t>
            </a:r>
          </a:p>
          <a:p>
            <a:pPr/>
            <a:r>
              <a:t>Dedicated account and support management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949" b="5949"/>
          <a:stretch>
            <a:fillRect/>
          </a:stretch>
        </p:blipFill>
        <p:spPr/>
      </p:pic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 &amp;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</a:t>
            </a:r>
          </a:p>
          <a:p>
            <a:pPr/>
            <a:r>
              <a:t>Week 2: Project initiation &amp; planning</a:t>
            </a:r>
          </a:p>
          <a:p>
            <a:pPr/>
            <a:r>
              <a:t>Week 3: Environment setup</a:t>
            </a:r>
          </a:p>
          <a:p>
            <a:pPr/>
            <a:r>
              <a:t>Week 4: Initial implementation begins</a:t>
            </a:r>
          </a:p>
          <a:p>
            <a:pPr/>
            <a:r>
              <a:rPr b="1"/>
              <a:t>Project Lead:</a:t>
            </a:r>
            <a:r>
              <a:t> [Name, Title] | [Email] | [Phone]</a:t>
            </a:r>
          </a:p>
          <a:p>
            <a:pPr/>
            <a:r>
              <a:rPr b="1"/>
              <a:t>Technical Lead:</a:t>
            </a:r>
            <a:r>
              <a:t> [Name, Title] | [Email] | [Phone]</a:t>
            </a:r>
          </a:p>
          <a:p>
            <a:pPr/>
            <a:r>
              <a:rPr b="1"/>
              <a:t>Account Manager:</a:t>
            </a:r>
            <a:r>
              <a:t> [Name, Title] | [Email] | [Phone]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35</Words>
  <Application>Microsoft Office PowerPoint</Application>
  <PresentationFormat>On-screen Show (16:9)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73</cp:revision>
  <dcterms:created xsi:type="dcterms:W3CDTF">2025-11-01T21:16:10Z</dcterms:created>
  <dcterms:modified xsi:type="dcterms:W3CDTF">2025-11-11T00:05:09Z</dcterms:modified>
</cp:coreProperties>
</file>