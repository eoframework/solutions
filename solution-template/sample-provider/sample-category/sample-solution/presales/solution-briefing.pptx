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Provider 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21,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3-5 core features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Minimal configuration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single-tier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authentication and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1-2 basic standards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standard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Small scale standard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Modern web and mobile interfaces with responsive design and real-time updates</a:t>
            </a:r>
          </a:p>
          <a:p>
            <a:pPr lvl="1"/>
            <a:r>
              <a:t>API services handling business logic, authentication, and data orchestration</a:t>
            </a:r>
          </a:p>
          <a:p>
            <a:pPr lvl="1"/>
            <a:r>
              <a:t>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 (Months 1-2)</a:t>
            </a:r>
          </a:p>
          <a:p>
            <a:pPr lvl="1"/>
            <a:r>
              <a:t>Cloud environment setup and infrastructure provisioning</a:t>
            </a:r>
          </a:p>
          <a:p>
            <a:pPr lvl="1"/>
            <a:r>
              <a:t>Security baseline and CI/CD pipeline establishment</a:t>
            </a:r>
          </a:p>
          <a:p>
            <a:pPr lvl="1"/>
            <a:r>
              <a:t>Architecture validation and technical design review</a:t>
            </a:r>
          </a:p>
          <a:p>
            <a:pPr/>
            <a:r>
              <a:rPr b="1"/>
              <a:t>Phase 2: Core Implementation (Months 3-4)</a:t>
            </a:r>
          </a:p>
          <a:p>
            <a:pPr lvl="1"/>
            <a:r>
              <a:t>Database layer deployment with backup and replication</a:t>
            </a:r>
          </a:p>
          <a:p>
            <a:pPr lvl="1"/>
            <a:r>
              <a:t>Application and presentation tier development</a:t>
            </a:r>
          </a:p>
          <a:p>
            <a:pPr lvl="1"/>
            <a:r>
              <a:t>Integration testing and performance optimization</a:t>
            </a:r>
          </a:p>
          <a:p>
            <a:pPr/>
            <a:r>
              <a:rPr b="1"/>
              <a:t>Phase 3: Deployment &amp; Optimization (Months 5-6)</a:t>
            </a:r>
          </a:p>
          <a:p>
            <a:pPr lvl="1"/>
            <a:r>
              <a:t>User acceptance testing and production deployment</a:t>
            </a:r>
          </a:p>
          <a:p>
            <a:pPr lvl="1"/>
            <a:r>
              <a:t>Monitoring and observability implementation</a:t>
            </a:r>
          </a:p>
          <a:p>
            <a:pPr lvl="1"/>
            <a:r>
              <a:t>Performance tuning and continuous optimization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environment live, Security baseline configured, CI/CD pipeline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layer deployed, Application tier functional, Integration testing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UAT completed, Production deployment successful, Monitoring and optimization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Leader</a:t>
            </a:r>
          </a:p>
          <a:p>
            <a:pPr lvl="1"/>
            <a:r>
              <a:rPr b="1"/>
              <a:t>Client:</a:t>
            </a:r>
            <a:r>
              <a:t> Fortune 500 Manufacturing Company with 15,000+ employees across 30 countries</a:t>
            </a:r>
          </a:p>
          <a:p>
            <a:pPr lvl="1"/>
            <a:r>
              <a:rPr b="1"/>
              <a:t>Challenge:</a:t>
            </a:r>
            <a:r>
              <a:t> Legacy systems causing 40% operational inefficiency with $12M annual waste from manual processes. Inability to scale for market expansion and declining customer satisfaction due to slow response times.</a:t>
            </a:r>
          </a:p>
          <a:p>
            <a:pPr lvl="1"/>
            <a:r>
              <a:rPr b="1"/>
              <a:t>Solution:</a:t>
            </a:r>
            <a:r>
              <a:t> Deployed cloud-native platform with automated workflows and real-time analytics. Integrated supply chain visibility across all manufacturing sites with AI-powered demand forecasting.</a:t>
            </a:r>
          </a:p>
          <a:p>
            <a:pPr lvl="1"/>
            <a:r>
              <a:rPr b="1"/>
              <a:t>Results:</a:t>
            </a:r>
            <a:r>
              <a:t> 45% reduction in operational costs ($5.4M annual savings) and 60% faster order-to-delivery cycle. 99.7% system uptime with 35% improvement in customer satisfaction, full ROI in 14 months.</a:t>
            </a:r>
          </a:p>
          <a:p>
            <a:pPr lvl="1"/>
            <a:r>
              <a:rPr b="1"/>
              <a:t>Testimonial:</a:t>
            </a:r>
            <a:r>
              <a:t> "This transformation exceeded our expectations. We've not only modernized our operations but created a competitive advantage that positions us for the next decade of growth. The implementation was seamless and results were measurable from day one." — </a:t>
            </a:r>
            <a:r>
              <a:rPr b="1"/>
              <a:t>Michael Chen</a:t>
            </a:r>
            <a:r>
              <a:t>, Chief Operations Officer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technology solutions</a:t>
            </a:r>
          </a:p>
          <a:p>
            <a:pPr lvl="1"/>
            <a:r>
              <a:t>200+ successful implementations for Fortune 500 companies</a:t>
            </a:r>
          </a:p>
          <a:p>
            <a:pPr lvl="1"/>
            <a:r>
              <a:t>Premier partnerships with AWS, Azure, Google Cloud</a:t>
            </a:r>
          </a:p>
          <a:p>
            <a:pPr lvl="1"/>
            <a:r>
              <a:t>Certified solution architects with 10+ years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accelerators fast-track your deployment</a:t>
            </a:r>
          </a:p>
          <a:p>
            <a:pPr lvl="1"/>
            <a:r>
              <a:t>Direct vendor escalation and early-access programs</a:t>
            </a:r>
          </a:p>
          <a:p>
            <a:pPr lvl="1"/>
            <a:r>
              <a:t>Best practices from 200+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($(1,800)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$4,282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$6,082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$16,446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($(1,800)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$6,382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$8,182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$22,746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project by [specific date]</a:t>
            </a:r>
          </a:p>
          <a:p>
            <a:pPr/>
            <a:r>
              <a:rPr b="1"/>
              <a:t>Kickoff:</a:t>
            </a:r>
            <a:r>
              <a:t> Target project start date within 30 days of approval</a:t>
            </a:r>
          </a:p>
          <a:p>
            <a:pPr/>
            <a:r>
              <a:rPr b="1"/>
              <a:t>Team Formation:</a:t>
            </a:r>
            <a:r>
              <a:t> Identify executive sponsor, project manager, and technical leads</a:t>
            </a:r>
          </a:p>
          <a:p>
            <a:pPr/>
            <a:r>
              <a:rPr b="1"/>
              <a:t>Week 1-2:</a:t>
            </a:r>
            <a:r>
              <a:t> Contract finalization and environment setup</a:t>
            </a:r>
          </a:p>
          <a:p>
            <a:pPr/>
            <a:r>
              <a:rPr b="1"/>
              <a:t>Week 3-4:</a:t>
            </a:r>
            <a:r>
              <a:t> Architecture design and infrastructure provisioning begins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Provider 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83</cp:revision>
  <dcterms:created xsi:type="dcterms:W3CDTF">2025-11-01T21:16:10Z</dcterms:created>
  <dcterms:modified xsi:type="dcterms:W3CDTF">2025-11-20T16:23:18Z</dcterms:modified>
</cp:coreProperties>
</file>