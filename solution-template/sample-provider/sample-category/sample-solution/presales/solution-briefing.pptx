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593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legal review</a:t>
            </a:r>
          </a:p>
          <a:p>
            <a:pPr/>
            <a:r>
              <a:rPr b="1"/>
              <a:t>Week 2:</a:t>
            </a:r>
            <a:r>
              <a:t> Project initiation &amp; planning kickoff</a:t>
            </a:r>
          </a:p>
          <a:p>
            <a:pPr/>
            <a:r>
              <a:rPr b="1"/>
              <a:t>Week 3:</a:t>
            </a:r>
            <a:r>
              <a:t> Environment setup and access provisioning</a:t>
            </a:r>
          </a:p>
          <a:p>
            <a:pPr/>
            <a:r>
              <a:rPr b="1"/>
              <a:t>Week 4:</a:t>
            </a:r>
            <a:r>
              <a:t>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