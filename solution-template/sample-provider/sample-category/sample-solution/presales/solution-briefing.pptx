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2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5611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100" y="1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787400"/>
            <a:ext cx="8548687" cy="3568700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748F3C-3BC8-996A-36FB-230929A17AE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7042" y="685597"/>
            <a:ext cx="4049196" cy="3114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n-US" dirty="0"/>
              <a:t>Left Column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CC844534-A763-9158-4BA6-CAC0563838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769866" y="685597"/>
            <a:ext cx="4049062" cy="3114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n-US" dirty="0"/>
              <a:t>Right Column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CE2B78D-7F18-9BA1-5A5B-CE499AD0C8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7174" y="1076366"/>
            <a:ext cx="4049063" cy="335149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 Left Column Text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 Left Column Text</a:t>
            </a:r>
          </a:p>
          <a:p>
            <a:pPr lvl="0"/>
            <a:endParaRPr lang="en-US" dirty="0"/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03BE8D56-FD01-D4AD-8CBA-DDE513CC6B3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69865" y="1076365"/>
            <a:ext cx="4049063" cy="335149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 Right Column Text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 Right Column Text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Key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Key Points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FAEFB5-8B48-8F55-D6C9-5B1A508AD2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57175" y="698500"/>
            <a:ext cx="8710613" cy="3765550"/>
          </a:xfrm>
          <a:prstGeom prst="rect">
            <a:avLst/>
          </a:prstGeom>
        </p:spPr>
        <p:txBody>
          <a:bodyPr/>
          <a:lstStyle>
            <a:lvl1pPr>
              <a:defRPr sz="220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748F3C-3BC8-996A-36FB-230929A17AE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7042" y="685597"/>
            <a:ext cx="4049196" cy="3114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n-US" dirty="0"/>
              <a:t>Image Description Title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CE2B78D-7F18-9BA1-5A5B-CE499AD0C8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7174" y="1076366"/>
            <a:ext cx="4049063" cy="33514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Image Description Context Text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800"/>
            <a:ext cx="4337050" cy="374173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748F3C-3BC8-996A-36FB-230929A17AE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7042" y="685597"/>
            <a:ext cx="4049196" cy="3114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n-US" dirty="0"/>
              <a:t>Key Insights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CE2B78D-7F18-9BA1-5A5B-CE499AD0C8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7174" y="1076366"/>
            <a:ext cx="4049063" cy="33514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marL="85725" marR="0" lvl="0" indent="-85725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First data insight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85725" marR="0" lvl="0" indent="-85725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Second key finding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85725" marR="0" lvl="0" indent="-85725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Third important trend</a:t>
            </a:r>
            <a:endParaRPr lang="en-US" dirty="0"/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4194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Test Solution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Alison Smith | November 10,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Opportunity</a:t>
            </a:r>
          </a:p>
          <a:p>
            <a:pPr lvl="1"/>
            <a:r>
              <a:t>Accelerate digital transformation and modernize legacy systems to unlock new revenue streams</a:t>
            </a:r>
          </a:p>
          <a:p>
            <a:pPr lvl="1"/>
            <a:r>
              <a:t>Gain competitive advantage through data-driven insights and faster time-to-market</a:t>
            </a:r>
          </a:p>
          <a:p>
            <a:pPr lvl="1"/>
            <a:r>
              <a:t>Enable scalability and innovation while reducing operational costs by 30-40%</a:t>
            </a:r>
          </a:p>
          <a:p>
            <a:pPr/>
            <a:r>
              <a:t>Success Criteria</a:t>
            </a:r>
          </a:p>
          <a:p>
            <a:pPr lvl="1"/>
            <a:r>
              <a:t>Achieve measurable ROI within 12 months with quantified business value metrics</a:t>
            </a:r>
          </a:p>
          <a:p>
            <a:pPr lvl="1"/>
            <a:r>
              <a:t>Complete deployment across all business units with 95% user adoption rate</a:t>
            </a:r>
          </a:p>
          <a:p>
            <a:pPr lvl="1"/>
            <a:r>
              <a:t>Establish foundation for continuous innovation and future capability expansion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pPr/>
            <a:r>
              <a:t>[Component 1]: [Brief description]</a:t>
            </a:r>
          </a:p>
          <a:p>
            <a:pPr/>
            <a:r>
              <a:t>[Component 2]: [Brief description]</a:t>
            </a:r>
          </a:p>
          <a:p>
            <a:pPr/>
            <a:r>
              <a:t>[Component 3]: [Brief description]</a:t>
            </a:r>
          </a:p>
          <a:p>
            <a:pPr/>
            <a:r>
              <a:t>[Platform/Technology 1]</a:t>
            </a:r>
          </a:p>
          <a:p>
            <a:pPr/>
            <a:r>
              <a:t>[Platform/Technology 2]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pic>
        <p:nvPicPr>
          <p:cNvPr id="5" name="Picture Placeholder 4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6" name="Picture Placeholder 5"/>
          <p:cNvSpPr>
            <a:spLocks noGrp="1"/>
          </p:cNvSpPr>
          <p:nvPr>
            <p:ph type="pic" idx="15" sz="quarter"/>
          </p:nvPr>
        </p:nvSpPr>
        <p:spPr/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Why This Solution?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pPr/>
            <a:r>
              <a:t>[Relevant case study/metric]</a:t>
            </a:r>
          </a:p>
          <a:p>
            <a:pPr/>
            <a:r>
              <a:t>[Industry recognition/certification]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/>
            <a:r>
              <a:t>[Unique capability 1]</a:t>
            </a:r>
          </a:p>
          <a:p>
            <a:pPr/>
            <a:r>
              <a:t>[Unique capability 2]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pic>
        <p:nvPicPr>
          <p:cNvPr id="6" name="Picture Placeholder 5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7" name="Text Placeholder 6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8" name="Picture 7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[Key milestone 1]</a:t>
            </a:r>
          </a:p>
          <a:p>
            <a:pPr/>
            <a:r>
              <a:t>[Key milestone 2]</a:t>
            </a:r>
          </a:p>
          <a:p>
            <a:pPr/>
            <a:r>
              <a:t>[Key milestone 1]</a:t>
            </a:r>
          </a:p>
          <a:p>
            <a:pPr/>
            <a:r>
              <a:t>[Key milestone 2]</a:t>
            </a:r>
          </a:p>
          <a:p>
            <a:pPr/>
            <a:r>
              <a:t>[Key milestone 1]</a:t>
            </a:r>
          </a:p>
          <a:p>
            <a:pPr/>
            <a:r>
              <a:t>[Key milestone 2]</a:t>
            </a:r>
          </a:p>
          <a:p>
            <a:pPr/>
            <a:r>
              <a:t>Dedicated project team with executive sponsorship</a:t>
            </a:r>
          </a:p>
          <a:p>
            <a:pPr/>
            <a:r>
              <a:t>Structured change management and training</a:t>
            </a:r>
          </a:p>
          <a:p>
            <a:pPr/>
            <a:r>
              <a:t>Continuous monitoring and optimization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[Early benefit 1] - Month 2</a:t>
            </a:r>
          </a:p>
          <a:p>
            <a:pPr/>
            <a:r>
              <a:t>[Early benefit 2] - Month 3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[Years] years of experience in [domain]</a:t>
            </a:r>
          </a:p>
          <a:p>
            <a:pPr/>
            <a:r>
              <a:t>[Number] successful implementations</a:t>
            </a:r>
          </a:p>
          <a:p>
            <a:pPr/>
            <a:r>
              <a:t>[Certification/partnership level with key vendors]</a:t>
            </a:r>
          </a:p>
          <a:p>
            <a:pPr/>
            <a:r>
              <a:t>End-to-end implementation services</a:t>
            </a:r>
          </a:p>
          <a:p>
            <a:pPr/>
            <a:r>
              <a:t>24/7 support post-launch</a:t>
            </a:r>
          </a:p>
          <a:p>
            <a:pPr/>
            <a:r>
              <a:t>Ongoing optimization and innovation roadmap</a:t>
            </a:r>
          </a:p>
          <a:p>
            <a:pPr/>
            <a:r>
              <a:t>[Recognition 1]</a:t>
            </a:r>
          </a:p>
          <a:p>
            <a:pPr/>
            <a:r>
              <a:t>[Recognition 2]</a:t>
            </a:r>
          </a:p>
          <a:p>
            <a:pPr/>
            <a:r>
              <a:t>Solution architects with [domain] expertise</a:t>
            </a:r>
          </a:p>
          <a:p>
            <a:pPr/>
            <a:r>
              <a:t>Certified implementation specialists</a:t>
            </a:r>
          </a:p>
          <a:p>
            <a:pPr/>
            <a:r>
              <a:t>Dedicated account and support management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Investment Summary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pPr/>
            <a:r>
              <a:t>Implementation Services: $[Amount]</a:t>
            </a:r>
          </a:p>
          <a:p>
            <a:pPr/>
            <a:r>
              <a:t>Technology/Licenses: $[Amount]</a:t>
            </a:r>
          </a:p>
          <a:p>
            <a:pPr/>
            <a:r>
              <a:t>Training &amp; Change Management: $[Amount]</a:t>
            </a:r>
          </a:p>
          <a:p>
            <a:pPr/>
            <a:r>
              <a:t>Platform/Infrastructure: $[Amount]</a:t>
            </a:r>
          </a:p>
          <a:p>
            <a:pPr/>
            <a:r>
              <a:t>Support &amp; Maintenance: $[Amount]</a:t>
            </a:r>
          </a:p>
          <a:p>
            <a:pPr/>
            <a:r>
              <a:t>Payback Period: [Months]</a:t>
            </a:r>
          </a:p>
          <a:p>
            <a:pPr/>
            <a:r>
              <a:t>3-Year ROI: [Percentage]</a:t>
            </a:r>
          </a:p>
          <a:p>
            <a:pPr/>
            <a:r>
              <a:t>Annual Benefits: $[Amount]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pic>
        <p:nvPicPr>
          <p:cNvPr id="5" name="Picture Placeholder 4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5949" b="5949"/>
          <a:stretch>
            <a:fillRect/>
          </a:stretch>
        </p:blipFill>
        <p:spPr/>
      </p:pic>
      <p:sp>
        <p:nvSpPr>
          <p:cNvPr id="6" name="Chart Placeholder 5"/>
          <p:cNvSpPr>
            <a:spLocks noGrp="1"/>
          </p:cNvSpPr>
          <p:nvPr>
            <p:ph type="chart" idx="15" sz="quarter"/>
          </p:nvPr>
        </p:nvSpPr>
        <p:spPr/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 &amp; Next Steps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Week 1: Contract finalization</a:t>
            </a:r>
          </a:p>
          <a:p>
            <a:pPr/>
            <a:r>
              <a:t>Week 2: Project initiation &amp; planning</a:t>
            </a:r>
          </a:p>
          <a:p>
            <a:pPr/>
            <a:r>
              <a:t>Week 3: Environment setup</a:t>
            </a:r>
          </a:p>
          <a:p>
            <a:pPr/>
            <a:r>
              <a:t>Week 4: Initial implementation begins</a:t>
            </a:r>
          </a:p>
          <a:p>
            <a:pPr/>
            <a:r>
              <a:t>Project Lead: [Name, Title] | [Email] | [Phone]</a:t>
            </a:r>
          </a:p>
          <a:p>
            <a:pPr/>
            <a:r>
              <a:t>Technical Lead: [Name, Title] | [Email] | [Phone]</a:t>
            </a:r>
          </a:p>
          <a:p>
            <a:pPr/>
            <a:r>
              <a:t>Account Manager: [Name, Title] | [Email] | [Phone]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</TotalTime>
  <Words>4</Words>
  <Application>Microsoft Office PowerPoint</Application>
  <PresentationFormat>On-screen Show (16:9)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53</cp:revision>
  <dcterms:created xsi:type="dcterms:W3CDTF">2025-11-01T21:16:10Z</dcterms:created>
  <dcterms:modified xsi:type="dcterms:W3CDTF">2025-11-10T11:39:33Z</dcterms:modified>
</cp:coreProperties>
</file>