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17,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core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Minimal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 SLA)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single-tier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authentication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1-2 basic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standard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Small scale standard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(dev,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[Specific decision needed by when]</a:t>
            </a:r>
          </a:p>
          <a:p>
            <a:pPr/>
            <a:r>
              <a:rPr b="1"/>
              <a:t>Kickoff:</a:t>
            </a:r>
            <a:r>
              <a:t> [Target start date]</a:t>
            </a:r>
          </a:p>
          <a:p>
            <a:pPr/>
            <a:r>
              <a:rPr b="1"/>
              <a:t>Team Formation:</a:t>
            </a:r>
            <a:r>
              <a:t> [Key team members required]</a:t>
            </a:r>
          </a:p>
          <a:p>
            <a:pPr/>
            <a:r>
              <a:rPr b="1"/>
              <a:t>Week 1:</a:t>
            </a:r>
            <a:r>
              <a:t> Contract finalization and legal review</a:t>
            </a:r>
          </a:p>
          <a:p>
            <a:pPr/>
            <a:r>
              <a:rPr b="1"/>
              <a:t>Week 2:</a:t>
            </a:r>
            <a:r>
              <a:t> Project initiation &amp; planning kickoff</a:t>
            </a:r>
          </a:p>
          <a:p>
            <a:pPr/>
            <a:r>
              <a:rPr b="1"/>
              <a:t>Week 3:</a:t>
            </a:r>
            <a:r>
              <a:t> Environment setup and access provisioning</a:t>
            </a:r>
          </a:p>
          <a:p>
            <a:pPr/>
            <a:r>
              <a:rPr b="1"/>
              <a:t>Week 4:</a:t>
            </a:r>
            <a:r>
              <a:t>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