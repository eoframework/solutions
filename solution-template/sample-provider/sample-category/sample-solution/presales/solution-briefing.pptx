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11,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Item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per Item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Total Cost to Client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Comments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Assessment &amp; Discovery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4-week assessment, architecture design, ROI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Implementation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Partner Program credit applied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Consumption (Year 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services with 15% partner discount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Training &amp; Change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training, documentation, adoption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 (Year 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24/7 support, SLA guarantee, ongoing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Year 1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($40,000)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All-in first year cost with credits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 and legal review</a:t>
            </a:r>
          </a:p>
          <a:p>
            <a:pPr/>
            <a:r>
              <a:t>Week 2: Project initiation &amp; planning kickoff</a:t>
            </a:r>
          </a:p>
          <a:p>
            <a:pPr/>
            <a:r>
              <a:t>Week 3: Environment setup and access provisioning</a:t>
            </a:r>
          </a:p>
          <a:p>
            <a:pPr/>
            <a:r>
              <a:t>Week 4: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