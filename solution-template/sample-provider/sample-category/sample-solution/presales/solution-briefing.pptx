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5"/>
    <p:sldId id="257" r:id="rId4"/>
    <p:sldId id="258" r:id="rId3"/>
    <p:sldId id="259" r:id="rId2"/>
    <p:sldId id="260" r:id="rId11"/>
    <p:sldId id="261" r:id="rId12"/>
    <p:sldId id="262" r:id="rId13"/>
    <p:sldId id="263" r:id="rId14"/>
    <p:sldId id="264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787400"/>
            <a:ext cx="8548687" cy="3568700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747713"/>
            <a:ext cx="4462463" cy="36798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747713"/>
            <a:ext cx="4110037" cy="36798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20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1"/>
            <a:ext cx="4449763" cy="3741738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4910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10,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36874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Dedicated project team with executive sponsorship</a:t>
            </a:r>
          </a:p>
          <a:p>
            <a:pPr/>
            <a:r>
              <a:t>Structured change management and training</a:t>
            </a:r>
          </a:p>
          <a:p>
            <a:pPr/>
            <a:r>
              <a:t>Continuous monitoring and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[Early benefit 1] - Month 2</a:t>
            </a:r>
          </a:p>
          <a:p>
            <a:pPr/>
            <a:r>
              <a:t>[Early benefit 2] - Month 3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[Years] years of experience in [domain]</a:t>
            </a:r>
          </a:p>
          <a:p>
            <a:pPr/>
            <a:r>
              <a:t>[Number] successful implementations</a:t>
            </a:r>
          </a:p>
          <a:p>
            <a:pPr/>
            <a:r>
              <a:t>[Certification/partnership level with key vendors]</a:t>
            </a:r>
          </a:p>
          <a:p>
            <a:pPr/>
            <a:r>
              <a:t>End-to-end implementation services</a:t>
            </a:r>
          </a:p>
          <a:p>
            <a:pPr/>
            <a:r>
              <a:t>24/7 support post-launch</a:t>
            </a:r>
          </a:p>
          <a:p>
            <a:pPr/>
            <a:r>
              <a:t>Ongoing optimization and innovation roadmap</a:t>
            </a:r>
          </a:p>
          <a:p>
            <a:pPr/>
            <a:r>
              <a:t>[Recognition 1]</a:t>
            </a:r>
          </a:p>
          <a:p>
            <a:pPr/>
            <a:r>
              <a:t>[Recognition 2]</a:t>
            </a:r>
          </a:p>
          <a:p>
            <a:pPr/>
            <a:r>
              <a:t>Solution architects with [domain] expertise</a:t>
            </a:r>
          </a:p>
          <a:p>
            <a:pPr/>
            <a:r>
              <a:t>Certified implementation specialists</a:t>
            </a:r>
          </a:p>
          <a:p>
            <a:pPr/>
            <a:r>
              <a:t>Dedicated account and support management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5949" b="5949"/>
          <a:stretch>
            <a:fillRect/>
          </a:stretch>
        </p:blipFill>
        <p:spPr/>
      </p:pic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 &amp; Next Steps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[Specific decision needed by when]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 required]</a:t>
            </a:r>
          </a:p>
          <a:p>
            <a:pPr/>
            <a:r>
              <a:t>Week 1: Contract finalization</a:t>
            </a:r>
          </a:p>
          <a:p>
            <a:pPr/>
            <a:r>
              <a:t>Week 2: Project initiation &amp; planning</a:t>
            </a:r>
          </a:p>
          <a:p>
            <a:pPr/>
            <a:r>
              <a:t>Week 3: Environment setup</a:t>
            </a:r>
          </a:p>
          <a:p>
            <a:pPr/>
            <a:r>
              <a:t>Week 4: Initial implementation begins</a:t>
            </a:r>
          </a:p>
          <a:p>
            <a:pPr/>
            <a:r>
              <a:rPr b="1"/>
              <a:t>Project Lead:</a:t>
            </a:r>
            <a:r>
              <a:t> [Name, Title] | [Email] | [Phone]</a:t>
            </a:r>
          </a:p>
          <a:p>
            <a:pPr/>
            <a:r>
              <a:rPr b="1"/>
              <a:t>Technical Lead:</a:t>
            </a:r>
            <a:r>
              <a:t> [Name, Title] | [Email] | [Phone]</a:t>
            </a:r>
          </a:p>
          <a:p>
            <a:pPr/>
            <a:r>
              <a:rPr b="1"/>
              <a:t>Account Manager:</a:t>
            </a:r>
            <a:r>
              <a:t> [Name, Title] | [Email] | [Phone]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16</Words>
  <Application>Microsoft Office PowerPoint</Application>
  <PresentationFormat>On-screen Show (16:9)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65</cp:revision>
  <dcterms:created xsi:type="dcterms:W3CDTF">2025-11-01T21:16:10Z</dcterms:created>
  <dcterms:modified xsi:type="dcterms:W3CDTF">2025-11-10T21:55:14Z</dcterms:modified>
</cp:coreProperties>
</file>