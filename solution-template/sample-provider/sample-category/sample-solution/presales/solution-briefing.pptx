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Test Solution</a:t>
            </a:r>
          </a:p>
          <a:p>
            <a:r>
              <a:t>Alison Smith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Logo (top center)</a:t>
            </a:r>
          </a:p>
          <a:p>
            <a:pPr/>
            <a:r>
              <a:t>Consulting Company Logo (footer left)</a:t>
            </a:r>
          </a:p>
          <a:p>
            <a:pPr/>
            <a:r>
              <a:t>EO Framework Logo (footer right)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Opportunity</a:t>
            </a:r>
          </a:p>
          <a:p>
            <a:pPr/>
            <a:r>
              <a:t>Accelerate digital transformation and modernize legacy systems to unlock new revenue streams</a:t>
            </a:r>
          </a:p>
          <a:p>
            <a:pPr/>
            <a:r>
              <a:t>Gain competitive advantage through data-driven insights and faster time-to-market</a:t>
            </a:r>
          </a:p>
          <a:p>
            <a:pPr/>
            <a:r>
              <a:t>Enable scalability and innovation while reducing operational costs by 30-40%</a:t>
            </a:r>
          </a:p>
          <a:p>
            <a:pPr/>
            <a:r>
              <a:t>Success Criteria</a:t>
            </a:r>
          </a:p>
          <a:p>
            <a:pPr/>
            <a:r>
              <a:t>Achieve measurable ROI within 12 months with quantified business value metrics</a:t>
            </a:r>
          </a:p>
          <a:p>
            <a:pPr/>
            <a:r>
              <a:t>Complete deployment across all business units with 95% user adoption rate</a:t>
            </a:r>
          </a:p>
          <a:p>
            <a:pPr/>
            <a:r>
              <a:t>Establish foundation for continuous innovation and future capability expansion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Engagement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Key Components</a:t>
            </a:r>
          </a:p>
          <a:p>
            <a:pPr/>
            <a:r>
              <a:t>Presentation Layer: Modern web and mobile interfaces with responsive design and real-time updates</a:t>
            </a:r>
          </a:p>
          <a:p>
            <a:pPr/>
            <a:r>
              <a:t>Application Layer: API services handling business logic, authentication, and data orchestration</a:t>
            </a:r>
          </a:p>
          <a:p>
            <a:pPr/>
            <a:r>
              <a:t>Data Layer: Scalable database infrastructure with caching, backup, and disaster recovery</a:t>
            </a:r>
          </a:p>
          <a:p>
            <a:pPr/>
            <a:r>
              <a:t>Technology Stack</a:t>
            </a:r>
          </a:p>
          <a:p>
            <a:pPr/>
            <a:r>
              <a:t>Cloud Platform: AWS, Azure, or GCP</a:t>
            </a:r>
          </a:p>
          <a:p>
            <a:pPr/>
            <a:r>
              <a:t>Containerization: Docker with Kubernetes</a:t>
            </a:r>
          </a:p>
          <a:p>
            <a:pPr/>
            <a:r>
              <a:t>API Framework: REST/GraphQL APIs</a:t>
            </a:r>
          </a:p>
          <a:p>
            <a:pPr/>
            <a:r>
              <a:t>Monitoring: Logging and observability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Phase 1: Foundation &amp; Planning (Months 1-2)</a:t>
            </a:r>
          </a:p>
          <a:p>
            <a:pPr/>
            <a:r>
              <a:t>Cloud environment setup and infrastructure provisioning</a:t>
            </a:r>
          </a:p>
          <a:p>
            <a:pPr/>
            <a:r>
              <a:t>Security baseline and CI/CD pipeline establishment</a:t>
            </a:r>
          </a:p>
          <a:p>
            <a:pPr/>
            <a:r>
              <a:t>Architecture validation and technical design review</a:t>
            </a:r>
          </a:p>
          <a:p>
            <a:pPr/>
            <a:r>
              <a:t>Phase 2: Core Implementation (Months 3-4)</a:t>
            </a:r>
          </a:p>
          <a:p>
            <a:pPr/>
            <a:r>
              <a:t>Database layer deployment with backup and replication</a:t>
            </a:r>
          </a:p>
          <a:p>
            <a:pPr/>
            <a:r>
              <a:t>Application and presentation tier development</a:t>
            </a:r>
          </a:p>
          <a:p>
            <a:pPr/>
            <a:r>
              <a:t>Integration testing and performance optimization</a:t>
            </a:r>
          </a:p>
          <a:p>
            <a:pPr/>
            <a:r>
              <a:t>Phase 3: Deployment &amp; Optimization (Months 5-6)</a:t>
            </a:r>
          </a:p>
          <a:p>
            <a:pPr/>
            <a:r>
              <a:t>User acceptance testing and production deployment</a:t>
            </a:r>
          </a:p>
          <a:p>
            <a:pPr/>
            <a:r>
              <a:t>Monitoring and observability implementation</a:t>
            </a:r>
          </a:p>
          <a:p>
            <a:pPr/>
            <a:r>
              <a:t>Performance tuning and continuous optimization</a:t>
            </a:r>
          </a:p>
          <a:p>
            <a:pPr/>
            <a:r>
              <a:t>Technical Risks: Dedicated architecture reviews and proof-of-concepts for critical components</a:t>
            </a:r>
          </a:p>
          <a:p>
            <a:pPr/>
            <a:r>
              <a:t>Timeline Risks: Agile sprints with bi-weekly checkpoints and scope prioritization</a:t>
            </a:r>
          </a:p>
          <a:p>
            <a:pPr/>
            <a:r>
              <a:t>Resource Risks: Cross-trained team members and vendor partnership support</a:t>
            </a:r>
          </a:p>
          <a:p>
            <a:pPr/>
            <a:r>
              <a:t>Executive sponsorship and dedicated project team</a:t>
            </a:r>
          </a:p>
          <a:p>
            <a:pPr/>
            <a:r>
              <a:t>Structured change management and user training program</a:t>
            </a:r>
          </a:p>
          <a:p>
            <a:pPr/>
            <a:r>
              <a:t>Continuous monitoring and iterative optimization</a:t>
            </a:r>
          </a:p>
          <a:p>
            <a:pPr/>
            <a:r>
              <a:t>Connect each phase to business value delivery from Business Opportunity slide</a:t>
            </a:r>
          </a:p>
          <a:p>
            <a:pPr/>
            <a:r>
              <a:t>Address risks proactively to build confidence</a:t>
            </a:r>
          </a:p>
          <a:p>
            <a:pPr/>
            <a:r>
              <a:t>Highlight success factors that require client engagement</a:t>
            </a:r>
          </a:p>
          <a:p>
            <a:pPr/>
            <a:r>
              <a:t>Show how risk mitigation is built into every phase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Infrastructure operational and ready for development - Month 1</a:t>
            </a:r>
          </a:p>
          <a:p>
            <a:pPr/>
            <a:r>
              <a:t>API endpoints functional with initial integrations - Month 3</a:t>
            </a:r>
          </a:p>
          <a:p>
            <a:pPr/>
            <a:r>
              <a:t>Pilot users onboarded with positive feedback - Month 5</a:t>
            </a:r>
          </a:p>
          <a:p>
            <a:pPr/>
            <a:r>
              <a:t>Walk through the phased approach showing progressive value delivery</a:t>
            </a:r>
          </a:p>
          <a:p>
            <a:pPr/>
            <a:r>
              <a:t>Emphasize quick wins in early phases to demonstrate momentum</a:t>
            </a:r>
          </a:p>
          <a:p>
            <a:pPr/>
            <a:r>
              <a:t>Show that value realization starts before full completion</a:t>
            </a:r>
          </a:p>
          <a:p>
            <a:pPr/>
            <a:r>
              <a:t>Address timeline concerns proactively with risk mitigation strategies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Success: Global Manufacturing Leader</a:t>
            </a:r>
          </a:p>
          <a:p>
            <a:pPr/>
            <a:r>
              <a:t>Client: Fortune 500 Manufacturing Company with 15,000+ employees across 30 countries</a:t>
            </a:r>
          </a:p>
          <a:p>
            <a:pPr/>
            <a:r>
              <a:t>Challenge: Legacy systems causing 40% operational inefficiency, $12M annual waste from manual processes, and inability to scale for market expansion</a:t>
            </a:r>
          </a:p>
          <a:p>
            <a:pPr/>
            <a:r>
              <a:t>Solution: Deployed cloud-native platform with automated workflows, real-time analytics, and integrated supply chain visibility across all manufacturing sites</a:t>
            </a:r>
          </a:p>
          <a:p>
            <a:pPr/>
            <a:r>
              <a:t>Results: 45% reduction in operational costs ($5.4M annual savings), 60% faster order-to-delivery cycle, 99.7% system uptime, full ROI achieved in 14 months</a:t>
            </a:r>
          </a:p>
          <a:p>
            <a:pPr/>
            <a:r>
              <a:t>Testimonial: "This transformation exceeded our expectations. We've not only modernized our operations but created a competitive advantage that positions us for the next decade of growth. The implementation was seamless and the results were measurable from day one." — Michael Chen, Chief Operations Officer, Global Manufacturing Corp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What We Bring</a:t>
            </a:r>
          </a:p>
          <a:p>
            <a:pPr/>
            <a:r>
              <a:t>15+ years delivering enterprise technology solutions</a:t>
            </a:r>
          </a:p>
          <a:p>
            <a:pPr/>
            <a:r>
              <a:t>200+ successful implementations for Fortune 500 companies</a:t>
            </a:r>
          </a:p>
          <a:p>
            <a:pPr/>
            <a:r>
              <a:t>Premier partnerships with AWS, Azure, Google Cloud</a:t>
            </a:r>
          </a:p>
          <a:p>
            <a:pPr/>
            <a:r>
              <a:t>Certified solution architects with 10+ years expertise</a:t>
            </a:r>
          </a:p>
          <a:p>
            <a:pPr/>
            <a:r>
              <a:t>24/7 support with 99.5% SLA guarantee</a:t>
            </a:r>
          </a:p>
          <a:p>
            <a:pPr/>
            <a:r>
              <a:t>Value to You</a:t>
            </a:r>
          </a:p>
          <a:p>
            <a:pPr/>
            <a:r>
              <a:t>Proven methodology reduces implementation risk by 60%</a:t>
            </a:r>
          </a:p>
          <a:p>
            <a:pPr/>
            <a:r>
              <a:t>Pre-built accelerators fast-track your deployment</a:t>
            </a:r>
          </a:p>
          <a:p>
            <a:pPr/>
            <a:r>
              <a:t>Direct vendor escalation and early-access programs</a:t>
            </a:r>
          </a:p>
          <a:p>
            <a:pPr/>
            <a:r>
              <a:t>Comprehensive skills transfer for team self-sufficiency</a:t>
            </a:r>
          </a:p>
          <a:p>
            <a:pPr/>
            <a:r>
              <a:t>Best practices from 200+ implementations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Partner Services Credit: $5,000 (applied to architecture design and planning)</a:t>
            </a:r>
          </a:p>
          <a:p>
            <a:pPr/>
            <a:r>
              <a:t>Database Service Credit: $720 (30% discount on Year 1 managed database consumption)</a:t>
            </a:r>
          </a:p>
          <a:p>
            <a:pPr/>
            <a:r>
              <a:t>Cache Service Credit: $270 (30% discount on Year 1 cache service consumption)</a:t>
            </a:r>
          </a:p>
          <a:p>
            <a:pPr/>
            <a:r>
              <a:t>Total Credits Applied: $5,990</a:t>
            </a:r>
          </a:p>
          <a:p>
            <a:pPr/>
            <a:r>
              <a:t>Cloud Infrastructure: $12,225/year</a:t>
            </a:r>
          </a:p>
          <a:p>
            <a:pPr/>
            <a:r>
              <a:t>Software Licenses &amp; Subscriptions: $7,650/year</a:t>
            </a:r>
          </a:p>
          <a:p>
            <a:pPr/>
            <a:r>
              <a:t>Support &amp; Maintenance: $0/year</a:t>
            </a:r>
          </a:p>
          <a:p>
            <a:pPr/>
            <a:r>
              <a:t>Frame as investment with measurable returns, not just cost</a:t>
            </a:r>
          </a:p>
          <a:p>
            <a:pPr/>
            <a:r>
              <a:t>Highlight $6K in credits reduces Year 1 investment by 7%</a:t>
            </a:r>
          </a:p>
          <a:p>
            <a:pPr/>
            <a:r>
              <a:t>Show how Year 1 net investment of $78K delivers ongoing value</a:t>
            </a:r>
          </a:p>
          <a:p>
            <a:pPr/>
            <a:r>
              <a:t>Annual operating costs of $20K far lower than initial implementation</a:t>
            </a:r>
          </a:p>
          <a:p>
            <a:pPr/>
            <a:r>
              <a:t>Walk through each cost item explaining value delivered</a:t>
            </a:r>
          </a:p>
          <a:p>
            <a:pPr/>
            <a:r>
              <a:t>Assessment ensures we solve the right problems before building</a:t>
            </a:r>
          </a:p>
          <a:p>
            <a:pPr/>
            <a:r>
              <a:t>Implementation includes all technical work and integrations</a:t>
            </a:r>
          </a:p>
          <a:p>
            <a:pPr/>
            <a:r>
              <a:t>Credits demonstrate our partnership leverage with cloud vendors</a:t>
            </a:r>
          </a:p>
          <a:p>
            <a:pPr/>
            <a:r>
              <a:t>Support costs ensure long-term success and optimization</a:t>
            </a:r>
          </a:p>
          <a:p>
            <a:pPr/>
            <a:r>
              <a:t>"Can we reduce costs?" - Explain risk of cutting assessment or change management</a:t>
            </a:r>
          </a:p>
          <a:p>
            <a:pPr/>
            <a:r>
              <a:t>"What if we do it ourselves?" - Compare to cost of internal team + learning curve</a:t>
            </a:r>
          </a:p>
          <a:p>
            <a:pPr/>
            <a:r>
              <a:t>"Why cloud consumption costs?" - Show scalability and elimination of CapEx</a:t>
            </a:r>
          </a:p>
          <a:p>
            <a:pPr/>
            <a:r>
              <a:t>"What's included in support?" - Detail 24/7 coverage, proactive monitoring, optimization</a:t>
            </a:r>
          </a:p>
          <a:p>
            <a:pPr/>
            <a:r>
              <a:t>Compare $78K Year 1 net investment to cost of status quo from Business Opportunity slide</a:t>
            </a:r>
          </a:p>
          <a:p>
            <a:pPr/>
            <a:r>
              <a:t>Position credits as evidence of our vendor relationships and negotiating power</a:t>
            </a:r>
          </a:p>
          <a:p>
            <a:pPr/>
            <a:r>
              <a:t>3-year TCO of $118K provides long-term predictable costs</a:t>
            </a:r>
          </a:p>
          <a:p>
            <a:pPr/>
            <a:r>
              <a:t>Emphasize transparent pricing with no hidden costs or surprises</a:t>
            </a:r>
          </a:p>
          <a:p>
            <a:pPr/>
            <a:r>
              <a:t>Offer to provide detailed line-item breakdown in follow-up meeting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Week 1: Contract finalization and legal review</a:t>
            </a:r>
          </a:p>
          <a:p>
            <a:pPr/>
            <a:r>
              <a:t>Week 2: Project initiation &amp; planning kickoff</a:t>
            </a:r>
          </a:p>
          <a:p>
            <a:pPr/>
            <a:r>
              <a:t>Week 3: Environment setup and access provisioning</a:t>
            </a:r>
          </a:p>
          <a:p>
            <a:pPr/>
            <a:r>
              <a:t>Week 4: Initial implementation begins</a:t>
            </a:r>
          </a:p>
          <a:p>
            <a:pPr/>
            <a:r>
              <a:t>"Now that we've covered the investment and value, let's talk about how we get started"</a:t>
            </a:r>
          </a:p>
          <a:p>
            <a:pPr/>
            <a:r>
              <a:t>Position this as straightforward and low-friction process</a:t>
            </a:r>
          </a:p>
          <a:p>
            <a:pPr/>
            <a:r>
              <a:t>Emphasize you'll be with them every step of the way</a:t>
            </a:r>
          </a:p>
          <a:p>
            <a:pPr/>
            <a:r>
              <a:t>Be specific about the decision needed - don't leave it vague</a:t>
            </a:r>
          </a:p>
          <a:p>
            <a:pPr/>
            <a:r>
              <a:t>Propose concrete dates for kickoff based on their calendar</a:t>
            </a:r>
          </a:p>
          <a:p>
            <a:pPr/>
            <a:r>
              <a:t>Identify key team members needed upfront (sponsor, tech lead, SMEs)</a:t>
            </a:r>
          </a:p>
          <a:p>
            <a:pPr/>
            <a:r>
              <a:t>Show 30-day plan demonstrates we're ready to move fast</a:t>
            </a:r>
          </a:p>
          <a:p>
            <a:pPr/>
            <a:r>
              <a:t>We can start as soon as [specific timeframe] after decision</a:t>
            </a:r>
          </a:p>
          <a:p>
            <a:pPr/>
            <a:r>
              <a:t>Our team is already allocated and ready to begin</a:t>
            </a:r>
          </a:p>
          <a:p>
            <a:pPr/>
            <a:r>
              <a:t>Week 1-2 are preparation, real work starts Week 3</a:t>
            </a:r>
          </a:p>
          <a:p>
            <a:pPr/>
            <a:r>
              <a:t>You'll see tangible progress within first month</a:t>
            </a:r>
          </a:p>
          <a:p>
            <a:pPr/>
            <a:r>
              <a:t>Emphasize partnership - "we'll be working alongside your team"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Your Account Manager: [Name, Title] | [Email] | [Phone]</a:t>
            </a:r>
          </a:p>
          <a:p>
            <a:pPr/>
            <a:r>
              <a:t>Thank them for their time and attention</a:t>
            </a:r>
          </a:p>
          <a:p>
            <a:pPr/>
            <a:r>
              <a:t>Reiterate excitement about partnership opportunity</a:t>
            </a:r>
          </a:p>
          <a:p>
            <a:pPr/>
            <a:r>
              <a:t>Introduce the team members who will be working with them</a:t>
            </a:r>
          </a:p>
          <a:p>
            <a:pPr/>
            <a:r>
              <a:t>Make yourself available for questions</a:t>
            </a:r>
          </a:p>
          <a:p>
            <a:pPr/>
            <a:r>
              <a:t>"What questions do you have?"</a:t>
            </a:r>
          </a:p>
          <a:p>
            <a:pPr/>
            <a:r>
              <a:t>"What concerns should we address?"</a:t>
            </a:r>
          </a:p>
          <a:p>
            <a:pPr/>
            <a:r>
              <a:t>"What would you need to see to move forward?"</a:t>
            </a:r>
          </a:p>
          <a:p>
            <a:pPr/>
            <a:r>
              <a:t>Be prepared to discuss next steps in detail</a:t>
            </a:r>
          </a:p>
          <a:p>
            <a:pPr/>
            <a:r>
              <a:t>Listen actively and acknowledge concerns</a:t>
            </a:r>
          </a:p>
          <a:p>
            <a:pPr/>
            <a:r>
              <a:t>Don't oversell - be honest about challenges</a:t>
            </a:r>
          </a:p>
          <a:p>
            <a:pPr/>
            <a:r>
              <a:t>Offer to follow up on items you don't know</a:t>
            </a:r>
          </a:p>
          <a:p>
            <a:pPr/>
            <a:r>
              <a:t>Schedule follow-up meeting before they leave</a:t>
            </a:r>
          </a:p>
          <a:p>
            <a:pPr/>
            <a:r>
              <a:t>Send meeting summary within 24 hours</a:t>
            </a:r>
          </a:p>
          <a:p>
            <a:pPr/>
            <a:r>
              <a:t>Ask for the business - "Are you ready to move forward?"</a:t>
            </a:r>
          </a:p>
          <a:p>
            <a:pPr/>
            <a:r>
              <a:t>Trial close: "Does this approach work for your timeline?"</a:t>
            </a:r>
          </a:p>
          <a:p>
            <a:pPr/>
            <a:r>
              <a:t>Alternative close: "Would you prefer to start in [Month A] or [Month B]?"</a:t>
            </a:r>
          </a:p>
          <a:p>
            <a:pPr/>
            <a:r>
              <a:t>Don't leave without clear next steps and timeline</a:t>
            </a:r>
          </a:p>
          <a:p>
            <a:pPr/>
            <a:r>
              <a:t>Welcome attendees and introduce yourself</a:t>
            </a:r>
          </a:p>
          <a:p>
            <a:pPr/>
            <a:r>
              <a:t>Set the tone: This is about partnership and solving real business challenges</a:t>
            </a:r>
          </a:p>
          <a:p>
            <a:pPr/>
            <a:r>
              <a:t>Mention that we'll cover the challenge, solution, implementation, and investment</a:t>
            </a:r>
          </a:p>
          <a:p>
            <a:pPr/>
            <a:r>
              <a:t>Frame the conversation positively around opportunities, not problems</a:t>
            </a:r>
          </a:p>
          <a:p>
            <a:pPr/>
            <a:r>
              <a:t>Emphasize strategic value and competitive advantages to be gained</a:t>
            </a:r>
          </a:p>
          <a:p>
            <a:pPr/>
            <a:r>
              <a:t>Connect success criteria to measurable business outcomes</a:t>
            </a:r>
          </a:p>
          <a:p>
            <a:pPr/>
            <a:r>
              <a:t>Get alignment on what "success" means to each stakeholder group</a:t>
            </a:r>
          </a:p>
          <a:p>
            <a:pPr/>
            <a:r>
              <a:t>Focus on value creation and transformation potential</a:t>
            </a:r>
          </a:p>
          <a:p>
            <a:pPr/>
            <a:r>
              <a:t>Walk through the high-level architecture at a business level</a:t>
            </a:r>
          </a:p>
          <a:p>
            <a:pPr/>
            <a:r>
              <a:t>Focus on how components address the pain points from Slide 2</a:t>
            </a:r>
          </a:p>
          <a:p>
            <a:pPr/>
            <a:r>
              <a:t>Mention the technology stack credibility (cloud-native, enterprise-grade)</a:t>
            </a:r>
          </a:p>
          <a:p>
            <a:pPr/>
            <a:r>
              <a:t>Keep it simple - detailed architecture is in the appendix</a:t>
            </a:r>
          </a:p>
          <a:p>
            <a:pPr/>
            <a:r>
              <a:t>Walk through the 3-phase methodology showing progressive implementation</a:t>
            </a:r>
          </a:p>
          <a:p>
            <a:pPr/>
            <a:r>
              <a:t>Emphasize cloud-native approach from foundation through optimization</a:t>
            </a:r>
          </a:p>
          <a:p>
            <a:pPr/>
            <a:r>
              <a:t>Connect each phase to business value delivery from Business Opportunity</a:t>
            </a:r>
          </a:p>
          <a:p>
            <a:pPr/>
            <a:r>
              <a:t>Reference speaker notes for risk mitigation and success factors</a:t>
            </a:r>
          </a:p>
          <a:p>
            <a:pPr/>
            <a:r>
              <a:t>Show how each tier (data, application, presentation) is built systematically</a:t>
            </a:r>
          </a:p>
          <a:p>
            <a:pPr/>
            <a:r>
              <a:t>Walk through the phased approach showing progressive value delivery</a:t>
            </a:r>
          </a:p>
          <a:p>
            <a:pPr/>
            <a:r>
              <a:t>Emphasize quick wins in early phases</a:t>
            </a:r>
          </a:p>
          <a:p>
            <a:pPr/>
            <a:r>
              <a:t>Show that value realization starts before full completion</a:t>
            </a:r>
          </a:p>
          <a:p>
            <a:pPr/>
            <a:r>
              <a:t>Address timeline concerns proactively</a:t>
            </a:r>
          </a:p>
          <a:p>
            <a:pPr/>
            <a:r>
              <a:t>Share the case study with focus on similar challenges</a:t>
            </a:r>
          </a:p>
          <a:p>
            <a:pPr/>
            <a:r>
              <a:t>Quantify the results - be specific about ROI, efficiency gains</a:t>
            </a:r>
          </a:p>
          <a:p>
            <a:pPr/>
            <a:r>
              <a:t>Use the testimonial to build credibility and trust</a:t>
            </a:r>
          </a:p>
          <a:p>
            <a:pPr/>
            <a:r>
              <a:t>Connect industry recognition to expertise and quality</a:t>
            </a:r>
          </a:p>
          <a:p>
            <a:pPr/>
            <a:r>
              <a:t>Transition naturally from success stories to "why us"</a:t>
            </a:r>
          </a:p>
          <a:p>
            <a:pPr/>
            <a:r>
              <a:t>Emphasize the team that will work with them</a:t>
            </a:r>
          </a:p>
          <a:p>
            <a:pPr/>
            <a:r>
              <a:t>Position the partnership as long-term, not just implementation</a:t>
            </a:r>
          </a:p>
          <a:p>
            <a:pPr/>
            <a:r>
              <a:t>Build confidence in our ability to deliver</a:t>
            </a:r>
          </a:p>
          <a:p>
            <a:pPr/>
            <a:r>
              <a:t>Walk through the cost table line by line, explaining value of each component</a:t>
            </a:r>
          </a:p>
          <a:p>
            <a:pPr/>
            <a:r>
              <a:t>Highlight the $6K in credits (7% savings) from partner programs</a:t>
            </a:r>
          </a:p>
          <a:p>
            <a:pPr/>
            <a:r>
              <a:t>Emphasize transparency - all costs shown including credits and discounts</a:t>
            </a:r>
          </a:p>
          <a:p>
            <a:pPr/>
            <a:r>
              <a:t>Show Year 1 net investment of $78K vs. $84K list price</a:t>
            </a:r>
          </a:p>
          <a:p>
            <a:pPr/>
            <a:r>
              <a:t>Compare to cost of inaction from Business Opportunity</a:t>
            </a:r>
          </a:p>
          <a:p>
            <a:pPr/>
            <a:r>
              <a:t>Position as investment with measurable returns, not expense</a:t>
            </a:r>
          </a:p>
          <a:p>
            <a:pPr/>
            <a:r>
              <a:t>Reference detailed speaker notes on slide for handling objections</a:t>
            </a:r>
          </a:p>
          <a:p>
            <a:pPr/>
            <a:r>
              <a:t>Have line-item breakdown ready if deeper financial questions arise</a:t>
            </a:r>
          </a:p>
          <a:p>
            <a:pPr/>
            <a:r>
              <a:t>Transition naturally from investment discussion to "how we get started"</a:t>
            </a:r>
          </a:p>
          <a:p>
            <a:pPr/>
            <a:r>
              <a:t>Walk through immediate actions with specific dates and requirements</a:t>
            </a:r>
          </a:p>
          <a:p>
            <a:pPr/>
            <a:r>
              <a:t>Present 30-day launch plan to show readiness and momentum</a:t>
            </a:r>
          </a:p>
          <a:p>
            <a:pPr/>
            <a:r>
              <a:t>Be specific about decision needed - don't leave it ambiguous</a:t>
            </a:r>
          </a:p>
          <a:p>
            <a:pPr/>
            <a:r>
              <a:t>Emphasize partnership approach - working alongside their team</a:t>
            </a:r>
          </a:p>
          <a:p>
            <a:pPr/>
            <a:r>
              <a:t>Reference detailed speaker notes for transition strategies</a:t>
            </a:r>
          </a:p>
          <a:p>
            <a:pPr/>
            <a:r>
              <a:t>Thank audience for their time and engagement</a:t>
            </a:r>
          </a:p>
          <a:p>
            <a:pPr/>
            <a:r>
              <a:t>Introduce your team members who will support them</a:t>
            </a:r>
          </a:p>
          <a:p>
            <a:pPr/>
            <a:r>
              <a:t>Present contact information clearly for follow-up</a:t>
            </a:r>
          </a:p>
          <a:p>
            <a:pPr/>
            <a:r>
              <a:t>Open floor for questions and discussion</a:t>
            </a:r>
          </a:p>
          <a:p>
            <a:pPr/>
            <a:r>
              <a:t>Use closing techniques from speaker notes</a:t>
            </a:r>
          </a:p>
          <a:p>
            <a:pPr/>
            <a:r>
              <a:t>Don't leave without clear next steps scheduled</a:t>
            </a:r>
          </a:p>
          <a:p>
            <a:pPr/>
            <a:r>
              <a:t>Company brand colors and fonts</a:t>
            </a:r>
          </a:p>
          <a:p>
            <a:pPr/>
            <a:r>
              <a:t>Consistent slide layout and formatting</a:t>
            </a:r>
          </a:p>
          <a:p>
            <a:pPr/>
            <a:r>
              <a:t>Professional graphics and icons</a:t>
            </a:r>
          </a:p>
          <a:p>
            <a:pPr/>
            <a:r>
              <a:t>Client logo on each slide (if approved)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