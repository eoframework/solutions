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11,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$8,914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$8,914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$8,914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$26,741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$22,950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SOLUTION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$380,564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$16,564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$16,564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$413,691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 and legal review</a:t>
            </a:r>
          </a:p>
          <a:p>
            <a:pPr/>
            <a:r>
              <a:t>Week 2: Project initiation &amp; planning kickoff</a:t>
            </a:r>
          </a:p>
          <a:p>
            <a:pPr/>
            <a:r>
              <a:t>Week 3: Environment setup and access provisioning</a:t>
            </a:r>
          </a:p>
          <a:p>
            <a:pPr/>
            <a:r>
              <a:t>Week 4: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