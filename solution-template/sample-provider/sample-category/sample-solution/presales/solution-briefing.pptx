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  <p:sldId id="260" r:id="rId2"/>
    <p:sldId id="261" r:id="rId12"/>
    <p:sldId id="262" r:id="rId13"/>
    <p:sldId id="263" r:id="rId14"/>
    <p:sldId id="264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1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C00000"/>
                </a:solidFill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C00000"/>
                </a:solidFill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11,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*(Months 1-2)*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</a:t>
            </a:r>
            <a:r>
              <a:t> *(Months 3-4)*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</a:t>
            </a:r>
            <a:r>
              <a:t> *(Months 5-6)*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Item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per Item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Total Cost to Client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Comments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Assessment &amp; Discovery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4-week assessment, architecture design, ROI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Implementation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Partner Program credit applied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Consumption (Year 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Platform services with 15% partner discount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Training &amp; Change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training, documentation, adoption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 (Year 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24/7 support, SLA guarantee, ongoing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Total Year 1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($40,000)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All-in first year cost with credits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 &amp; Next Steps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[Specific decision needed by when]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 required]</a:t>
            </a:r>
          </a:p>
          <a:p>
            <a:pPr/>
            <a:r>
              <a:t>Week 1: Contract finalization</a:t>
            </a:r>
          </a:p>
          <a:p>
            <a:pPr/>
            <a:r>
              <a:t>Week 2: Project initiation &amp; planning</a:t>
            </a:r>
          </a:p>
          <a:p>
            <a:pPr/>
            <a:r>
              <a:t>Week 3: Environment setup</a:t>
            </a:r>
          </a:p>
          <a:p>
            <a:pPr/>
            <a:r>
              <a:t>Week 4: Initial implementation begins</a:t>
            </a:r>
          </a:p>
          <a:p>
            <a:pPr/>
            <a:r>
              <a:rPr b="1"/>
              <a:t>Project Lead:</a:t>
            </a:r>
            <a:r>
              <a:t> [Name, Title] | [Email] | [Phone]</a:t>
            </a:r>
          </a:p>
          <a:p>
            <a:pPr/>
            <a:r>
              <a:rPr b="1"/>
              <a:t>Technical Lead:</a:t>
            </a:r>
            <a:r>
              <a:t> [Name, Title] | [Email] | [Phone]</a:t>
            </a:r>
          </a:p>
          <a:p>
            <a:pPr/>
            <a:r>
              <a:rPr b="1"/>
              <a:t>Account Manager:</a:t>
            </a:r>
            <a:r>
              <a:t> [Name, Title] | [Email] | [Phone]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35</Words>
  <Application>Microsoft Office PowerPoint</Application>
  <PresentationFormat>On-screen Show (16:9)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74</cp:revision>
  <dcterms:created xsi:type="dcterms:W3CDTF">2025-11-01T21:16:10Z</dcterms:created>
  <dcterms:modified xsi:type="dcterms:W3CDTF">2025-11-11T14:02:32Z</dcterms:modified>
</cp:coreProperties>
</file>