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$8,914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$26,741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$380,564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$16,564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$413,691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