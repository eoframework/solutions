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 Template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**[Solution Name] Business Proposal**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EO Framework Team | November 09,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Prepared for: [Client Name]</a:t>
            </a:r>
          </a:p>
          <a:p>
            <a:pPr/>
            <a:r>
              <a:t>Presented by: [Your Name, Title]</a:t>
            </a:r>
          </a:p>
          <a:p>
            <a:pPr/>
            <a:r>
              <a:t>Date: [Presentation Date]</a:t>
            </a:r>
          </a:p>
          <a:p>
            <a:pPr/>
            <a:r>
              <a:t>Company Logo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2: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Business Challenge &amp; Strategic Context</a:t>
            </a:r>
          </a:p>
          <a:p>
            <a:pPr/>
            <a:r>
              <a:t>Proposed Solution Overview</a:t>
            </a:r>
          </a:p>
          <a:p>
            <a:pPr/>
            <a:r>
              <a:t>Business Value &amp; Benefits</a:t>
            </a:r>
          </a:p>
          <a:p>
            <a:pPr/>
            <a:r>
              <a:t>Implementation Approach</a:t>
            </a:r>
          </a:p>
          <a:p>
            <a:pPr/>
            <a:r>
              <a:t>Investment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3: Business Challenge &amp; Impact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[Primary business driver or problem to solve]</a:t>
            </a:r>
          </a:p>
          <a:p>
            <a:pPr/>
            <a:r>
              <a:t>[Underlying need or strategic opportunity]</a:t>
            </a:r>
          </a:p>
          <a:p>
            <a:pPr/>
            <a:r>
              <a:t>[Challenge 1]: [Specific pain point with cost/operational impact]</a:t>
            </a:r>
          </a:p>
          <a:p>
            <a:pPr/>
            <a:r>
              <a:t>[Challenge 2]: [Specific pain point with cost/operational impact]</a:t>
            </a:r>
          </a:p>
          <a:p>
            <a:pPr/>
            <a:r>
              <a:t>[Challenge 3]: [Specific pain point with cost/operational impact]</a:t>
            </a:r>
          </a:p>
          <a:p>
            <a:pPr/>
            <a:r>
              <a:t>[Impact on business operations, revenue, or competitive position]</a:t>
            </a:r>
          </a:p>
          <a:p>
            <a:pPr/>
            <a:r>
              <a:t>[Risk exposure or cost of inaction]</a:t>
            </a:r>
          </a:p>
          <a:p>
            <a:pPr/>
            <a:r>
              <a:t>[Strategic disadvantage if unresolved]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4: Success Framework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[Stakeholder Group 1]: [Their key concern/benefit]</a:t>
            </a:r>
          </a:p>
          <a:p>
            <a:pPr/>
            <a:r>
              <a:t>[Stakeholder Group 2]: [Their key concern/benefit]</a:t>
            </a:r>
          </a:p>
          <a:p>
            <a:pPr/>
            <a:r>
              <a:t>[Executive Sponsor/Champion]: [Their strategic interest]</a:t>
            </a:r>
          </a:p>
          <a:p>
            <a:pPr/>
            <a:r>
              <a:t>[Measurable Outcome 1]: [How we'll measure success]</a:t>
            </a:r>
          </a:p>
          <a:p>
            <a:pPr/>
            <a:r>
              <a:t>[Measurable Outcome 2]: [Timeline expectations]</a:t>
            </a:r>
          </a:p>
          <a:p>
            <a:pPr/>
            <a:r>
              <a:t>[Strategic Outcome]: [Long-term value realization]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5: Solution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[Component 1]: [Brief description]</a:t>
            </a:r>
          </a:p>
          <a:p>
            <a:pPr/>
            <a:r>
              <a:t>[Component 2]: [Brief description]</a:t>
            </a:r>
          </a:p>
          <a:p>
            <a:pPr/>
            <a:r>
              <a:t>[Component 3]: [Brief description]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6: Why This Solution?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[Relevant case study/metric]</a:t>
            </a:r>
          </a:p>
          <a:p>
            <a:pPr/>
            <a:r>
              <a:t>[Industry recognition/certification]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7: Business Value - Strategic Benefits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[Specific operational improvement]</a:t>
            </a:r>
          </a:p>
          <a:p>
            <a:pPr/>
            <a:r>
              <a:t>[Efficiency gain with metrics]</a:t>
            </a:r>
          </a:p>
          <a:p>
            <a:pPr/>
            <a:r>
              <a:t>[Strategic differentiator 1]</a:t>
            </a:r>
          </a:p>
          <a:p>
            <a:pPr/>
            <a:r>
              <a:t>[Strategic differentiator 2]</a:t>
            </a:r>
          </a:p>
          <a:p>
            <a:pPr/>
            <a:r>
              <a:t>[Risk reduction 1]</a:t>
            </a:r>
          </a:p>
          <a:p>
            <a:pPr/>
            <a:r>
              <a:t>[Risk reduction 2]</a:t>
            </a:r>
          </a:p>
          <a:p>
            <a:pPr/>
            <a:r>
              <a:t>[Future capability 1]</a:t>
            </a:r>
          </a:p>
          <a:p>
            <a:pPr/>
            <a:r>
              <a:t>[Future capability 2]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8: Implementation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Dedicated project team</a:t>
            </a:r>
          </a:p>
          <a:p>
            <a:pPr/>
            <a:r>
              <a:t>Executive sponsorship</a:t>
            </a:r>
          </a:p>
          <a:p>
            <a:pPr/>
            <a:r>
              <a:t>Change management focus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9: Risk Mitigation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[Guarantee/commitment 1]</a:t>
            </a:r>
          </a:p>
          <a:p>
            <a:pPr/>
            <a:r>
              <a:t>[Guarantee/commitment 2]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10: Investment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Implementation Services: $[Amount]</a:t>
            </a:r>
          </a:p>
          <a:p>
            <a:pPr/>
            <a:r>
              <a:t>Technology/Licenses: $[Amount]</a:t>
            </a:r>
          </a:p>
          <a:p>
            <a:pPr/>
            <a:r>
              <a:t>Training &amp; Change Management: $[Amount]</a:t>
            </a:r>
          </a:p>
          <a:p>
            <a:pPr/>
            <a:r>
              <a:t>Platform/Infrastructure: $[Amount]</a:t>
            </a:r>
          </a:p>
          <a:p>
            <a:pPr/>
            <a:r>
              <a:t>Support &amp; Maintenance: $[Amount]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11: Timeline &amp; Milestones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Month 2: [Milestone 1]</a:t>
            </a:r>
          </a:p>
          <a:p>
            <a:pPr/>
            <a:r>
              <a:t>Month 4: [Milestone 2]</a:t>
            </a:r>
          </a:p>
          <a:p>
            <a:pPr/>
            <a:r>
              <a:t>Month 6: [Milestone 3]</a:t>
            </a:r>
          </a:p>
          <a:p>
            <a:pPr/>
            <a:r>
              <a:t>Month 7: Full value realization</a:t>
            </a:r>
          </a:p>
          <a:p>
            <a:pPr/>
            <a:r>
              <a:t>[Early benefit 1] - Month 2</a:t>
            </a:r>
          </a:p>
          <a:p>
            <a:pPr/>
            <a:r>
              <a:t>[Early benefit 2] - Month 3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12: Success Stories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Challenge: [Similar challenge]</a:t>
            </a:r>
          </a:p>
          <a:p>
            <a:pPr/>
            <a:r>
              <a:t>Solution: [Similar solution]</a:t>
            </a:r>
          </a:p>
          <a:p>
            <a:pPr/>
            <a:r>
              <a:t>Results: [Quantified results]</a:t>
            </a:r>
          </a:p>
          <a:p>
            <a:pPr/>
            <a:r>
              <a:t>[Award/recognition 1]</a:t>
            </a:r>
          </a:p>
          <a:p>
            <a:pPr/>
            <a:r>
              <a:t>[Award/recognition 2]</a:t>
            </a:r>
          </a:p>
          <a:p>
            <a:pPr/>
            <a:r>
              <a:t>[Client Name, Title, Company]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13: Our Partnership Advantage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[Years] years of experience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level]</a:t>
            </a:r>
          </a:p>
          <a:p>
            <a:pPr/>
            <a:r>
              <a:t>End-to-end implementation</a:t>
            </a:r>
          </a:p>
          <a:p>
            <a:pPr/>
            <a:r>
              <a:t>24/7 support post-launch</a:t>
            </a:r>
          </a:p>
          <a:p>
            <a:pPr/>
            <a:r>
              <a:t>Ongoing optimization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14: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Decision: [Specific decision needed]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15: Contact 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Speaking Points for Each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Emphasize the financial and operational impact of current challenges</a:t>
            </a:r>
          </a:p>
          <a:p>
            <a:pPr/>
            <a:r>
              <a:t>Use client-specific data when possible</a:t>
            </a:r>
          </a:p>
          <a:p>
            <a:pPr/>
            <a:r>
              <a:t>Create urgency around the cost of inaction</a:t>
            </a:r>
          </a:p>
          <a:p>
            <a:pPr/>
            <a:r>
              <a:t>Connect pain points to measurable business impact</a:t>
            </a:r>
          </a:p>
          <a:p>
            <a:pPr/>
            <a:r>
              <a:t>Clearly identify all key stakeholders and their specific concerns</a:t>
            </a:r>
          </a:p>
          <a:p>
            <a:pPr/>
            <a:r>
              <a:t>Ensure success criteria are specific, measurable, and timeline-bound</a:t>
            </a:r>
          </a:p>
          <a:p>
            <a:pPr/>
            <a:r>
              <a:t>Get alignment on what "success" means to each stakeholder group</a:t>
            </a:r>
          </a:p>
          <a:p>
            <a:pPr/>
            <a:r>
              <a:t>Link success criteria back to the pain points and impacts from Slide 3</a:t>
            </a:r>
          </a:p>
          <a:p>
            <a:pPr/>
            <a:r>
              <a:t>Be transparent about all costs</a:t>
            </a:r>
          </a:p>
          <a:p>
            <a:pPr/>
            <a:r>
              <a:t>Explain value of each investment component</a:t>
            </a:r>
          </a:p>
          <a:p>
            <a:pPr/>
            <a:r>
              <a:t>Compare to alternative approaches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Q&amp;A Preparation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Appendix Slides (If Needed)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Company brand colors and fonts</a:t>
            </a:r>
          </a:p>
          <a:p>
            <a:pPr/>
            <a:r>
              <a:t>Consistent slide layout and formatting</a:t>
            </a:r>
          </a:p>
          <a:p>
            <a:pPr/>
            <a:r>
              <a:t>Professional graphics and icons</a:t>
            </a:r>
          </a:p>
          <a:p>
            <a:pPr/>
            <a:r>
              <a:t>Client logo on each slide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