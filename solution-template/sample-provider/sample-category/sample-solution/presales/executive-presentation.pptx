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561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100" y="1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273A1B3-664A-DD19-7B35-B4E3982A403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6863" y="685597"/>
            <a:ext cx="8509304" cy="377118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ts val="24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This is a single-column content slide. Use this layout for focused content with paragraphs or key messages.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748F3C-3BC8-996A-36FB-230929A17AE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7042" y="685597"/>
            <a:ext cx="4049196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Left Column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CC844534-A763-9158-4BA6-CAC0563838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769866" y="685597"/>
            <a:ext cx="4049062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Right Column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CE2B78D-7F18-9BA1-5A5B-CE499AD0C8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7174" y="1076366"/>
            <a:ext cx="4049063" cy="33514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Left Column Text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03BE8D56-FD01-D4AD-8CBA-DDE513CC6B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69865" y="1076365"/>
            <a:ext cx="4049063" cy="33514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Right Column Text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Key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Key Points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FAEFB5-8B48-8F55-D6C9-5B1A508AD2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57175" y="698500"/>
            <a:ext cx="8710613" cy="3765550"/>
          </a:xfrm>
          <a:prstGeom prst="rect">
            <a:avLst/>
          </a:prstGeom>
        </p:spPr>
        <p:txBody>
          <a:bodyPr/>
          <a:lstStyle>
            <a:lvl1pPr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748F3C-3BC8-996A-36FB-230929A17AE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7042" y="685597"/>
            <a:ext cx="4049196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Image Description Title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CE2B78D-7F18-9BA1-5A5B-CE499AD0C8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7174" y="1076366"/>
            <a:ext cx="4049063" cy="33514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Image Description Context Text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800"/>
            <a:ext cx="4337050" cy="374173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748F3C-3BC8-996A-36FB-230929A17AE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7042" y="685597"/>
            <a:ext cx="4049196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Key Insights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CE2B78D-7F18-9BA1-5A5B-CE499AD0C8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7174" y="1076366"/>
            <a:ext cx="4049063" cy="33514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marL="85725" marR="0" lvl="0" indent="-85725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First data insight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85725" marR="0" lvl="0" indent="-85725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Second key finding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85725" marR="0" lvl="0" indent="-85725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Third important trend</a:t>
            </a:r>
            <a:endParaRPr lang="en-US" dirty="0"/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4194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Executive Presentation Template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**[Solution Name] Business Proposal**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EO Framework Team | November 03,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1: Title Slide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Prepared for: [Client Name]</a:t>
            </a:r>
          </a:p>
          <a:p>
            <a:pPr/>
            <a:r>
              <a:t>Presented by: [Your Name, Title]</a:t>
            </a:r>
          </a:p>
          <a:p>
            <a:pPr/>
            <a:r>
              <a:t>Date: [Presentation Date]</a:t>
            </a:r>
          </a:p>
          <a:p>
            <a:pPr/>
            <a:r>
              <a:t>Company Logo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2: Agenda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Business Challenge &amp; Opportunity</a:t>
            </a:r>
          </a:p>
          <a:p>
            <a:pPr/>
            <a:r>
              <a:t>Proposed Solution Overview</a:t>
            </a:r>
          </a:p>
          <a:p>
            <a:pPr/>
            <a:r>
              <a:t>Business Value &amp; ROI</a:t>
            </a:r>
          </a:p>
          <a:p>
            <a:pPr/>
            <a:r>
              <a:t>Implementation Approach</a:t>
            </a:r>
          </a:p>
          <a:p>
            <a:pPr/>
            <a:r>
              <a:t>Investment &amp; Next Steps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3: Executive Summary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[Key business challenge in 1 bullet point]</a:t>
            </a:r>
          </a:p>
          <a:p>
            <a:pPr/>
            <a:r>
              <a:t>[Solution approach in 1 bullet point]</a:t>
            </a:r>
          </a:p>
          <a:p>
            <a:pPr/>
            <a:r>
              <a:t>[Quantified benefit 1]</a:t>
            </a:r>
          </a:p>
          <a:p>
            <a:pPr/>
            <a:r>
              <a:t>[Quantified benefit 2]</a:t>
            </a:r>
          </a:p>
          <a:p>
            <a:pPr/>
            <a:r>
              <a:t>ROI: [X]% over [Y] years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4: Current State - Business Challenge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[Challenge 1]: $[Cost Impact] annually</a:t>
            </a:r>
          </a:p>
          <a:p>
            <a:pPr/>
            <a:r>
              <a:t>[Challenge 2]: [Operational Impact]</a:t>
            </a:r>
          </a:p>
          <a:p>
            <a:pPr/>
            <a:r>
              <a:t>[Challenge 3]: [Strategic Impact]</a:t>
            </a:r>
          </a:p>
          <a:p>
            <a:pPr/>
            <a:r>
              <a:t>[Quantified impact statement]</a:t>
            </a:r>
          </a:p>
          <a:p>
            <a:pPr/>
            <a:r>
              <a:t>[Risk statement]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5: Vision - Future State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[Benefit 1]: [Quantified improvement]</a:t>
            </a:r>
          </a:p>
          <a:p>
            <a:pPr/>
            <a:r>
              <a:t>[Benefit 2]: [Quantified improvement]</a:t>
            </a:r>
          </a:p>
          <a:p>
            <a:pPr/>
            <a:r>
              <a:t>[Benefit 3]: [Quantified improvement]</a:t>
            </a:r>
          </a:p>
          <a:p>
            <a:pPr/>
            <a:r>
              <a:t>[Competitive advantage 1]</a:t>
            </a:r>
          </a:p>
          <a:p>
            <a:pPr/>
            <a:r>
              <a:t>[Competitive advantage 2]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6: Solution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[Component 1]: [Brief description]</a:t>
            </a:r>
          </a:p>
          <a:p>
            <a:pPr/>
            <a:r>
              <a:t>[Component 2]: [Brief description]</a:t>
            </a:r>
          </a:p>
          <a:p>
            <a:pPr/>
            <a:r>
              <a:t>[Component 3]: [Brief description]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7: Why This Solution?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[Relevant case study/metric]</a:t>
            </a:r>
          </a:p>
          <a:p>
            <a:pPr/>
            <a:r>
              <a:t>[Industry recognition/certification]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8: Business Value - Financial Impact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Cost Reduction: $[Amount]</a:t>
            </a:r>
          </a:p>
          <a:p>
            <a:pPr/>
            <a:r>
              <a:t>Revenue Enhancement: $[Amount]</a:t>
            </a:r>
          </a:p>
          <a:p>
            <a:pPr/>
            <a:r>
              <a:t>Productivity Gains: $[Amount]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9: Business Value - Strategic Benefits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[Specific operational improvement]</a:t>
            </a:r>
          </a:p>
          <a:p>
            <a:pPr/>
            <a:r>
              <a:t>[Efficiency gain with metrics]</a:t>
            </a:r>
          </a:p>
          <a:p>
            <a:pPr/>
            <a:r>
              <a:t>[Strategic differentiator 1]</a:t>
            </a:r>
          </a:p>
          <a:p>
            <a:pPr/>
            <a:r>
              <a:t>[Strategic differentiator 2]</a:t>
            </a:r>
          </a:p>
          <a:p>
            <a:pPr/>
            <a:r>
              <a:t>[Risk reduction 1]</a:t>
            </a:r>
          </a:p>
          <a:p>
            <a:pPr/>
            <a:r>
              <a:t>[Risk reduction 2]</a:t>
            </a:r>
          </a:p>
          <a:p>
            <a:pPr/>
            <a:r>
              <a:t>[Future capability 1]</a:t>
            </a:r>
          </a:p>
          <a:p>
            <a:pPr/>
            <a:r>
              <a:t>[Future capability 2]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10: Implementation Approach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[Key milestone 1]</a:t>
            </a:r>
          </a:p>
          <a:p>
            <a:pPr/>
            <a:r>
              <a:t>[Key milestone 2]</a:t>
            </a:r>
          </a:p>
          <a:p>
            <a:pPr/>
            <a:r>
              <a:t>[Key milestone 1]</a:t>
            </a:r>
          </a:p>
          <a:p>
            <a:pPr/>
            <a:r>
              <a:t>[Key milestone 2]</a:t>
            </a:r>
          </a:p>
          <a:p>
            <a:pPr/>
            <a:r>
              <a:t>[Key milestone 1]</a:t>
            </a:r>
          </a:p>
          <a:p>
            <a:pPr/>
            <a:r>
              <a:t>[Key milestone 2]</a:t>
            </a:r>
          </a:p>
          <a:p>
            <a:pPr/>
            <a:r>
              <a:t>Dedicated project team</a:t>
            </a:r>
          </a:p>
          <a:p>
            <a:pPr/>
            <a:r>
              <a:t>Executive sponsorship</a:t>
            </a:r>
          </a:p>
          <a:p>
            <a:pPr/>
            <a:r>
              <a:t>Change management focus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11: Risk Mitigation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[Guarantee/commitment 1]</a:t>
            </a:r>
          </a:p>
          <a:p>
            <a:pPr/>
            <a:r>
              <a:t>[Guarantee/commitment 2]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12: Investment Summary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Implementation Services: $[Amount]</a:t>
            </a:r>
          </a:p>
          <a:p>
            <a:pPr/>
            <a:r>
              <a:t>Technology/Licenses: $[Amount]</a:t>
            </a:r>
          </a:p>
          <a:p>
            <a:pPr/>
            <a:r>
              <a:t>Training &amp; Change Management: $[Amount]</a:t>
            </a:r>
          </a:p>
          <a:p>
            <a:pPr/>
            <a:r>
              <a:t>Platform/Infrastructure: $[Amount]</a:t>
            </a:r>
          </a:p>
          <a:p>
            <a:pPr/>
            <a:r>
              <a:t>Support &amp; Maintenance: $[Amount]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13: Timeline &amp; Milestones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Month 2: [Milestone 1]</a:t>
            </a:r>
          </a:p>
          <a:p>
            <a:pPr/>
            <a:r>
              <a:t>Month 4: [Milestone 2]</a:t>
            </a:r>
          </a:p>
          <a:p>
            <a:pPr/>
            <a:r>
              <a:t>Month 6: [Milestone 3]</a:t>
            </a:r>
          </a:p>
          <a:p>
            <a:pPr/>
            <a:r>
              <a:t>Month 7: Full value realization</a:t>
            </a:r>
          </a:p>
          <a:p>
            <a:pPr/>
            <a:r>
              <a:t>[Early benefit 1] - Month 2</a:t>
            </a:r>
          </a:p>
          <a:p>
            <a:pPr/>
            <a:r>
              <a:t>[Early benefit 2] - Month 3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14: Success Stories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Challenge: [Similar challenge]</a:t>
            </a:r>
          </a:p>
          <a:p>
            <a:pPr/>
            <a:r>
              <a:t>Solution: [Similar solution]</a:t>
            </a:r>
          </a:p>
          <a:p>
            <a:pPr/>
            <a:r>
              <a:t>Results: [Quantified results]</a:t>
            </a:r>
          </a:p>
          <a:p>
            <a:pPr/>
            <a:r>
              <a:t>[Award/recognition 1]</a:t>
            </a:r>
          </a:p>
          <a:p>
            <a:pPr/>
            <a:r>
              <a:t>[Award/recognition 2]</a:t>
            </a:r>
          </a:p>
          <a:p>
            <a:pPr/>
            <a:r>
              <a:t>[Client Name, Title, Company]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15: Our Partnership Advantage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[Years] years of experience</a:t>
            </a:r>
          </a:p>
          <a:p>
            <a:pPr/>
            <a:r>
              <a:t>[Number] successful implementations</a:t>
            </a:r>
          </a:p>
          <a:p>
            <a:pPr/>
            <a:r>
              <a:t>[Certification/partnership level]</a:t>
            </a:r>
          </a:p>
          <a:p>
            <a:pPr/>
            <a:r>
              <a:t>End-to-end implementation</a:t>
            </a:r>
          </a:p>
          <a:p>
            <a:pPr/>
            <a:r>
              <a:t>24/7 support post-launch</a:t>
            </a:r>
          </a:p>
          <a:p>
            <a:pPr/>
            <a:r>
              <a:t>Ongoing optimization</a:t>
            </a:r>
          </a:p>
          <a:p>
            <a:pPr/>
            <a:r>
              <a:t>[Recognition 1]</a:t>
            </a:r>
          </a:p>
          <a:p>
            <a:pPr/>
            <a:r>
              <a:t>[Recognition 2]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16: Next Steps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Decision: [Specific decision needed]</a:t>
            </a:r>
          </a:p>
          <a:p>
            <a:pPr/>
            <a:r>
              <a:t>Kickoff: [Target start date]</a:t>
            </a:r>
          </a:p>
          <a:p>
            <a:pPr/>
            <a:r>
              <a:t>Team Formation: [Key team members]</a:t>
            </a:r>
          </a:p>
          <a:p>
            <a:pPr/>
            <a:r>
              <a:t>Week 1: Contract finalization</a:t>
            </a:r>
          </a:p>
          <a:p>
            <a:pPr/>
            <a:r>
              <a:t>Week 2: Project initiation</a:t>
            </a:r>
          </a:p>
          <a:p>
            <a:pPr/>
            <a:r>
              <a:t>Week 3: Environment setup</a:t>
            </a:r>
          </a:p>
          <a:p>
            <a:pPr/>
            <a:r>
              <a:t>Week 4: Initial implementation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Slide 17: Contact Information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Speaking Points for Each Slide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Emphasize the financial impact of current challenges</a:t>
            </a:r>
          </a:p>
          <a:p>
            <a:pPr/>
            <a:r>
              <a:t>Use client-specific data when possible</a:t>
            </a:r>
          </a:p>
          <a:p>
            <a:pPr/>
            <a:r>
              <a:t>Create urgency around the cost of inaction</a:t>
            </a:r>
          </a:p>
          <a:p>
            <a:pPr/>
            <a:r>
              <a:t>Walk through the ROI calculation</a:t>
            </a:r>
          </a:p>
          <a:p>
            <a:pPr/>
            <a:r>
              <a:t>Explain the basis for benefit calculations</a:t>
            </a:r>
          </a:p>
          <a:p>
            <a:pPr/>
            <a:r>
              <a:t>Address any concerns about assumptions</a:t>
            </a:r>
          </a:p>
          <a:p>
            <a:pPr/>
            <a:r>
              <a:t>Be transparent about all costs</a:t>
            </a:r>
          </a:p>
          <a:p>
            <a:pPr/>
            <a:r>
              <a:t>Explain value of each investment component</a:t>
            </a:r>
          </a:p>
          <a:p>
            <a:pPr/>
            <a:r>
              <a:t>Compare to alternative approaches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Q&amp;A Preparation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Appendix Slides (If Needed)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Company brand colors and fonts</a:t>
            </a:r>
          </a:p>
          <a:p>
            <a:pPr/>
            <a:r>
              <a:t>Consistent slide layout and formatting</a:t>
            </a:r>
          </a:p>
          <a:p>
            <a:pPr/>
            <a:r>
              <a:t>Professional graphics and icons</a:t>
            </a:r>
          </a:p>
          <a:p>
            <a:pPr/>
            <a:r>
              <a:t>Client logo on each slide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</TotalTime>
  <Words>0</Words>
  <Application>Microsoft Office PowerPoint</Application>
  <PresentationFormat>On-screen Show (16:9)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28</cp:revision>
  <dcterms:created xsi:type="dcterms:W3CDTF">2025-11-01T21:16:10Z</dcterms:created>
  <dcterms:modified xsi:type="dcterms:W3CDTF">2025-11-03T05:12:47Z</dcterms:modified>
</cp:coreProperties>
</file>