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72</c:v>
                </c:pt>
                <c:pt idx="2">
                  <c:v>85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ustomer Logo"/>
          <p:cNvPicPr>
            <a:picLocks noChangeAspect="1"/>
          </p:cNvPicPr>
          <p:nvPr>
            <p:ph type="pic" idx="1"/>
          </p:nvPr>
        </p:nvPicPr>
        <p:blipFill>
          <a:blip r:embed=""/>
          <a:stretch>
            <a:fillRect/>
          </a:stretch>
        </p:blipFill>
        <p:spPr>
          <a:xfrm>
            <a:off x="457200" y="4648200"/>
            <a:ext cx="1143000" cy="457200"/>
          </a:xfrm>
        </p:spPr>
      </p:pic>
      <p:pic>
        <p:nvPicPr>
          <p:cNvPr id="5" name="Consulting Company Logo"/>
          <p:cNvPicPr>
            <a:picLocks noChangeAspect="1"/>
          </p:cNvPicPr>
          <p:nvPr>
            <p:ph type="pic" idx="3"/>
          </p:nvPr>
        </p:nvPicPr>
        <p:blipFill>
          <a:blip r:embed=""/>
          <a:stretch>
            <a:fillRect/>
          </a:stretch>
        </p:blipFill>
        <p:spPr>
          <a:xfrm>
            <a:off x="4000800" y="4648200"/>
            <a:ext cx="1143000" cy="457200"/>
          </a:xfrm>
        </p:spPr>
      </p:pic>
      <p:pic>
        <p:nvPicPr>
          <p:cNvPr id="6" name="EO Framework Logo"/>
          <p:cNvPicPr>
            <a:picLocks noChangeAspect="1"/>
          </p:cNvPicPr>
          <p:nvPr>
            <p:ph type="pic" idx="4"/>
          </p:nvPr>
        </p:nvPicPr>
        <p:blipFill>
          <a:blip r:embed=""/>
          <a:stretch>
            <a:fillRect/>
          </a:stretch>
        </p:blipFill>
        <p:spPr>
          <a:xfrm>
            <a:off x="7544400" y="4648200"/>
            <a:ext cx="1143000" cy="457200"/>
          </a:xfr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7315200" cy="914400"/>
          </a:xfrm>
        </p:spPr>
        <p:txBody>
          <a:bodyPr/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914400" y="2743200"/>
            <a:ext cx="7315200" cy="609600"/>
          </a:xfrm>
        </p:spPr>
        <p:txBody>
          <a:bodyPr/>
          <a:lstStyle/>
          <a:p>
            <a:pPr algn="ctr">
              <a:defRPr sz="2400">
                <a:solidFill>
                  <a:srgbClr val="6C757D"/>
                </a:solidFill>
              </a:defRPr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6000"/>
          </a:xfrm>
        </p:spPr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743200"/>
          </a:xfrm>
        </p:spPr>
        <p:txBody>
          <a:bodyPr/>
          <a:lstStyle>
            <a:lvl1pPr marL="0" indent="0">
              <a:buFont typeface="Arial" pitchFamily="34" charset="0"/>
              <a:buChar char="•"/>
              <a:defRPr sz="2000">
                <a:solidFill>
                  <a:srgbClr val="2C3E50"/>
                </a:solidFill>
              </a:defRPr>
            </a:lvl1pPr>
            <a:lvl2pPr marL="457200" indent="0">
              <a:buFont typeface="Arial" pitchFamily="34" charset="0"/>
              <a:buChar char="–"/>
              <a:defRPr sz="1800">
                <a:solidFill>
                  <a:srgbClr val="2C3E50"/>
                </a:solidFill>
              </a:defRPr>
            </a:lvl2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EO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6000"/>
          </a:xfrm>
        </p:spPr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3962400" cy="2743200"/>
          </a:xfrm>
        </p:spPr>
        <p:txBody>
          <a:bodyPr/>
          <a:lstStyle>
            <a:lvl1pPr marL="0" indent="0">
              <a:buFont typeface="Arial" pitchFamily="34" charset="0"/>
              <a:buChar char="•"/>
              <a:defRPr sz="2000">
                <a:solidFill>
                  <a:srgbClr val="2C3E50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724400" y="1143000"/>
            <a:ext cx="3962400" cy="2743200"/>
          </a:xfrm>
        </p:spPr>
        <p:txBody>
          <a:bodyPr/>
          <a:lstStyle>
            <a:lvl1pPr marL="0" indent="0">
              <a:buFont typeface="Arial" pitchFamily="34" charset="0"/>
              <a:buChar char="•"/>
              <a:defRPr sz="2000">
                <a:solidFill>
                  <a:srgbClr val="2C3E50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O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71600"/>
            <a:ext cx="7315200" cy="1371600"/>
          </a:xfrm>
        </p:spPr>
        <p:txBody>
          <a:bodyPr/>
          <a:lstStyle/>
          <a:p>
            <a:pPr>
              <a:defRPr sz="6000" b="1">
                <a:solidFill>
                  <a:srgbClr val="2C3E50"/>
                </a:solidFill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62000" y="2895600"/>
            <a:ext cx="7315200" cy="609600"/>
          </a:xfrm>
        </p:spPr>
        <p:txBody>
          <a:bodyPr/>
          <a:lstStyle/>
          <a:p>
            <a:pPr>
              <a:defRPr sz="2000">
                <a:solidFill>
                  <a:srgbClr val="6C757D"/>
                </a:solidFill>
              </a:defRPr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o-framewor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649" y="169813"/>
            <a:ext cx="5714554" cy="12223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0" y="1849338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619641" y="2363688"/>
            <a:ext cx="390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586939" y="3278088"/>
            <a:ext cx="19701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Goes Here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79238" y="4325838"/>
            <a:ext cx="178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250"/>
              </a:spcBef>
              <a:spcAft>
                <a:spcPts val="3000"/>
              </a:spcAft>
              <a:buNone/>
            </a:pPr>
            <a:r>
              <a:rPr lang="en-US" sz="13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 | Date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333500"/>
            <a:ext cx="777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62000" y="2171700"/>
            <a:ext cx="389591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3086100"/>
            <a:ext cx="952500" cy="3810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5433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 of this section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509838"/>
            <a:ext cx="83941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single-column content slide. Use this layout for focused content with paragraphs or key messages.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424238"/>
            <a:ext cx="83941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add multiple paragraphs to convey your message clearly and professionally.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Two-Column Layout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414588"/>
            <a:ext cx="1709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86088"/>
            <a:ext cx="341014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for the left side goes here. This layout is perfect for comparisons or contrasting ideas.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43525" y="2414588"/>
            <a:ext cx="1709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43525" y="2986088"/>
            <a:ext cx="341014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for the right side goes here. Use equal or unequal widths as needed.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376488"/>
            <a:ext cx="82296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important point that supports your message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takeaway for the audience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critical element of your presentation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supporting detail to reinforce your ideas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and final point to conclude this section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Content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414588"/>
            <a:ext cx="2030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Description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86088"/>
            <a:ext cx="36918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context or description for your image here. This layout works well for screenshots, diagrams, or photos.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33900" y="1595438"/>
            <a:ext cx="4152900" cy="30480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 w="2857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95529" y="2999482"/>
            <a:ext cx="145823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2488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414588"/>
            <a:ext cx="16613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47988"/>
            <a:ext cx="32385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data insight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finding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important trend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52900" y="1419225"/>
          <a:ext cx="4533900" cy="34004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o-framework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298" y="592634"/>
            <a:ext cx="3809405" cy="8148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9058" y="1826568"/>
            <a:ext cx="29258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000500" y="2626668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080458" y="3026718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73016" y="3750618"/>
            <a:ext cx="2797969" cy="80010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533656" y="4017318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EOFramework</cp:lastModifiedBy>
  <cp:revision>1</cp:revision>
  <dcterms:created xsi:type="dcterms:W3CDTF">2025-11-01T21:16:10Z</dcterms:created>
  <dcterms:modified xsi:type="dcterms:W3CDTF">2025-11-01T21:16:10Z</dcterms:modified>
</cp:coreProperties>
</file>