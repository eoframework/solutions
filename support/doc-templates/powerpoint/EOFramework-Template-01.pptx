
<file path=[Content_Types].xml><?xml version="1.0" encoding="utf-8"?>
<Types xmlns="http://schemas.openxmlformats.org/package/2006/content-types">
  <Default Extension="bin" ContentType="image/unknown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bin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bin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bin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bin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bin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bin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bin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787400"/>
            <a:ext cx="8548687" cy="3568700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747713"/>
            <a:ext cx="4462463" cy="367982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747713"/>
            <a:ext cx="4110037" cy="367982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Key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Key Points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FAEFB5-8B48-8F55-D6C9-5B1A508AD2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57175" y="698500"/>
            <a:ext cx="8710613" cy="3765550"/>
          </a:xfrm>
          <a:prstGeom prst="rect">
            <a:avLst/>
          </a:prstGeom>
        </p:spPr>
        <p:txBody>
          <a:bodyPr/>
          <a:lstStyle>
            <a:lvl1pPr>
              <a:defRPr sz="220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800"/>
            <a:ext cx="4337050" cy="374173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1"/>
            <a:ext cx="4449763" cy="3741738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4194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4910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Placeholder 9" descr="A blue text on a white background&#10;&#10;AI-generated content may be incorrect.">
            <a:extLst>
              <a:ext uri="{FF2B5EF4-FFF2-40B4-BE49-F238E27FC236}">
                <a16:creationId xmlns:a16="http://schemas.microsoft.com/office/drawing/2014/main" id="{5923DF2C-5B1F-3EC4-740C-25984C8C919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t="439" b="439"/>
          <a:stretch/>
        </p:blipFill>
        <p:spPr>
          <a:xfrm>
            <a:off x="2180492" y="171206"/>
            <a:ext cx="3978520" cy="1314694"/>
          </a:xfr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699FD6B-0C29-FC2B-F9DD-909BA94272C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2" name="Picture Placeholder 11" descr="A close-up of a logo&#10;&#10;AI-generated content may be incorrect.">
            <a:extLst>
              <a:ext uri="{FF2B5EF4-FFF2-40B4-BE49-F238E27FC236}">
                <a16:creationId xmlns:a16="http://schemas.microsoft.com/office/drawing/2014/main" id="{9E101683-E1B6-3B7D-7122-822AF421F40E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t="5787" b="5787"/>
          <a:stretch/>
        </p:blipFill>
        <p:spPr>
          <a:xfrm>
            <a:off x="313591" y="4536078"/>
            <a:ext cx="2099897" cy="529698"/>
          </a:xfr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D80C46E-2243-953D-DEDD-009B626DAD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679FF00-D1A5-80E5-EC05-81695300C53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7478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AE8C365-43E6-1A6D-CC77-30309B6F4C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33C1983-D8C1-8A49-699F-A33711A4966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33BEF2-B18B-04AF-5845-DEE02C19516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Title 1</a:t>
            </a:r>
          </a:p>
          <a:p>
            <a:pPr lvl="1"/>
            <a:r>
              <a:rPr lang="en-US" dirty="0"/>
              <a:t>Text 2</a:t>
            </a:r>
          </a:p>
        </p:txBody>
      </p:sp>
    </p:spTree>
    <p:extLst>
      <p:ext uri="{BB962C8B-B14F-4D97-AF65-F5344CB8AC3E}">
        <p14:creationId xmlns:p14="http://schemas.microsoft.com/office/powerpoint/2010/main" val="24204984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0CBB279-7909-5F96-1E44-5BCBE95CD5D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4EE281-F536-071D-3D0A-724F14AEC19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DF0132-01D6-E174-2D90-F7A6BD85755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Left Column</a:t>
            </a:r>
          </a:p>
          <a:p>
            <a:pPr lvl="1"/>
            <a:r>
              <a:rPr lang="en-US" dirty="0"/>
              <a:t>Text 1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A4408E-3710-6381-D6EF-DB48F4D488C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dirty="0"/>
              <a:t>Right Column</a:t>
            </a:r>
          </a:p>
          <a:p>
            <a:pPr lvl="1"/>
            <a:r>
              <a:rPr lang="en-US" dirty="0"/>
              <a:t>Text 2</a:t>
            </a:r>
          </a:p>
        </p:txBody>
      </p:sp>
    </p:spTree>
    <p:extLst>
      <p:ext uri="{BB962C8B-B14F-4D97-AF65-F5344CB8AC3E}">
        <p14:creationId xmlns:p14="http://schemas.microsoft.com/office/powerpoint/2010/main" val="28232946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33C955F-6053-E2FC-1585-C4564FF450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01D51D8-87C8-4F1A-8B9A-F1AD1A3A4AA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6853016-9876-8BFC-BE5A-C24E2423917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DB69F9-8AA6-F5B6-8F51-AB362124177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Visual Content</a:t>
            </a:r>
          </a:p>
          <a:p>
            <a:pPr lvl="1"/>
            <a:r>
              <a:rPr lang="en-US" dirty="0"/>
              <a:t>Test Content</a:t>
            </a:r>
          </a:p>
        </p:txBody>
      </p:sp>
    </p:spTree>
    <p:extLst>
      <p:ext uri="{BB962C8B-B14F-4D97-AF65-F5344CB8AC3E}">
        <p14:creationId xmlns:p14="http://schemas.microsoft.com/office/powerpoint/2010/main" val="5966964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220</TotalTime>
  <Words>16</Words>
  <Application>Microsoft Office PowerPoint</Application>
  <PresentationFormat>On-screen Show (16:9)</PresentationFormat>
  <Paragraphs>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6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65</cp:revision>
  <dcterms:created xsi:type="dcterms:W3CDTF">2025-11-01T21:16:10Z</dcterms:created>
  <dcterms:modified xsi:type="dcterms:W3CDTF">2025-11-10T21:55:14Z</dcterms:modified>
</cp:coreProperties>
</file>