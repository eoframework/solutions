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"/>
  </p:notesMasterIdLst>
  <p:sldIdLst/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273A1B3-664A-DD19-7B35-B4E3982A403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6863" y="685597"/>
            <a:ext cx="8509304" cy="377118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4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This is a single-column content slide. Use this layout for focused content with paragraphs or key messages.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Left Column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CC844534-A763-9158-4BA6-CAC056383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69866" y="685597"/>
            <a:ext cx="4049062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Right Column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Left Column Text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03BE8D56-FD01-D4AD-8CBA-DDE513CC6B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69865" y="1076365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Right Column Text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Key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Key Points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FAEFB5-8B48-8F55-D6C9-5B1A508AD2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57175" y="698500"/>
            <a:ext cx="8710613" cy="3765550"/>
          </a:xfrm>
          <a:prstGeom prst="rect">
            <a:avLst/>
          </a:prstGeom>
        </p:spPr>
        <p:txBody>
          <a:bodyPr/>
          <a:lstStyle>
            <a:lvl1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Image Description Title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Image Description Context Text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800"/>
            <a:ext cx="4337050" cy="374173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Key Insights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First data insight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Second key finding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Third important trend</a:t>
            </a:r>
            <a:endParaRPr lang="en-US" dirty="0"/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4194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</TotalTime>
  <Words>0</Words>
  <Application>Microsoft Office PowerPoint</Application>
  <PresentationFormat>On-screen Show (16:9)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28</cp:revision>
  <dcterms:created xsi:type="dcterms:W3CDTF">2025-11-01T21:16:10Z</dcterms:created>
  <dcterms:modified xsi:type="dcterms:W3CDTF">2025-11-03T05:12:47Z</dcterms:modified>
</cp:coreProperties>
</file>