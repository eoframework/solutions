
<file path=[Content_Types].xml><?xml version="1.0" encoding="utf-8"?>
<Types xmlns="http://schemas.openxmlformats.org/package/2006/content-types">
  <Default Extension="bin" ContentType="image/unknown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61" r:id="rId3"/>
    <p:sldId id="260" r:id="rId4"/>
    <p:sldId id="257" r:id="rId5"/>
    <p:sldId id="258" r:id="rId6"/>
    <p:sldId id="259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1C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380" y="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167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bin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bin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bin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bin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bin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bin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bin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bin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8528" y="1886679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Title</a:t>
            </a: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1" y="4536078"/>
            <a:ext cx="209989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9473" y="2437679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 Text</a:t>
            </a:r>
            <a:endParaRPr lang="en-US" sz="180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9F5D3C5-0033-51A7-77BC-7E3DBBF84F2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34286" y="3631467"/>
            <a:ext cx="3605212" cy="33496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sz="1400" dirty="0">
                <a:solidFill>
                  <a:srgbClr val="6C757D"/>
                </a:solidFill>
                <a:latin typeface="Arial" pitchFamily="34" charset="0"/>
                <a:cs typeface="Arial" pitchFamily="34" charset="-120"/>
              </a:rPr>
              <a:t>Presenter Name | Date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435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13" name="Image 0" descr="/home/claude/eo-framework-logo.png">
            <a:extLst>
              <a:ext uri="{FF2B5EF4-FFF2-40B4-BE49-F238E27FC236}">
                <a16:creationId xmlns:a16="http://schemas.microsoft.com/office/drawing/2014/main" id="{25116040-BB88-891D-9118-628A78E998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rgbClr val="C00000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046239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Bullet Points</a:t>
            </a:r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13" name="Image 0" descr="/home/claude/eo-framework-logo.png">
            <a:extLst>
              <a:ext uri="{FF2B5EF4-FFF2-40B4-BE49-F238E27FC236}">
                <a16:creationId xmlns:a16="http://schemas.microsoft.com/office/drawing/2014/main" id="{25116040-BB88-891D-9118-628A78E998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chemeClr val="tx1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Bullet Point 1</a:t>
            </a:r>
          </a:p>
          <a:p>
            <a:pPr lvl="0"/>
            <a:r>
              <a:rPr lang="en-US" dirty="0"/>
              <a:t>Bullet Point 2</a:t>
            </a:r>
          </a:p>
        </p:txBody>
      </p:sp>
    </p:spTree>
    <p:extLst>
      <p:ext uri="{BB962C8B-B14F-4D97-AF65-F5344CB8AC3E}">
        <p14:creationId xmlns:p14="http://schemas.microsoft.com/office/powerpoint/2010/main" val="1090737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530738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Two Column Layout</a:t>
            </a:r>
          </a:p>
        </p:txBody>
      </p:sp>
      <p:pic>
        <p:nvPicPr>
          <p:cNvPr id="8" name="Image 0" descr="/home/claude/eo-framework-logo.png">
            <a:extLst>
              <a:ext uri="{FF2B5EF4-FFF2-40B4-BE49-F238E27FC236}">
                <a16:creationId xmlns:a16="http://schemas.microsoft.com/office/drawing/2014/main" id="{4B7035C6-0EF1-6BD3-318E-553D1AAD67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2187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29E4A97-A874-D6CA-E54C-5584536CAA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3675" y="678433"/>
            <a:ext cx="4462463" cy="3785515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Left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F61ADBD-DA9D-A8A7-8FC3-64E82242B98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40288" y="678433"/>
            <a:ext cx="4110037" cy="3785515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Right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43730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6855" y="39642"/>
            <a:ext cx="8710933" cy="52701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Table</a:t>
            </a:r>
            <a:endParaRPr lang="en-US" sz="3200" dirty="0"/>
          </a:p>
          <a:p>
            <a:pPr lvl="0"/>
            <a:endParaRPr lang="en-US" dirty="0"/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26273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13" name="Image 0" descr="/home/claude/eo-framework-logo.png">
            <a:extLst>
              <a:ext uri="{FF2B5EF4-FFF2-40B4-BE49-F238E27FC236}">
                <a16:creationId xmlns:a16="http://schemas.microsoft.com/office/drawing/2014/main" id="{25116040-BB88-891D-9118-628A78E998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D3D9E4F7-6B7D-2205-75B9-EE8C54E89A5F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256855" y="677011"/>
            <a:ext cx="8710933" cy="378508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834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Vis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7423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Visual Content</a:t>
            </a:r>
          </a:p>
        </p:txBody>
      </p:sp>
      <p:pic>
        <p:nvPicPr>
          <p:cNvPr id="8" name="Image 0" descr="/home/claude/eo-framework-logo.png">
            <a:extLst>
              <a:ext uri="{FF2B5EF4-FFF2-40B4-BE49-F238E27FC236}">
                <a16:creationId xmlns:a16="http://schemas.microsoft.com/office/drawing/2014/main" id="{4B7035C6-0EF1-6BD3-318E-553D1AAD67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30670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4B682B8-2171-423F-A77B-10BADD07BC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62488" y="685799"/>
            <a:ext cx="4337050" cy="381585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EE9992-B6F6-08BF-BFB5-6AF6BEDE367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2075" y="685800"/>
            <a:ext cx="4449763" cy="3815859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44059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Data Visualiz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6407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Data Visualization</a:t>
            </a:r>
          </a:p>
        </p:txBody>
      </p:sp>
      <p:pic>
        <p:nvPicPr>
          <p:cNvPr id="8" name="Image 0" descr="/home/claude/eo-framework-logo.png">
            <a:extLst>
              <a:ext uri="{FF2B5EF4-FFF2-40B4-BE49-F238E27FC236}">
                <a16:creationId xmlns:a16="http://schemas.microsoft.com/office/drawing/2014/main" id="{4B7035C6-0EF1-6BD3-318E-553D1AAD67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0429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A686C49F-4337-BBE6-FF21-682B01E38601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4572000" y="685597"/>
            <a:ext cx="4325938" cy="377834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B730E7-C68E-A3E8-1745-8AF89C786D5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36525" y="678433"/>
            <a:ext cx="4237038" cy="3785513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73549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6356" y="2247927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</a:p>
          <a:p>
            <a:pPr marL="0" indent="0" algn="ctr">
              <a:lnSpc>
                <a:spcPts val="3600"/>
              </a:lnSpc>
              <a:buNone/>
            </a:pP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6411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4304" y="1874962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5727805F-2A15-11D3-243F-1AE09D6E973E}"/>
              </a:ext>
            </a:extLst>
          </p:cNvPr>
          <p:cNvSpPr/>
          <p:nvPr userDrawn="1"/>
        </p:nvSpPr>
        <p:spPr>
          <a:xfrm>
            <a:off x="3312808" y="4536078"/>
            <a:ext cx="2797969" cy="529698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1034B79E-463D-8396-409E-62C28A2DEB04}"/>
              </a:ext>
            </a:extLst>
          </p:cNvPr>
          <p:cNvSpPr/>
          <p:nvPr userDrawn="1"/>
        </p:nvSpPr>
        <p:spPr>
          <a:xfrm>
            <a:off x="3614735" y="4667577"/>
            <a:ext cx="20766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bg2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www.eoframework.org</a:t>
            </a:r>
            <a:endParaRPr lang="en-US" sz="15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2DED039B-C555-DCF4-1CA7-CA1E448237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8165" y="3131272"/>
            <a:ext cx="8480181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1200"/>
              </a:spcAft>
            </a:pPr>
            <a:r>
              <a:rPr lang="en-US" sz="1800" b="1" dirty="0">
                <a:solidFill>
                  <a:srgbClr val="000000"/>
                </a:solidFill>
              </a:rPr>
              <a:t>Account Manager:</a:t>
            </a:r>
            <a:r>
              <a:rPr lang="en-US" sz="1800" dirty="0">
                <a:solidFill>
                  <a:srgbClr val="000000"/>
                </a:solidFill>
              </a:rPr>
              <a:t> [Name, Title] | [Email] | [Phone]</a:t>
            </a:r>
          </a:p>
        </p:txBody>
      </p:sp>
    </p:spTree>
    <p:extLst>
      <p:ext uri="{BB962C8B-B14F-4D97-AF65-F5344CB8AC3E}">
        <p14:creationId xmlns:p14="http://schemas.microsoft.com/office/powerpoint/2010/main" val="3821020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3" r:id="rId2"/>
    <p:sldLayoutId id="2147483659" r:id="rId3"/>
    <p:sldLayoutId id="2147483654" r:id="rId4"/>
    <p:sldLayoutId id="2147483655" r:id="rId5"/>
    <p:sldLayoutId id="2147483656" r:id="rId6"/>
    <p:sldLayoutId id="2147483657" r:id="rId7"/>
    <p:sldLayoutId id="2147483658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9" descr="A blue text on a white background&#10;&#10;AI-generated content may be incorrect.">
            <a:extLst>
              <a:ext uri="{FF2B5EF4-FFF2-40B4-BE49-F238E27FC236}">
                <a16:creationId xmlns:a16="http://schemas.microsoft.com/office/drawing/2014/main" id="{5923DF2C-5B1F-3EC4-740C-25984C8C919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439" b="439"/>
          <a:stretch/>
        </p:blipFill>
        <p:spPr>
          <a:xfrm>
            <a:off x="2180492" y="171206"/>
            <a:ext cx="3978520" cy="1314694"/>
          </a:xfr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699FD6B-0C29-FC2B-F9DD-909BA94272C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2" name="Picture Placeholder 11" descr="A close-up of a logo&#10;&#10;AI-generated content may be incorrect.">
            <a:extLst>
              <a:ext uri="{FF2B5EF4-FFF2-40B4-BE49-F238E27FC236}">
                <a16:creationId xmlns:a16="http://schemas.microsoft.com/office/drawing/2014/main" id="{9E101683-E1B6-3B7D-7122-822AF421F40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5787" b="5787"/>
          <a:stretch/>
        </p:blipFill>
        <p:spPr>
          <a:xfrm>
            <a:off x="313591" y="4536078"/>
            <a:ext cx="2099897" cy="529698"/>
          </a:xfr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D80C46E-2243-953D-DEDD-009B626DAD1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679FF00-D1A5-80E5-EC05-81695300C53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7478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B126D49-1C4E-FDB3-6E1A-112904E10AB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B7802D-34EB-3EAA-68EB-8A347BB76DA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6AF6C2-651C-837E-987A-209F503FE54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Point 1</a:t>
            </a:r>
          </a:p>
          <a:p>
            <a:r>
              <a:rPr lang="en-US" dirty="0"/>
              <a:t>Point 2</a:t>
            </a:r>
          </a:p>
        </p:txBody>
      </p:sp>
    </p:spTree>
    <p:extLst>
      <p:ext uri="{BB962C8B-B14F-4D97-AF65-F5344CB8AC3E}">
        <p14:creationId xmlns:p14="http://schemas.microsoft.com/office/powerpoint/2010/main" val="22977060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13C3128-D9A0-FDF5-5D3B-B79BB6F2EF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endParaRPr lang="en-US" b="1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08CB1B-5A14-F536-9BA0-9FCBA8AC84F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6" name="Table Placeholder 5">
            <a:extLst>
              <a:ext uri="{FF2B5EF4-FFF2-40B4-BE49-F238E27FC236}">
                <a16:creationId xmlns:a16="http://schemas.microsoft.com/office/drawing/2014/main" id="{D287DF2D-14F2-FEFE-6F75-F77CA81C58EC}"/>
              </a:ext>
            </a:extLst>
          </p:cNvPr>
          <p:cNvGraphicFramePr>
            <a:graphicFrameLocks noGrp="1"/>
          </p:cNvGraphicFramePr>
          <p:nvPr>
            <p:ph type="tbl" sz="quarter" idx="14"/>
            <p:extLst>
              <p:ext uri="{D42A27DB-BD31-4B8C-83A1-F6EECF244321}">
                <p14:modId xmlns:p14="http://schemas.microsoft.com/office/powerpoint/2010/main" val="295607520"/>
              </p:ext>
            </p:extLst>
          </p:nvPr>
        </p:nvGraphicFramePr>
        <p:xfrm>
          <a:off x="257175" y="676275"/>
          <a:ext cx="8710610" cy="18157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2122">
                  <a:extLst>
                    <a:ext uri="{9D8B030D-6E8A-4147-A177-3AD203B41FA5}">
                      <a16:colId xmlns:a16="http://schemas.microsoft.com/office/drawing/2014/main" val="2761373860"/>
                    </a:ext>
                  </a:extLst>
                </a:gridCol>
                <a:gridCol w="1742122">
                  <a:extLst>
                    <a:ext uri="{9D8B030D-6E8A-4147-A177-3AD203B41FA5}">
                      <a16:colId xmlns:a16="http://schemas.microsoft.com/office/drawing/2014/main" val="1964552432"/>
                    </a:ext>
                  </a:extLst>
                </a:gridCol>
                <a:gridCol w="1742122">
                  <a:extLst>
                    <a:ext uri="{9D8B030D-6E8A-4147-A177-3AD203B41FA5}">
                      <a16:colId xmlns:a16="http://schemas.microsoft.com/office/drawing/2014/main" val="3972175238"/>
                    </a:ext>
                  </a:extLst>
                </a:gridCol>
                <a:gridCol w="1742122">
                  <a:extLst>
                    <a:ext uri="{9D8B030D-6E8A-4147-A177-3AD203B41FA5}">
                      <a16:colId xmlns:a16="http://schemas.microsoft.com/office/drawing/2014/main" val="247066254"/>
                    </a:ext>
                  </a:extLst>
                </a:gridCol>
                <a:gridCol w="1742122">
                  <a:extLst>
                    <a:ext uri="{9D8B030D-6E8A-4147-A177-3AD203B41FA5}">
                      <a16:colId xmlns:a16="http://schemas.microsoft.com/office/drawing/2014/main" val="3278021924"/>
                    </a:ext>
                  </a:extLst>
                </a:gridCol>
              </a:tblGrid>
              <a:tr h="33239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Column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Column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Column 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Column 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Column 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01C0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7612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Text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Text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Text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Text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Text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31137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2958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1721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43208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2537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AE8C365-43E6-1A6D-CC77-30309B6F4C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3C1983-D8C1-8A49-699F-A33711A4966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33BEF2-B18B-04AF-5845-DEE02C19516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Title 1</a:t>
            </a:r>
          </a:p>
          <a:p>
            <a:pPr lvl="1"/>
            <a:r>
              <a:rPr lang="en-US" dirty="0"/>
              <a:t>Text 2</a:t>
            </a:r>
          </a:p>
        </p:txBody>
      </p:sp>
    </p:spTree>
    <p:extLst>
      <p:ext uri="{BB962C8B-B14F-4D97-AF65-F5344CB8AC3E}">
        <p14:creationId xmlns:p14="http://schemas.microsoft.com/office/powerpoint/2010/main" val="24204984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0CBB279-7909-5F96-1E44-5BCBE95CD5D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4EE281-F536-071D-3D0A-724F14AEC19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DF0132-01D6-E174-2D90-F7A6BD85755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Left Column</a:t>
            </a:r>
          </a:p>
          <a:p>
            <a:pPr lvl="1"/>
            <a:r>
              <a:rPr lang="en-US" dirty="0"/>
              <a:t>Text 1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A4408E-3710-6381-D6EF-DB48F4D488C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Right Column</a:t>
            </a:r>
          </a:p>
          <a:p>
            <a:pPr lvl="1"/>
            <a:r>
              <a:rPr lang="en-US" dirty="0"/>
              <a:t>Text 2</a:t>
            </a:r>
          </a:p>
        </p:txBody>
      </p:sp>
    </p:spTree>
    <p:extLst>
      <p:ext uri="{BB962C8B-B14F-4D97-AF65-F5344CB8AC3E}">
        <p14:creationId xmlns:p14="http://schemas.microsoft.com/office/powerpoint/2010/main" val="2823294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33C955F-6053-E2FC-1585-C4564FF450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01D51D8-87C8-4F1A-8B9A-F1AD1A3A4AA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6853016-9876-8BFC-BE5A-C24E2423917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DB69F9-8AA6-F5B6-8F51-AB362124177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Visual Content</a:t>
            </a:r>
          </a:p>
          <a:p>
            <a:pPr lvl="1"/>
            <a:r>
              <a:rPr lang="en-US" dirty="0"/>
              <a:t>Test Content</a:t>
            </a:r>
          </a:p>
        </p:txBody>
      </p:sp>
    </p:spTree>
    <p:extLst>
      <p:ext uri="{BB962C8B-B14F-4D97-AF65-F5344CB8AC3E}">
        <p14:creationId xmlns:p14="http://schemas.microsoft.com/office/powerpoint/2010/main" val="5966964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7F9BA52F-5CEE-6460-202B-3D9DD95E3B4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EF9D11-AA06-AE66-9ADB-22B967B4EF0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00F8E6-AE2A-780B-E1A9-A9BE49D44DF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37B631-C38F-AAA1-879C-2F9420F2791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016555A-A18E-9A63-774B-4A7F7815862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761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427</TotalTime>
  <Words>39</Words>
  <Application>Microsoft Office PowerPoint</Application>
  <PresentationFormat>On-screen Show (16:9)</PresentationFormat>
  <Paragraphs>20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EOFramework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EOFramework Template</dc:title>
  <dc:subject>PptxGenJS Presentation</dc:subject>
  <dc:creator>EOFramework</dc:creator>
  <cp:lastModifiedBy>Kishan Siram</cp:lastModifiedBy>
  <cp:revision>79</cp:revision>
  <dcterms:created xsi:type="dcterms:W3CDTF">2025-11-01T21:16:10Z</dcterms:created>
  <dcterms:modified xsi:type="dcterms:W3CDTF">2025-11-11T19:45:33Z</dcterms:modified>
</cp:coreProperties>
</file>