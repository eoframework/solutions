
<file path=[Content_Types].xml><?xml version="1.0" encoding="utf-8"?>
<Types xmlns="http://schemas.openxmlformats.org/package/2006/content-types">
  <Default Extension="bin" ContentType="image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57" r:id="rId4"/>
    <p:sldId id="258" r:id="rId5"/>
    <p:sldId id="259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9" descr="A blue text on a white background&#10;&#10;AI-generated content may be incorrect.">
            <a:extLst>
              <a:ext uri="{FF2B5EF4-FFF2-40B4-BE49-F238E27FC236}">
                <a16:creationId xmlns:a16="http://schemas.microsoft.com/office/drawing/2014/main" id="{5923DF2C-5B1F-3EC4-740C-25984C8C919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439" b="439"/>
          <a:stretch/>
        </p:blipFill>
        <p:spPr>
          <a:xfrm>
            <a:off x="2180492" y="171206"/>
            <a:ext cx="3978520" cy="1314694"/>
          </a:xfr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99FD6B-0C29-FC2B-F9DD-909BA94272C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Picture Placeholder 11" descr="A close-up of a logo&#10;&#10;AI-generated content may be incorrect.">
            <a:extLst>
              <a:ext uri="{FF2B5EF4-FFF2-40B4-BE49-F238E27FC236}">
                <a16:creationId xmlns:a16="http://schemas.microsoft.com/office/drawing/2014/main" id="{9E101683-E1B6-3B7D-7122-822AF421F4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5787" b="5787"/>
          <a:stretch/>
        </p:blipFill>
        <p:spPr>
          <a:xfrm>
            <a:off x="313591" y="4536078"/>
            <a:ext cx="2099897" cy="529698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D80C46E-2243-953D-DEDD-009B626DA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679FF00-D1A5-80E5-EC05-81695300C53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747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3C3128-D9A0-FDF5-5D3B-B79BB6F2EF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endParaRPr lang="en-US" b="1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08CB1B-5A14-F536-9BA0-9FCBA8AC84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Table Placeholder 5">
            <a:extLst>
              <a:ext uri="{FF2B5EF4-FFF2-40B4-BE49-F238E27FC236}">
                <a16:creationId xmlns:a16="http://schemas.microsoft.com/office/drawing/2014/main" id="{D287DF2D-14F2-FEFE-6F75-F77CA81C58EC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295607520"/>
              </p:ext>
            </p:extLst>
          </p:nvPr>
        </p:nvGraphicFramePr>
        <p:xfrm>
          <a:off x="257175" y="676275"/>
          <a:ext cx="8710610" cy="18157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22">
                  <a:extLst>
                    <a:ext uri="{9D8B030D-6E8A-4147-A177-3AD203B41FA5}">
                      <a16:colId xmlns:a16="http://schemas.microsoft.com/office/drawing/2014/main" val="2761373860"/>
                    </a:ext>
                  </a:extLst>
                </a:gridCol>
                <a:gridCol w="1742122">
                  <a:extLst>
                    <a:ext uri="{9D8B030D-6E8A-4147-A177-3AD203B41FA5}">
                      <a16:colId xmlns:a16="http://schemas.microsoft.com/office/drawing/2014/main" val="1964552432"/>
                    </a:ext>
                  </a:extLst>
                </a:gridCol>
                <a:gridCol w="1742122">
                  <a:extLst>
                    <a:ext uri="{9D8B030D-6E8A-4147-A177-3AD203B41FA5}">
                      <a16:colId xmlns:a16="http://schemas.microsoft.com/office/drawing/2014/main" val="3972175238"/>
                    </a:ext>
                  </a:extLst>
                </a:gridCol>
                <a:gridCol w="1742122">
                  <a:extLst>
                    <a:ext uri="{9D8B030D-6E8A-4147-A177-3AD203B41FA5}">
                      <a16:colId xmlns:a16="http://schemas.microsoft.com/office/drawing/2014/main" val="247066254"/>
                    </a:ext>
                  </a:extLst>
                </a:gridCol>
                <a:gridCol w="1742122">
                  <a:extLst>
                    <a:ext uri="{9D8B030D-6E8A-4147-A177-3AD203B41FA5}">
                      <a16:colId xmlns:a16="http://schemas.microsoft.com/office/drawing/2014/main" val="3278021924"/>
                    </a:ext>
                  </a:extLst>
                </a:gridCol>
              </a:tblGrid>
              <a:tr h="332393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Column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Column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Column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Column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2"/>
                          </a:solidFill>
                        </a:rPr>
                        <a:t>Column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01C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612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Text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113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958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1721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3208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2537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E8C365-43E6-1A6D-CC77-30309B6F4C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3C1983-D8C1-8A49-699F-A33711A496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3BEF2-B18B-04AF-5845-DEE02C1951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Title 1</a:t>
            </a:r>
          </a:p>
          <a:p>
            <a:pPr lvl="1"/>
            <a:r>
              <a:rPr lang="en-US" dirty="0"/>
              <a:t>Text 2</a:t>
            </a:r>
          </a:p>
        </p:txBody>
      </p:sp>
    </p:spTree>
    <p:extLst>
      <p:ext uri="{BB962C8B-B14F-4D97-AF65-F5344CB8AC3E}">
        <p14:creationId xmlns:p14="http://schemas.microsoft.com/office/powerpoint/2010/main" val="242049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CBB279-7909-5F96-1E44-5BCBE95CD5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4EE281-F536-071D-3D0A-724F14AEC19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DF0132-01D6-E174-2D90-F7A6BD85755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Left Column</a:t>
            </a:r>
          </a:p>
          <a:p>
            <a:pPr lvl="1"/>
            <a:r>
              <a:rPr lang="en-US" dirty="0"/>
              <a:t>Text 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A4408E-3710-6381-D6EF-DB48F4D488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Right Column</a:t>
            </a:r>
          </a:p>
          <a:p>
            <a:pPr lvl="1"/>
            <a:r>
              <a:rPr lang="en-US" dirty="0"/>
              <a:t>Text 2</a:t>
            </a:r>
          </a:p>
        </p:txBody>
      </p:sp>
    </p:spTree>
    <p:extLst>
      <p:ext uri="{BB962C8B-B14F-4D97-AF65-F5344CB8AC3E}">
        <p14:creationId xmlns:p14="http://schemas.microsoft.com/office/powerpoint/2010/main" val="282329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3C955F-6053-E2FC-1585-C4564FF450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1D51D8-87C8-4F1A-8B9A-F1AD1A3A4AA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6853016-9876-8BFC-BE5A-C24E2423917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DB69F9-8AA6-F5B6-8F51-AB36212417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Visual Content</a:t>
            </a:r>
          </a:p>
          <a:p>
            <a:pPr lvl="1"/>
            <a:r>
              <a:rPr lang="en-US" dirty="0"/>
              <a:t>Test Content</a:t>
            </a:r>
          </a:p>
        </p:txBody>
      </p:sp>
    </p:spTree>
    <p:extLst>
      <p:ext uri="{BB962C8B-B14F-4D97-AF65-F5344CB8AC3E}">
        <p14:creationId xmlns:p14="http://schemas.microsoft.com/office/powerpoint/2010/main" val="596696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35</Words>
  <Application>Microsoft Office PowerPoint</Application>
  <PresentationFormat>On-screen Show (16:9)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73</cp:revision>
  <dcterms:created xsi:type="dcterms:W3CDTF">2025-11-01T21:16:10Z</dcterms:created>
  <dcterms:modified xsi:type="dcterms:W3CDTF">2025-11-11T00:05:09Z</dcterms:modified>
</cp:coreProperties>
</file>