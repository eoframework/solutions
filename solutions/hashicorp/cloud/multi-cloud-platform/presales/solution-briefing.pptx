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Scope Parameters (not displayed on slide):</a:t>
            </a:r>
          </a:p>
          <a:p/>
          <a:p>
            <a:r>
              <a:t>• State Storage Volume: 2 TB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HashiCorp Multi-Cloud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manual infrastructure provisioning and reduce deployment time from days to minutes</a:t>
            </a:r>
          </a:p>
          <a:p>
            <a:pPr lvl="1"/>
            <a:r>
              <a:t>Achieve consistent infrastructure across AWS Azure GCP and on-premises environments</a:t>
            </a:r>
          </a:p>
          <a:p>
            <a:pPr lvl="1"/>
            <a:r>
              <a:t>Scale infrastructure operations without adding headcount through self-service automation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80% reduction in infrastructure provisioning time with automated workflows</a:t>
            </a:r>
          </a:p>
          <a:p>
            <a:pPr lvl="1"/>
            <a:r>
              <a:t>95%+ policy compliance through automated governance and security controls</a:t>
            </a:r>
          </a:p>
          <a:p>
            <a:pPr lvl="1"/>
            <a:r>
              <a:t>ROI realization within 18-24 months through operational efficiency and cost optimization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Managed Cloud Providers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clouds (AWS Azure GCP)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Multi-region (us-east-1 eu-west-1 ap-southeast-1)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Resources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2500 total resources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 (99.9%)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Terraform Workspaces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workspaces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Multi-cloud with networking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integrations (GitHub Datadog Slack ServiceNow)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Enterprise (Vault SSO RBAC)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VCS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GitHub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ISO27001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Platform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Policy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Sentinel policies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roles (viewer operator admin security auditor)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Processing Mode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Self-service with approvals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Concurrent Infrastructure Runs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15 concurrent runs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environments (dev staging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HashiCorp Stack</a:t>
            </a:r>
          </a:p>
          <a:p>
            <a:pPr lvl="1"/>
            <a:r>
              <a:t>Terraform Cloud for infrastructure as code with workspaces and policy enforcement</a:t>
            </a:r>
          </a:p>
          <a:p>
            <a:pPr lvl="1"/>
            <a:r>
              <a:t>HashiCorp Vault for centralized secrets management and dynamic credentials across clouds</a:t>
            </a:r>
          </a:p>
          <a:p>
            <a:pPr lvl="1"/>
            <a:r>
              <a:t>HashiCorp Consul for service mesh and multi-cloud service discovery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Multi-cloud provisioning across AWS Azure GCP with unified workflows</a:t>
            </a:r>
          </a:p>
          <a:p>
            <a:pPr lvl="1"/>
            <a:r>
              <a:t>Policy as code with Sentinel for governance security and cost controls</a:t>
            </a:r>
          </a:p>
          <a:p>
            <a:pPr lvl="1"/>
            <a:r>
              <a:t>VCS integration with GitHub for GitOps workflows and collaboration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(Months 1-3)</a:t>
            </a:r>
          </a:p>
          <a:p>
            <a:pPr lvl="1"/>
            <a:r>
              <a:t>Deploy Terraform Cloud with initial workspaces and VCS integration</a:t>
            </a:r>
          </a:p>
          <a:p>
            <a:pPr lvl="1"/>
            <a:r>
              <a:t>Migrate existing Terraform state from local/S3 to centralized platform</a:t>
            </a:r>
          </a:p>
          <a:p>
            <a:pPr lvl="1"/>
            <a:r>
              <a:t>Implement Vault for secrets management and establish RBAC model</a:t>
            </a:r>
          </a:p>
          <a:p>
            <a:pPr/>
            <a:r>
              <a:rPr b="1"/>
              <a:t>Phase 2: Expansion (Months 4-6)</a:t>
            </a:r>
          </a:p>
          <a:p>
            <a:pPr lvl="1"/>
            <a:r>
              <a:t>Onboard additional cloud environments and expand to 50+ workspaces</a:t>
            </a:r>
          </a:p>
          <a:p>
            <a:pPr lvl="1"/>
            <a:r>
              <a:t>Deploy Sentinel policies for security cost and compliance governance</a:t>
            </a:r>
          </a:p>
          <a:p>
            <a:pPr lvl="1"/>
            <a:r>
              <a:t>Integrate with CI/CD pipelines and enable self-service provisioning</a:t>
            </a:r>
          </a:p>
          <a:p>
            <a:pPr/>
            <a:r>
              <a:rPr b="1"/>
              <a:t>Phase 3: Optimization (Months 7-9)</a:t>
            </a:r>
          </a:p>
          <a:p>
            <a:pPr lvl="1"/>
            <a:r>
              <a:t>Implement Consul service mesh for cross-cloud connectivity</a:t>
            </a:r>
          </a:p>
          <a:p>
            <a:pPr lvl="1"/>
            <a:r>
              <a:t>Deploy advanced automation including drift detection and remediation</a:t>
            </a:r>
          </a:p>
          <a:p>
            <a:pPr lvl="1"/>
            <a:r>
              <a:t>Complete training transition to operations and enable full self-service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Terraform Cloud operational 25 workspaces migrated Vault secrets management deployed RBAC implemented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Expansion &amp;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4-6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workspaces across all clouds Sentinel policies enforcing governance CI/CD integration complete Self-service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Scale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7-9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Consul service mesh deployed Advanced automation active Full team enablement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Financial Services Firm</a:t>
            </a:r>
          </a:p>
          <a:p>
            <a:pPr lvl="1"/>
            <a:r>
              <a:rPr b="1"/>
              <a:t>Client:</a:t>
            </a:r>
            <a:r>
              <a:t> Fortune 500 financial institution with 2500+ multi-cloud resources</a:t>
            </a:r>
          </a:p>
          <a:p>
            <a:pPr lvl="1"/>
            <a:r>
              <a:rPr b="1"/>
              <a:t>Challenge:</a:t>
            </a:r>
            <a:r>
              <a:t> Inconsistent Terraform usage creating compliance gaps and infrastructure drift. Manual provisioning taking 5-7 days per environment. No policy enforcement enabling security misconfigurations costing $180K annually in incidents.</a:t>
            </a:r>
          </a:p>
          <a:p>
            <a:pPr lvl="1"/>
            <a:r>
              <a:rPr b="1"/>
              <a:t>Solution:</a:t>
            </a:r>
            <a:r>
              <a:t> Deployed HashiCorp multi-cloud platform with Terraform Cloud, Vault, and 50+ Sentinel policies. Implemented GitOps workflows and self-service provisioning.</a:t>
            </a:r>
          </a:p>
          <a:p>
            <a:pPr lvl="1"/>
            <a:r>
              <a:rPr b="1"/>
              <a:t>Results:</a:t>
            </a:r>
            <a:r>
              <a:t> 75% reduction in provisioning time (7 days to 1.5 days) and 99% policy compliance rate with zero security incidents. $450K annual savings through cost optimization policies. Full ROI achieved in 16 months.</a:t>
            </a:r>
          </a:p>
          <a:p>
            <a:pPr lvl="1"/>
            <a:r>
              <a:rPr b="1"/>
              <a:t>Testimonial:</a:t>
            </a:r>
            <a:r>
              <a:t> "The HashiCorp platform transformed our infrastructure chaos into a governed, compliant multi-cloud operation. Sentinel policies prevent misconfigurations before they reach production." — </a:t>
            </a:r>
            <a:r>
              <a:rPr b="1"/>
              <a:t>James Chen</a:t>
            </a:r>
            <a:r>
              <a:t>, VP of Cloud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8+ years implementing HashiCorp solutions with proven multi-cloud expertise</a:t>
            </a:r>
          </a:p>
          <a:p>
            <a:pPr lvl="1"/>
            <a:r>
              <a:t>30+ successful Terraform Enterprise deployments across enterprises</a:t>
            </a:r>
          </a:p>
          <a:p>
            <a:pPr lvl="1"/>
            <a:r>
              <a:t>HashiCorp Implementation Partner with certified platform engineers</a:t>
            </a:r>
          </a:p>
          <a:p>
            <a:pPr lvl="1"/>
            <a:r>
              <a:t>Deep expertise in Sentinel policy development and multi-cloud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Terraform modules and policy libraries accelerate deployment</a:t>
            </a:r>
          </a:p>
          <a:p>
            <a:pPr lvl="1"/>
            <a:r>
              <a:t>Proven workspace organization patterns from 30+ implementations</a:t>
            </a:r>
          </a:p>
          <a:p>
            <a:pPr lvl="1"/>
            <a:r>
              <a:t>Direct HashiCorp engineering support through partner network</a:t>
            </a:r>
          </a:p>
          <a:p>
            <a:pPr lvl="1"/>
            <a:r>
              <a:t>Best practices from real-world multi-cloud migrations avoid common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$47,918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($12,700)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$35,218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$47,918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$47,918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$131,054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HashiCorp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$71,250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$198,750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$55,080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$84,900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$84,900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$84,900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$84,900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$254,700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$387,428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($27,700)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$359,728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$222,428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$222,428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$804,584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platform implementation by [specific date]</a:t>
            </a:r>
          </a:p>
          <a:p>
            <a:pPr/>
            <a:r>
              <a:rPr b="1"/>
              <a:t>Kickoff:</a:t>
            </a:r>
            <a:r>
              <a:t> Target implementation start date within 30 days of approval</a:t>
            </a:r>
          </a:p>
          <a:p>
            <a:pPr/>
            <a:r>
              <a:rPr b="1"/>
              <a:t>Team Formation:</a:t>
            </a:r>
            <a:r>
              <a:t> Identify infrastructure leads, provide existing Terraform code samples</a:t>
            </a:r>
          </a:p>
          <a:p>
            <a:pPr/>
            <a:r>
              <a:rPr b="1"/>
              <a:t>Week 1-2:</a:t>
            </a:r>
            <a:r>
              <a:t> Contract finalization workspace migration planning and cloud access setup</a:t>
            </a:r>
          </a:p>
          <a:p>
            <a:pPr/>
            <a:r>
              <a:rPr b="1"/>
              <a:t>Week 3-4:</a:t>
            </a:r>
            <a:r>
              <a:t> Initial workspace migration and platform configuration, first automated runs via VCS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Multi-Cloud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