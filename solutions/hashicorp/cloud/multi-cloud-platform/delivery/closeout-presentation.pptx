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2: Agenda**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Project Overview and Objectives</a:t>
            </a:r>
          </a:p>
          <a:p>
            <a:pPr/>
            <a:r>
              <a:t>Delivery Summary and Achievements</a:t>
            </a:r>
          </a:p>
          <a:p>
            <a:pPr/>
            <a:r>
              <a:t>Benefits Realization and Value Delivered</a:t>
            </a:r>
          </a:p>
          <a:p>
            <a:pPr/>
            <a:r>
              <a:t>Lessons Learned and Best Practices</a:t>
            </a:r>
          </a:p>
          <a:p>
            <a:pPr/>
            <a:r>
              <a:t>Recommendations and Next Steps</a:t>
            </a:r>
          </a:p>
          <a:p>
            <a:pPr/>
            <a:r>
              <a:t>Team Recognition and Appreciation</a:t>
            </a:r>
          </a:p>
          <a:p>
            <a:pPr/>
            <a:r>
              <a:t>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3: Project Charter Recap**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Original Business Problem:</a:t>
            </a:r>
            <a:r>
              <a:t> [Problem statement]</a:t>
            </a:r>
          </a:p>
          <a:p>
            <a:pPr/>
            <a:r>
              <a:rPr b="1"/>
              <a:t>Project Objectives:</a:t>
            </a:r>
            <a:r>
              <a:t> [Key objectives achieved]</a:t>
            </a:r>
          </a:p>
          <a:p>
            <a:pPr/>
            <a:r>
              <a:rPr b="1"/>
              <a:t>Success Criteria:</a:t>
            </a:r>
            <a:r>
              <a:t> [How success was measured]</a:t>
            </a:r>
          </a:p>
          <a:p>
            <a:pPr/>
            <a:r>
              <a:rPr b="1"/>
              <a:t>Project Scope:</a:t>
            </a:r>
            <a:r>
              <a:t> [What was included/excluded]</a:t>
            </a:r>
          </a:p>
          <a:p>
            <a:pPr/>
            <a:r>
              <a:rPr b="1"/>
              <a:t>Initial Timeline:</a:t>
            </a:r>
            <a:r>
              <a:t> [Original vs. actual timeline]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4: Project Scope Delivered**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Scope Element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[Functional Area 1]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[Original scope]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[What was delivered]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[Any variances]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[Functional Area 2]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[Original scope]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[What was delivered]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[Any variances]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[Functional Area 3]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[Original scope]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[What was delivered]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⚠️ Modified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[Scope changes]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5: Project Timeline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6: Budget and Resource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Total Project Budget:</a:t>
            </a:r>
            <a:r>
              <a:t> [Approved budget]</a:t>
            </a:r>
          </a:p>
          <a:p>
            <a:pPr/>
            <a:r>
              <a:rPr b="1"/>
              <a:t>Actual Expenditure:</a:t>
            </a:r>
            <a:r>
              <a:t> [Final cost]</a:t>
            </a:r>
          </a:p>
          <a:p>
            <a:pPr/>
            <a:r>
              <a:rPr b="1"/>
              <a:t>Budget Variance:</a:t>
            </a:r>
            <a:r>
              <a:t> [Over/under budget with explanation]</a:t>
            </a:r>
          </a:p>
          <a:p>
            <a:pPr/>
            <a:r>
              <a:rPr b="1"/>
              <a:t>Resource Utilization:</a:t>
            </a:r>
            <a:r>
              <a:t> [Team size and effort]</a:t>
            </a:r>
          </a:p>
          <a:p>
            <a:pPr/>
            <a:r>
              <a:rPr b="1"/>
              <a:t>Cost Per Deliverable:</a:t>
            </a:r>
            <a:r>
              <a:t> [Cost efficiency metrics]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7: Solution Architecture Overview**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High-level architecture diagram</a:t>
            </a:r>
          </a:p>
          <a:p>
            <a:pPr/>
            <a:r>
              <a:t>Key components and technologies</a:t>
            </a:r>
          </a:p>
          <a:p>
            <a:pPr/>
            <a:r>
              <a:t>Integration points and data flow</a:t>
            </a:r>
          </a:p>
          <a:p>
            <a:pPr/>
            <a:r>
              <a:t>Security and compliance features</a:t>
            </a:r>
          </a:p>
          <a:p>
            <a:pPr/>
            <a:r>
              <a:t>Scalability and performance characteristics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8: Key Features Delivered**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Business Value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User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Technical Complexity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[Feature 1]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[Value proposition]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[User benefit]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[Complexity level]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[Feature 2]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[Value proposition]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[User benefit]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[Complexity level]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[Feature 3]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[Value proposition]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[User benefit]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[Complexity level]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9: Quality Metrics**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10: Go-Live Results**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Deployment Success:</a:t>
            </a:r>
            <a:r>
              <a:t> [Smooth/Issues encountered]</a:t>
            </a:r>
          </a:p>
          <a:p>
            <a:pPr/>
            <a:r>
              <a:rPr b="1"/>
              <a:t>System Stability:</a:t>
            </a:r>
            <a:r>
              <a:t> [Post-deployment performance]</a:t>
            </a:r>
          </a:p>
          <a:p>
            <a:pPr/>
            <a:r>
              <a:rPr b="1"/>
              <a:t>User Adoption:</a:t>
            </a:r>
            <a:r>
              <a:t> [Usage statistics and feedback]</a:t>
            </a:r>
          </a:p>
          <a:p>
            <a:pPr/>
            <a:r>
              <a:rPr b="1"/>
              <a:t>Support Tickets:</a:t>
            </a:r>
            <a:r>
              <a:t> [Volume and resolution times]</a:t>
            </a:r>
          </a:p>
          <a:p>
            <a:pPr/>
            <a:r>
              <a:rPr b="1"/>
              <a:t>Business Continuity:</a:t>
            </a:r>
            <a:r>
              <a:t> [No disruption achieved]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11: Training and Knowledge Transfer**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Training Sessions Delivered:</a:t>
            </a:r>
            <a:r>
              <a:t> [Number and attendance]</a:t>
            </a:r>
          </a:p>
          <a:p>
            <a:pPr/>
            <a:r>
              <a:rPr b="1"/>
              <a:t>User Competency:</a:t>
            </a:r>
            <a:r>
              <a:t> [Assessment results]</a:t>
            </a:r>
          </a:p>
          <a:p>
            <a:pPr/>
            <a:r>
              <a:rPr b="1"/>
              <a:t>Documentation Provided:</a:t>
            </a:r>
            <a:r>
              <a:t> [Comprehensive user guides]</a:t>
            </a:r>
          </a:p>
          <a:p>
            <a:pPr/>
            <a:r>
              <a:rPr b="1"/>
              <a:t>Support Model:</a:t>
            </a:r>
            <a:r>
              <a:t> [Ongoing support structure]</a:t>
            </a:r>
          </a:p>
          <a:p>
            <a:pPr/>
            <a:r>
              <a:rPr b="1"/>
              <a:t>Knowledge Transfer:</a:t>
            </a:r>
            <a:r>
              <a:t> [To operations and support teams]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12: Business Value Delivered**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Measurement Method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 to Full Benefit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Cost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[Target amount]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[Actual/Projected]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[How measured]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[Timeline]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Revenue Enhancement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[Target amount]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[Actual/Projected]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[How measured]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[Timeline]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Efficiency Gains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[Target %]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[Actual %]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[How measured]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[Timeline]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Risk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[Risk level]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[Achieved level]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[How measured]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[Timeline]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13: ROI Analysis**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14: Operational Improvements**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Process Efficiency:</a:t>
            </a:r>
            <a:r>
              <a:t> [Before vs. after metrics]</a:t>
            </a:r>
          </a:p>
          <a:p>
            <a:pPr/>
            <a:r>
              <a:rPr b="1"/>
              <a:t>User Productivity:</a:t>
            </a:r>
            <a:r>
              <a:t> [Productivity gains achieved]</a:t>
            </a:r>
          </a:p>
          <a:p>
            <a:pPr/>
            <a:r>
              <a:rPr b="1"/>
              <a:t>Data Quality:</a:t>
            </a:r>
            <a:r>
              <a:t> [Improvement in data accuracy]</a:t>
            </a:r>
          </a:p>
          <a:p>
            <a:pPr/>
            <a:r>
              <a:rPr b="1"/>
              <a:t>Compliance:</a:t>
            </a:r>
            <a:r>
              <a:t> [Enhanced compliance posture]</a:t>
            </a:r>
          </a:p>
          <a:p>
            <a:pPr/>
            <a:r>
              <a:rPr b="1"/>
              <a:t>Customer Satisfaction:</a:t>
            </a:r>
            <a:r>
              <a:t> [User feedback scores]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15: Strategic Value**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Technology Modernization:</a:t>
            </a:r>
            <a:r>
              <a:t> [Platform improvements]</a:t>
            </a:r>
          </a:p>
          <a:p>
            <a:pPr/>
            <a:r>
              <a:rPr b="1"/>
              <a:t>Competitive Advantage:</a:t>
            </a:r>
            <a:r>
              <a:t> [Market positioning]</a:t>
            </a:r>
          </a:p>
          <a:p>
            <a:pPr/>
            <a:r>
              <a:rPr b="1"/>
              <a:t>Innovation Enablement:</a:t>
            </a:r>
            <a:r>
              <a:t> [Future capabilities enabled]</a:t>
            </a:r>
          </a:p>
          <a:p>
            <a:pPr/>
            <a:r>
              <a:rPr b="1"/>
              <a:t>Organizational Capability:</a:t>
            </a:r>
            <a:r>
              <a:t> [Skills and knowledge gained]</a:t>
            </a:r>
          </a:p>
          <a:p>
            <a:pPr/>
            <a:r>
              <a:rPr b="1"/>
              <a:t>Foundation for Growth:</a:t>
            </a:r>
            <a:r>
              <a:t> [Scalability achieved]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16: What Went Well**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Management:</a:t>
            </a:r>
            <a:r>
              <a:t> [Effective practices]</a:t>
            </a:r>
          </a:p>
          <a:p>
            <a:pPr/>
            <a:r>
              <a:rPr b="1"/>
              <a:t>Team Collaboration:</a:t>
            </a:r>
            <a:r>
              <a:t> [Successful teamwork elements]</a:t>
            </a:r>
          </a:p>
          <a:p>
            <a:pPr/>
            <a:r>
              <a:rPr b="1"/>
              <a:t>Technical Approach:</a:t>
            </a:r>
            <a:r>
              <a:t> [Successful technical decisions]</a:t>
            </a:r>
          </a:p>
          <a:p>
            <a:pPr/>
            <a:r>
              <a:rPr b="1"/>
              <a:t>Stakeholder Engagement:</a:t>
            </a:r>
            <a:r>
              <a:t> [Effective communication]</a:t>
            </a:r>
          </a:p>
          <a:p>
            <a:pPr/>
            <a:r>
              <a:rPr b="1"/>
              <a:t>Risk Management:</a:t>
            </a:r>
            <a:r>
              <a:t> [Successful risk mitigation]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17: Challenges Overcome**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311"/>
                <a:gridCol w="2177733"/>
                <a:gridCol w="1045311"/>
                <a:gridCol w="4442575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Resolution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Prevention for Future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[Challenge 1]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[Business/technical impact]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[How resolved]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[Future prevention]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[Challenge 2]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[Business/technical impact]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[How resolved]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[Future prevention]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[Challenge 3]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[Business/technical impact]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[How resolved]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[Future prevention]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18: Key Learnings**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Technical Lessons:</a:t>
            </a:r>
          </a:p>
          <a:p>
            <a:pPr lvl="1"/>
            <a:r>
              <a:t>[Technology choice insights]</a:t>
            </a:r>
          </a:p>
          <a:p>
            <a:pPr lvl="1"/>
            <a:r>
              <a:t>[Architecture decisions that worked well]</a:t>
            </a:r>
          </a:p>
          <a:p>
            <a:pPr lvl="1"/>
            <a:r>
              <a:t>[Development approaches that were effective]</a:t>
            </a:r>
          </a:p>
          <a:p>
            <a:pPr/>
            <a:r>
              <a:rPr b="1"/>
              <a:t>Process Lessons:</a:t>
            </a:r>
          </a:p>
          <a:p>
            <a:pPr lvl="1"/>
            <a:r>
              <a:t>[Project management insights]</a:t>
            </a:r>
          </a:p>
          <a:p>
            <a:pPr lvl="1"/>
            <a:r>
              <a:t>[Communication strategies that worked]</a:t>
            </a:r>
          </a:p>
          <a:p>
            <a:pPr lvl="1"/>
            <a:r>
              <a:t>[Change management effectiveness]</a:t>
            </a:r>
          </a:p>
          <a:p>
            <a:pPr/>
            <a:r>
              <a:rPr b="1"/>
              <a:t>Organizational Lessons:</a:t>
            </a:r>
          </a:p>
          <a:p>
            <a:pPr lvl="1"/>
            <a:r>
              <a:t>[Team dynamics insights]</a:t>
            </a:r>
          </a:p>
          <a:p>
            <a:pPr lvl="1"/>
            <a:r>
              <a:t>[Stakeholder management learnings]</a:t>
            </a:r>
          </a:p>
          <a:p>
            <a:pPr lvl="1"/>
            <a:r>
              <a:t>[Training and adoption insights]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19: Best Practices Established**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Methodology Improvements:</a:t>
            </a:r>
            <a:r>
              <a:t> [Process enhancements]</a:t>
            </a:r>
          </a:p>
          <a:p>
            <a:pPr/>
            <a:r>
              <a:rPr b="1"/>
              <a:t>Tool and Technology Standards:</a:t>
            </a:r>
            <a:r>
              <a:t> [New standards established]</a:t>
            </a:r>
          </a:p>
          <a:p>
            <a:pPr/>
            <a:r>
              <a:rPr b="1"/>
              <a:t>Communication Protocols:</a:t>
            </a:r>
            <a:r>
              <a:t> [Effective communication patterns]</a:t>
            </a:r>
          </a:p>
          <a:p>
            <a:pPr/>
            <a:r>
              <a:rPr b="1"/>
              <a:t>Quality Assurance:</a:t>
            </a:r>
            <a:r>
              <a:t> [QA practices that worked]</a:t>
            </a:r>
          </a:p>
          <a:p>
            <a:pPr/>
            <a:r>
              <a:rPr b="1"/>
              <a:t>Documentation Standards:</a:t>
            </a:r>
            <a:r>
              <a:t> [Documentation improvements]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20: Immediate Recommendations**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Operational Excellence:</a:t>
            </a:r>
          </a:p>
          <a:p>
            <a:pPr lvl="1"/>
            <a:r>
              <a:t>[Monitoring and maintenance recommendations]</a:t>
            </a:r>
          </a:p>
          <a:p>
            <a:pPr lvl="1"/>
            <a:r>
              <a:t>[Performance optimization opportunities]</a:t>
            </a:r>
          </a:p>
          <a:p>
            <a:pPr lvl="1"/>
            <a:r>
              <a:t>[Security enhancement suggestions]</a:t>
            </a:r>
          </a:p>
          <a:p>
            <a:pPr/>
            <a:r>
              <a:rPr b="1"/>
              <a:t>User Adoption:</a:t>
            </a:r>
          </a:p>
          <a:p>
            <a:pPr lvl="1"/>
            <a:r>
              <a:t>[Additional training needs]</a:t>
            </a:r>
          </a:p>
          <a:p>
            <a:pPr lvl="1"/>
            <a:r>
              <a:t>[Change management continuation]</a:t>
            </a:r>
          </a:p>
          <a:p>
            <a:pPr lvl="1"/>
            <a:r>
              <a:t>[User feedback incorporation]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21: Future Enhancement Opportunities**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Enhancement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Business Value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[Enhancement 1]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[Value proposition]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[Low/Med/High]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[Timeline]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[High/Med/Low]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[Enhancement 2]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[Value proposition]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[Low/Med/High]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[Timeline]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[High/Med/Low]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[Enhancement 3]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[Value proposition]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[Low/Med/High]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[Timeline]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[High/Med/Low]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22: Transition to Operations**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Operational Handover:</a:t>
            </a:r>
            <a:r>
              <a:t> [Complete transition plan]</a:t>
            </a:r>
          </a:p>
          <a:p>
            <a:pPr/>
            <a:r>
              <a:rPr b="1"/>
              <a:t>Support Structure:</a:t>
            </a:r>
            <a:r>
              <a:t> [Ongoing support model]</a:t>
            </a:r>
          </a:p>
          <a:p>
            <a:pPr/>
            <a:r>
              <a:rPr b="1"/>
              <a:t>Monitoring and Maintenance:</a:t>
            </a:r>
            <a:r>
              <a:t> [Operational procedures]</a:t>
            </a:r>
          </a:p>
          <a:p>
            <a:pPr/>
            <a:r>
              <a:rPr b="1"/>
              <a:t>Change Management:</a:t>
            </a:r>
            <a:r>
              <a:t> [Future change processes]</a:t>
            </a:r>
          </a:p>
          <a:p>
            <a:pPr/>
            <a:r>
              <a:rPr b="1"/>
              <a:t>Continuous Improvement:</a:t>
            </a:r>
            <a:r>
              <a:t> [Feedback and enhancement process]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23: Core Team Appreciation**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Manager:</a:t>
            </a:r>
            <a:r>
              <a:t> [Name and key contributions]</a:t>
            </a:r>
          </a:p>
          <a:p>
            <a:pPr/>
            <a:r>
              <a:rPr b="1"/>
              <a:t>Solution Architect:</a:t>
            </a:r>
            <a:r>
              <a:t> [Name and key contributions]</a:t>
            </a:r>
          </a:p>
          <a:p>
            <a:pPr/>
            <a:r>
              <a:rPr b="1"/>
              <a:t>Technical Lead:</a:t>
            </a:r>
            <a:r>
              <a:t> [Name and key contributions]</a:t>
            </a:r>
          </a:p>
          <a:p>
            <a:pPr/>
            <a:r>
              <a:rPr b="1"/>
              <a:t>Business Analyst:</a:t>
            </a:r>
            <a:r>
              <a:t> [Name and key contributions]</a:t>
            </a:r>
          </a:p>
          <a:p>
            <a:pPr/>
            <a:r>
              <a:rPr b="1"/>
              <a:t>QA Lead:</a:t>
            </a:r>
            <a:r>
              <a:t> [Name and key contributions]</a:t>
            </a:r>
          </a:p>
          <a:p>
            <a:pPr/>
            <a:r>
              <a:rPr b="1"/>
              <a:t>DevOps Engineer:</a:t>
            </a:r>
            <a:r>
              <a:t> [Name and key contributions]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24: Extended Team Recognition**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Development Team:</a:t>
            </a:r>
            <a:r>
              <a:t> [Team members and contributions]</a:t>
            </a:r>
          </a:p>
          <a:p>
            <a:pPr/>
            <a:r>
              <a:rPr b="1"/>
              <a:t>Business Stakeholders:</a:t>
            </a:r>
            <a:r>
              <a:t> [Key stakeholders and support]</a:t>
            </a:r>
          </a:p>
          <a:p>
            <a:pPr/>
            <a:r>
              <a:rPr b="1"/>
              <a:t>Infrastructure Team:</a:t>
            </a:r>
            <a:r>
              <a:t> [Support provided]</a:t>
            </a:r>
          </a:p>
          <a:p>
            <a:pPr/>
            <a:r>
              <a:rPr b="1"/>
              <a:t>Security Team:</a:t>
            </a:r>
            <a:r>
              <a:t> [Security guidance and support]</a:t>
            </a:r>
          </a:p>
          <a:p>
            <a:pPr/>
            <a:r>
              <a:rPr b="1"/>
              <a:t>Executive Sponsors:</a:t>
            </a:r>
            <a:r>
              <a:t> [Leadership and support]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25: Team Success Factors**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Collaboration:</a:t>
            </a:r>
            <a:r>
              <a:t> [Cross-functional teamwork]</a:t>
            </a:r>
          </a:p>
          <a:p>
            <a:pPr/>
            <a:r>
              <a:rPr b="1"/>
              <a:t>Innovation:</a:t>
            </a:r>
            <a:r>
              <a:t> [Creative problem solving]</a:t>
            </a:r>
          </a:p>
          <a:p>
            <a:pPr/>
            <a:r>
              <a:rPr b="1"/>
              <a:t>Dedication:</a:t>
            </a:r>
            <a:r>
              <a:t> [Commitment to excellence]</a:t>
            </a:r>
          </a:p>
          <a:p>
            <a:pPr/>
            <a:r>
              <a:rPr b="1"/>
              <a:t>Adaptability:</a:t>
            </a:r>
            <a:r>
              <a:t> [Flexibility in face of challenges]</a:t>
            </a:r>
          </a:p>
          <a:p>
            <a:pPr/>
            <a:r>
              <a:rPr b="1"/>
              <a:t>Knowledge Sharing:</a:t>
            </a:r>
            <a:r>
              <a:t> [Learning and growth]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26: Project Success Declaration**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Objectives Achieved:</a:t>
            </a:r>
            <a:r>
              <a:t> [Summary of success]</a:t>
            </a:r>
          </a:p>
          <a:p>
            <a:pPr/>
            <a:r>
              <a:rPr b="1"/>
              <a:t>Value Delivered:</a:t>
            </a:r>
            <a:r>
              <a:t> [Quantified benefits]</a:t>
            </a:r>
          </a:p>
          <a:p>
            <a:pPr/>
            <a:r>
              <a:rPr b="1"/>
              <a:t>Quality Standards:</a:t>
            </a:r>
            <a:r>
              <a:t> [Quality measures met]</a:t>
            </a:r>
          </a:p>
          <a:p>
            <a:pPr/>
            <a:r>
              <a:rPr b="1"/>
              <a:t>Stakeholder Satisfaction:</a:t>
            </a:r>
            <a:r>
              <a:t> [Satisfaction scores]</a:t>
            </a:r>
          </a:p>
          <a:p>
            <a:pPr/>
            <a:r>
              <a:rPr b="1"/>
              <a:t>On-Time/Budget Delivery:</a:t>
            </a:r>
            <a:r>
              <a:t> [Schedule and budget performance]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27: Formal Project Closure**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Charter Fulfilled:</a:t>
            </a:r>
            <a:r>
              <a:t> [Objectives met]</a:t>
            </a:r>
          </a:p>
          <a:p>
            <a:pPr/>
            <a:r>
              <a:rPr b="1"/>
              <a:t>Deliverables Accepted:</a:t>
            </a:r>
            <a:r>
              <a:t> [Stakeholder sign-off]</a:t>
            </a:r>
          </a:p>
          <a:p>
            <a:pPr/>
            <a:r>
              <a:rPr b="1"/>
              <a:t>Resources Released:</a:t>
            </a:r>
            <a:r>
              <a:t> [Team transition]</a:t>
            </a:r>
          </a:p>
          <a:p>
            <a:pPr/>
            <a:r>
              <a:rPr b="1"/>
              <a:t>Documentation Complete:</a:t>
            </a:r>
            <a:r>
              <a:t> [Knowledge preservation]</a:t>
            </a:r>
          </a:p>
          <a:p>
            <a:pPr/>
            <a:r>
              <a:rPr b="1"/>
              <a:t>Lessons Captured:</a:t>
            </a:r>
            <a:r>
              <a:t> [Organizational learning]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**Slide 28: Thank You and Q&amp;A**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/>
              <a:t>Appreciation:</a:t>
            </a:r>
            <a:r>
              <a:t> [Thank stakeholders and team]</a:t>
            </a:r>
          </a:p>
          <a:p>
            <a:pPr/>
            <a:r>
              <a:rPr b="1"/>
              <a:t>Contact Information:</a:t>
            </a:r>
            <a:r>
              <a:t> [Future contact details]</a:t>
            </a:r>
          </a:p>
          <a:p>
            <a:pPr/>
            <a:r>
              <a:rPr b="1"/>
              <a:t>Q&amp;A Session:</a:t>
            </a:r>
            <a:r>
              <a:t> [Questions and answers]</a:t>
            </a:r>
          </a:p>
          <a:p>
            <a:pPr/>
            <a:r>
              <a:rPr b="1"/>
              <a:t>Next Steps:</a:t>
            </a:r>
            <a:r>
              <a:t> [Follow-up actions]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**Preparation Checklist**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 ] Gather all project metrics and data</a:t>
            </a:r>
          </a:p>
          <a:p>
            <a:pPr/>
            <a:r>
              <a:t>[ ] Collect stakeholder feedback and testimonials</a:t>
            </a:r>
          </a:p>
          <a:p>
            <a:pPr/>
            <a:r>
              <a:t>[ ] Prepare financial analysis and ROI calculations</a:t>
            </a:r>
          </a:p>
          <a:p>
            <a:pPr/>
            <a:r>
              <a:t>[ ] Create visual aids and charts</a:t>
            </a:r>
          </a:p>
          <a:p>
            <a:pPr/>
            <a:r>
              <a:t>[ ] Practice presentation delivery</a:t>
            </a:r>
          </a:p>
          <a:p>
            <a:pPr/>
            <a:r>
              <a:t>[ ] Prepare for potential questions</a:t>
            </a:r>
          </a:p>
          <a:p>
            <a:pPr/>
            <a:r>
              <a:t>[ ] Coordinate with team members for Q&amp;A support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**Presentation Best Practices**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Executive Summary:</a:t>
            </a:r>
            <a:r>
              <a:t> Lead with key achievements and value</a:t>
            </a:r>
          </a:p>
          <a:p>
            <a:pPr/>
            <a:r>
              <a:rPr b="1"/>
              <a:t>Data-Driven:</a:t>
            </a:r>
            <a:r>
              <a:t> Use metrics and facts to support statements</a:t>
            </a:r>
          </a:p>
          <a:p>
            <a:pPr/>
            <a:r>
              <a:rPr b="1"/>
              <a:t>Visual Appeal:</a:t>
            </a:r>
            <a:r>
              <a:t> Include charts, graphs, and diagrams</a:t>
            </a:r>
          </a:p>
          <a:p>
            <a:pPr/>
            <a:r>
              <a:rPr b="1"/>
              <a:t>Storytelling:</a:t>
            </a:r>
            <a:r>
              <a:t> Present as a journey from problem to solution</a:t>
            </a:r>
          </a:p>
          <a:p>
            <a:pPr/>
            <a:r>
              <a:rPr b="1"/>
              <a:t>Balanced View:</a:t>
            </a:r>
            <a:r>
              <a:t> Acknowledge challenges and how they were overcome</a:t>
            </a:r>
          </a:p>
          <a:p>
            <a:pPr/>
            <a:r>
              <a:rPr b="1"/>
              <a:t>Future Focus:</a:t>
            </a:r>
            <a:r>
              <a:t> End with recommendations and next steps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**Audience Engagement**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Interactive Elements:</a:t>
            </a:r>
            <a:r>
              <a:t> Include polls or discussion points</a:t>
            </a:r>
          </a:p>
          <a:p>
            <a:pPr/>
            <a:r>
              <a:rPr b="1"/>
              <a:t>Success Stories:</a:t>
            </a:r>
            <a:r>
              <a:t> Share specific user testimonials</a:t>
            </a:r>
          </a:p>
          <a:p>
            <a:pPr/>
            <a:r>
              <a:rPr b="1"/>
              <a:t>Live Demo:</a:t>
            </a:r>
            <a:r>
              <a:t> Show key features if appropriate</a:t>
            </a:r>
          </a:p>
          <a:p>
            <a:pPr/>
            <a:r>
              <a:rPr b="1"/>
              <a:t>Recognition:</a:t>
            </a:r>
            <a:r>
              <a:t> Acknowledge all contributors</a:t>
            </a:r>
          </a:p>
          <a:p>
            <a:pPr/>
            <a:r>
              <a:rPr b="1"/>
              <a:t>Clear Call-to-Action:</a:t>
            </a:r>
            <a:r>
              <a:t> Define next steps for stakeholders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**Follow-Up Actions**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 ] Distribute presentation slides to all attendees</a:t>
            </a:r>
          </a:p>
          <a:p>
            <a:pPr/>
            <a:r>
              <a:t>[ ] Send project summary report</a:t>
            </a:r>
          </a:p>
          <a:p>
            <a:pPr/>
            <a:r>
              <a:t>[ ] Schedule transition meetings</a:t>
            </a:r>
          </a:p>
          <a:p>
            <a:pPr/>
            <a:r>
              <a:t>[ ] Document any new actions identified</a:t>
            </a:r>
          </a:p>
          <a:p>
            <a:pPr/>
            <a:r>
              <a:t>[ ] Archive project documentation</a:t>
            </a:r>
          </a:p>
          <a:p>
            <a:pPr/>
            <a:r>
              <a:t>[ ] Conduct final team celebration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**A. Detailed Metrics Dashboard**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**B. Stakeholder Feedback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[Compiled feedback from all stakeholder groups]</a:t>
            </a:r>
          </a:p>
          <a:p>
            <a:pPr/>
            <a:r>
              <a:t>[User satisfaction surveys]</a:t>
            </a:r>
          </a:p>
          <a:p>
            <a:pPr/>
            <a:r>
              <a:t>[Executive feedback]</a:t>
            </a:r>
          </a:p>
          <a:p>
            <a:pPr/>
            <a:r>
              <a:t>[Improvement suggestions]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**C. Project Artifacts**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[List of all project deliverables]</a:t>
            </a:r>
          </a:p>
          <a:p>
            <a:pPr/>
            <a:r>
              <a:t>[Documentation repository location]</a:t>
            </a:r>
          </a:p>
          <a:p>
            <a:pPr/>
            <a:r>
              <a:t>[Source code and deployment guides]</a:t>
            </a:r>
          </a:p>
          <a:p>
            <a:pPr/>
            <a:r>
              <a:t>[Training materials and resources]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**D. Transition Documentation**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[Operational handover checklist]</a:t>
            </a:r>
          </a:p>
          <a:p>
            <a:pPr/>
            <a:r>
              <a:t>[Support contact information]</a:t>
            </a:r>
          </a:p>
          <a:p>
            <a:pPr/>
            <a:r>
              <a:t>[Escalation procedures]</a:t>
            </a:r>
          </a:p>
          <a:p>
            <a:pPr/>
            <a:r>
              <a:t>[Change management process]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