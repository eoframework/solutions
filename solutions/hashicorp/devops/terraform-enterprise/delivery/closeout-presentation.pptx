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Objectives Achievement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Infrastructure Automation</a:t>
            </a:r>
            <a:r>
              <a:t>: Achieved 95% infrastructure automation across all cloud platforms</a:t>
            </a:r>
          </a:p>
          <a:p>
            <a:pPr/>
            <a:r>
              <a:rPr b="1"/>
              <a:t>Governance Implementation</a:t>
            </a:r>
            <a:r>
              <a:t>: Deployed Sentinel policies with 100% compliance enforcement</a:t>
            </a:r>
          </a:p>
          <a:p>
            <a:pPr/>
            <a:r>
              <a:rPr b="1"/>
              <a:t>Team Collaboration</a:t>
            </a:r>
            <a:r>
              <a:t>: Enabled 150+ engineers across 25 teams with centralized IaC workflows</a:t>
            </a:r>
          </a:p>
          <a:p>
            <a:pPr/>
            <a:r>
              <a:rPr b="1"/>
              <a:t>Multi-Cloud Management</a:t>
            </a:r>
            <a:r>
              <a:t>: Unified infrastructure management across AWS, Azure, and GCP</a:t>
            </a:r>
          </a:p>
          <a:p>
            <a:pPr/>
            <a:r>
              <a:rPr b="1"/>
              <a:t>Cost Optimization</a:t>
            </a:r>
            <a:r>
              <a:t>: Delivered 42% reduction in infrastructure provisioning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Core Terraform Enterprise Components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Terraform Enterprise Platform</a:t>
            </a:r>
            <a:r>
              <a:t>: Centralized platform for infrastructure automation and collaboration</a:t>
            </a:r>
          </a:p>
          <a:p>
            <a:pPr/>
            <a:r>
              <a:rPr b="1"/>
              <a:t>Workspace Management</a:t>
            </a:r>
            <a:r>
              <a:t>: Organized workspaces for different environments and teams</a:t>
            </a:r>
          </a:p>
          <a:p>
            <a:pPr/>
            <a:r>
              <a:rPr b="1"/>
              <a:t>State Management</a:t>
            </a:r>
            <a:r>
              <a:t>: Secure, centralized state storage with locking and versioning</a:t>
            </a:r>
          </a:p>
          <a:p>
            <a:pPr/>
            <a:r>
              <a:rPr b="1"/>
              <a:t>Sentinel Policy Engine</a:t>
            </a:r>
            <a:r>
              <a:t>: Policy as code enforcement for governance and compliance</a:t>
            </a:r>
          </a:p>
          <a:p>
            <a:pPr/>
            <a:r>
              <a:rPr b="1"/>
              <a:t>Private Module Registry</a:t>
            </a:r>
            <a:r>
              <a:t>: Centralized repository for reusable infrastructure modules</a:t>
            </a:r>
          </a:p>
          <a:p>
            <a:pPr/>
            <a:r>
              <a:rPr b="1"/>
              <a:t>VCS Integration</a:t>
            </a:r>
            <a:r>
              <a:t>: Integration with GitLab, GitHub, and Bitbucket for version control</a:t>
            </a:r>
          </a:p>
          <a:p>
            <a:pPr/>
            <a:r>
              <a:rPr b="1"/>
              <a:t>Run Environment</a:t>
            </a:r>
            <a:r>
              <a:t>: Isolated execution environments for Terraform operations</a:t>
            </a:r>
          </a:p>
          <a:p>
            <a:pPr/>
            <a:r>
              <a:rPr b="1"/>
              <a:t>API Integration</a:t>
            </a:r>
            <a:r>
              <a:t>: RESTful APIs for programmatic access and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Multi-Cloud Provider Support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AWS Provider</a:t>
            </a:r>
            <a:r>
              <a:t>: Complete AWS resource management with 200+ resource types</a:t>
            </a:r>
          </a:p>
          <a:p>
            <a:pPr/>
            <a:r>
              <a:rPr b="1"/>
              <a:t>Azure Provider</a:t>
            </a:r>
            <a:r>
              <a:t>: Comprehensive Azure infrastructure automation</a:t>
            </a:r>
          </a:p>
          <a:p>
            <a:pPr/>
            <a:r>
              <a:rPr b="1"/>
              <a:t>Google Cloud Provider</a:t>
            </a:r>
            <a:r>
              <a:t>: Full GCP resource lifecycle management</a:t>
            </a:r>
          </a:p>
          <a:p>
            <a:pPr/>
            <a:r>
              <a:rPr b="1"/>
              <a:t>VMware vSphere</a:t>
            </a:r>
            <a:r>
              <a:t>: On-premises infrastructure automation</a:t>
            </a:r>
          </a:p>
          <a:p>
            <a:pPr/>
            <a:r>
              <a:rPr b="1"/>
              <a:t>Kubernetes Provider</a:t>
            </a:r>
            <a:r>
              <a:t>: Container orchestration platform management</a:t>
            </a:r>
          </a:p>
          <a:p>
            <a:pPr/>
            <a:r>
              <a:rPr b="1"/>
              <a:t>Custom Providers</a:t>
            </a:r>
            <a:r>
              <a:t>: Internal service providers for proprietary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Quantified ROI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Impact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Scalability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Infrastructure Scale</a:t>
            </a:r>
            <a:r>
              <a:t>: Managing 5,000+ cloud resources across 12 environments</a:t>
            </a:r>
          </a:p>
          <a:p>
            <a:pPr/>
            <a:r>
              <a:rPr b="1"/>
              <a:t>Team Scale</a:t>
            </a:r>
            <a:r>
              <a:t>: Supporting 150+ engineers across 25 development teams</a:t>
            </a:r>
          </a:p>
          <a:p>
            <a:pPr/>
            <a:r>
              <a:rPr b="1"/>
              <a:t>Workspace Scale</a:t>
            </a:r>
            <a:r>
              <a:t>: 180+ active workspaces with organized governance</a:t>
            </a:r>
          </a:p>
          <a:p>
            <a:pPr/>
            <a:r>
              <a:rPr b="1"/>
              <a:t>Module Scale</a:t>
            </a:r>
            <a:r>
              <a:t>: 85+ reusable modules in private registry reducing development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Infrastructure as Code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Module Development</a:t>
            </a:r>
            <a:r>
              <a:t>: Created comprehensive library of 85+ reusable Terraform modules</a:t>
            </a:r>
          </a:p>
          <a:p>
            <a:pPr/>
            <a:r>
              <a:rPr b="1"/>
              <a:t>Policy Enforcement</a:t>
            </a:r>
            <a:r>
              <a:t>: Implemented 45+ Sentinel policies for automated governance</a:t>
            </a:r>
          </a:p>
          <a:p>
            <a:pPr/>
            <a:r>
              <a:rPr b="1"/>
              <a:t>State Management</a:t>
            </a:r>
            <a:r>
              <a:t>: Centralized state with encryption, locking, and backup capabilities</a:t>
            </a:r>
          </a:p>
          <a:p>
            <a:pPr/>
            <a:r>
              <a:rPr b="1"/>
              <a:t>Version Control</a:t>
            </a:r>
            <a:r>
              <a:t>: Full Git workflow integration with automated testing and deployment</a:t>
            </a:r>
          </a:p>
          <a:p>
            <a:pPr/>
            <a:r>
              <a:rPr b="1"/>
              <a:t>Documentation</a:t>
            </a:r>
            <a:r>
              <a:t>: Auto-generated documentation for all modules and policies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Automation Features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Automated Planning</a:t>
            </a:r>
            <a:r>
              <a:t>: Automated Terraform plan generation with approval workflows</a:t>
            </a:r>
          </a:p>
          <a:p>
            <a:pPr/>
            <a:r>
              <a:rPr b="1"/>
              <a:t>Cost Estimation</a:t>
            </a:r>
            <a:r>
              <a:t>: Integrated cost estimation for infrastructure changes</a:t>
            </a:r>
          </a:p>
          <a:p>
            <a:pPr/>
            <a:r>
              <a:rPr b="1"/>
              <a:t>Drift Detection</a:t>
            </a:r>
            <a:r>
              <a:t>: Automated detection and remediation of configuration drift</a:t>
            </a:r>
          </a:p>
          <a:p>
            <a:pPr/>
            <a:r>
              <a:rPr b="1"/>
              <a:t>Compliance Scanning</a:t>
            </a:r>
            <a:r>
              <a:t>: Continuous compliance monitoring with automated reporting</a:t>
            </a:r>
          </a:p>
          <a:p>
            <a:pPr/>
            <a:r>
              <a:rPr b="1"/>
              <a:t>Secret Management</a:t>
            </a:r>
            <a:r>
              <a:t>: Integration with HashiCorp Vault for secure credential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Collaborative Workflows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Team Workspaces</a:t>
            </a:r>
            <a:r>
              <a:t>: Organized workspaces with role-based access controls</a:t>
            </a:r>
          </a:p>
          <a:p>
            <a:pPr/>
            <a:r>
              <a:rPr b="1"/>
              <a:t>Approval Workflows</a:t>
            </a:r>
            <a:r>
              <a:t>: Multi-stage approval processes for infrastructure changes</a:t>
            </a:r>
          </a:p>
          <a:p>
            <a:pPr/>
            <a:r>
              <a:rPr b="1"/>
              <a:t>Notifications</a:t>
            </a:r>
            <a:r>
              <a:t>: Automated notifications for plan and apply operations</a:t>
            </a:r>
          </a:p>
          <a:p>
            <a:pPr/>
            <a:r>
              <a:rPr b="1"/>
              <a:t>Audit Trail</a:t>
            </a:r>
            <a:r>
              <a:t>: Comprehensive audit logging for all infrastructure operations</a:t>
            </a:r>
          </a:p>
          <a:p>
            <a:pPr/>
            <a:r>
              <a:rPr b="1"/>
              <a:t>Integration Hub</a:t>
            </a:r>
            <a:r>
              <a:t>: RESTful APIs for integration with existing enterprise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Delivery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Timeline Achievement</a:t>
            </a:r>
            <a:r>
              <a:t>: Delivered 1 week ahead of original 14-week schedule</a:t>
            </a:r>
          </a:p>
          <a:p>
            <a:pPr/>
            <a:r>
              <a:rPr b="1"/>
              <a:t>Budget Performance</a:t>
            </a:r>
            <a:r>
              <a:t>: Completed 7% under allocated budget</a:t>
            </a:r>
          </a:p>
          <a:p>
            <a:pPr/>
            <a:r>
              <a:rPr b="1"/>
              <a:t>Quality Standards</a:t>
            </a:r>
            <a:r>
              <a:t>: Zero critical defects in production deployment</a:t>
            </a:r>
          </a:p>
          <a:p>
            <a:pPr/>
            <a:r>
              <a:rPr b="1"/>
              <a:t>Change Management</a:t>
            </a:r>
            <a:r>
              <a:t>: Successfully migrated 45 existing infrastructure projects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Platform Reliability</a:t>
            </a:r>
            <a:r>
              <a:t>: Achieving 99.95% uptime for Terraform Enterprise platform</a:t>
            </a:r>
          </a:p>
          <a:p>
            <a:pPr/>
            <a:r>
              <a:rPr b="1"/>
              <a:t>Performance</a:t>
            </a:r>
            <a:r>
              <a:t>: Average plan execution time under 3 minutes</a:t>
            </a:r>
          </a:p>
          <a:p>
            <a:pPr/>
            <a:r>
              <a:rPr b="1"/>
              <a:t>Security</a:t>
            </a:r>
            <a:r>
              <a:t>: Zero security incidents with comprehensive access controls</a:t>
            </a:r>
          </a:p>
          <a:p>
            <a:pPr/>
            <a:r>
              <a:rPr b="1"/>
              <a:t>Integration</a:t>
            </a:r>
            <a:r>
              <a:t>: Seamless integration with 8 existing enterprise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Completion</a:t>
            </a:r>
            <a:r>
              <a:t>: 92% of engineers completed Terraform certification</a:t>
            </a:r>
          </a:p>
          <a:p>
            <a:pPr/>
            <a:r>
              <a:rPr b="1"/>
              <a:t>User Satisfaction</a:t>
            </a:r>
            <a:r>
              <a:t>: 4.8/5.0 average user satisfaction score</a:t>
            </a:r>
          </a:p>
          <a:p>
            <a:pPr/>
            <a:r>
              <a:rPr b="1"/>
              <a:t>Self-Service Adoption</a:t>
            </a:r>
            <a:r>
              <a:t>: 85% of infrastructure requests through self-service workflows</a:t>
            </a:r>
          </a:p>
          <a:p>
            <a:pPr/>
            <a:r>
              <a:rPr b="1"/>
              <a:t>Support Reduction</a:t>
            </a:r>
            <a:r>
              <a:t>: 68% reduction in infrastructure support tickets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Insights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Module Design</a:t>
            </a:r>
            <a:r>
              <a:t>: Modular design patterns improved code reusability by 73%</a:t>
            </a:r>
          </a:p>
          <a:p>
            <a:pPr/>
            <a:r>
              <a:rPr b="1"/>
              <a:t>State Management</a:t>
            </a:r>
            <a:r>
              <a:t>: Proper state organization prevented 28 potential conflicts</a:t>
            </a:r>
          </a:p>
          <a:p>
            <a:pPr/>
            <a:r>
              <a:rPr b="1"/>
              <a:t>Policy Implementation</a:t>
            </a:r>
            <a:r>
              <a:t>: Gradual policy rollout improved adoption and compliance</a:t>
            </a:r>
          </a:p>
          <a:p>
            <a:pPr/>
            <a:r>
              <a:rPr b="1"/>
              <a:t>Testing Strategy</a:t>
            </a:r>
            <a:r>
              <a:t>: Comprehensive testing reduced production issues by 91%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Process Improvements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Governance Framework</a:t>
            </a:r>
            <a:r>
              <a:t>: Clear governance model improved team collaboration</a:t>
            </a:r>
          </a:p>
          <a:p>
            <a:pPr/>
            <a:r>
              <a:rPr b="1"/>
              <a:t>Training Program</a:t>
            </a:r>
            <a:r>
              <a:t>: Hands-on training increased productivity by 56%</a:t>
            </a:r>
          </a:p>
          <a:p>
            <a:pPr/>
            <a:r>
              <a:rPr b="1"/>
              <a:t>Documentation Standards</a:t>
            </a:r>
            <a:r>
              <a:t>: Comprehensive documentation reduced onboarding time by 45%</a:t>
            </a:r>
          </a:p>
          <a:p>
            <a:pPr/>
            <a:r>
              <a:rPr b="1"/>
              <a:t>Change Management</a:t>
            </a:r>
            <a:r>
              <a:t>: Structured change management improved user acceptance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Organizational Benefits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Skills Development</a:t>
            </a:r>
            <a:r>
              <a:t>: 78 team members achieved HashiCorp certifications</a:t>
            </a:r>
          </a:p>
          <a:p>
            <a:pPr/>
            <a:r>
              <a:rPr b="1"/>
              <a:t>Process Standardization</a:t>
            </a:r>
            <a:r>
              <a:t>: Established repeatable patterns for infrastructure automation</a:t>
            </a:r>
          </a:p>
          <a:p>
            <a:pPr/>
            <a:r>
              <a:rPr b="1"/>
              <a:t>Knowledge Sharing</a:t>
            </a:r>
            <a:r>
              <a:t>: Created center of excellence for IaC best practices</a:t>
            </a:r>
          </a:p>
          <a:p>
            <a:pPr/>
            <a:r>
              <a:rPr b="1"/>
              <a:t>Innovation Culture</a:t>
            </a:r>
            <a:r>
              <a:t>: Demonstrated value of automation and infrastructure as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Controls Implementation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Access Management</a:t>
            </a:r>
            <a:r>
              <a:t>: Role-based access controls with principle of least privilege</a:t>
            </a:r>
          </a:p>
          <a:p>
            <a:pPr/>
            <a:r>
              <a:rPr b="1"/>
              <a:t>Credential Security</a:t>
            </a:r>
            <a:r>
              <a:t>: Integration with HashiCorp Vault for secure credential management</a:t>
            </a:r>
          </a:p>
          <a:p>
            <a:pPr/>
            <a:r>
              <a:rPr b="1"/>
              <a:t>Network Security</a:t>
            </a:r>
            <a:r>
              <a:t>: Private connectivity to cloud providers with secure communication</a:t>
            </a:r>
          </a:p>
          <a:p>
            <a:pPr/>
            <a:r>
              <a:rPr b="1"/>
              <a:t>Audit Logging</a:t>
            </a:r>
            <a:r>
              <a:t>: Comprehensive logging of all platform activities and changes</a:t>
            </a:r>
          </a:p>
          <a:p>
            <a:pPr/>
            <a:r>
              <a:rPr b="1"/>
              <a:t>Encryption</a:t>
            </a:r>
            <a:r>
              <a:t>: Encryption at rest and in transit for all sensitive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Compliance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SOC 2 Type II</a:t>
            </a:r>
            <a:r>
              <a:t>: Achieved certification for security and availability controls</a:t>
            </a:r>
          </a:p>
          <a:p>
            <a:pPr/>
            <a:r>
              <a:rPr b="1"/>
              <a:t>ISO 27001</a:t>
            </a:r>
            <a:r>
              <a:t>: Implemented information security management system controls</a:t>
            </a:r>
          </a:p>
          <a:p>
            <a:pPr/>
            <a:r>
              <a:rPr b="1"/>
              <a:t>Cloud Security</a:t>
            </a:r>
            <a:r>
              <a:t>: Implemented cloud security best practices across all providers</a:t>
            </a:r>
          </a:p>
          <a:p>
            <a:pPr/>
            <a:r>
              <a:rPr b="1"/>
              <a:t>Change Control</a:t>
            </a:r>
            <a:r>
              <a:t>: Formal change control processes with approval workflows</a:t>
            </a:r>
          </a:p>
          <a:p>
            <a:pPr/>
            <a:r>
              <a:rPr b="1"/>
              <a:t>Data Governance</a:t>
            </a:r>
            <a:r>
              <a:t>: Comprehensive data classification and protection controls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Policy as Code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Sentinel Policies</a:t>
            </a:r>
            <a:r>
              <a:t>: 45+ policies enforcing security, compliance, and cost controls</a:t>
            </a:r>
          </a:p>
          <a:p>
            <a:pPr/>
            <a:r>
              <a:rPr b="1"/>
              <a:t>Automated Enforcement</a:t>
            </a:r>
            <a:r>
              <a:t>: Real-time policy enforcement during infrastructure planning</a:t>
            </a:r>
          </a:p>
          <a:p>
            <a:pPr/>
            <a:r>
              <a:rPr b="1"/>
              <a:t>Policy Testing</a:t>
            </a:r>
            <a:r>
              <a:t>: Comprehensive testing framework for policy validation</a:t>
            </a:r>
          </a:p>
          <a:p>
            <a:pPr/>
            <a:r>
              <a:rPr b="1"/>
              <a:t>Exception Handling</a:t>
            </a:r>
            <a:r>
              <a:t>: Controlled exception processes for legitimate policy violations</a:t>
            </a:r>
          </a:p>
          <a:p>
            <a:pPr/>
            <a:r>
              <a:rPr b="1"/>
              <a:t>Compliance Reporting</a:t>
            </a:r>
            <a:r>
              <a:t>: Automated compliance reporting with policy violation tracking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Cost Management Strategy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Financial Governance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Budget Management</a:t>
            </a:r>
            <a:r>
              <a:t>: Project and team-level budgets with automated enforcement</a:t>
            </a:r>
          </a:p>
          <a:p>
            <a:pPr/>
            <a:r>
              <a:rPr b="1"/>
              <a:t>Cost Forecasting</a:t>
            </a:r>
            <a:r>
              <a:t>: Predictive analytics for infrastructure cost planning</a:t>
            </a:r>
          </a:p>
          <a:p>
            <a:pPr/>
            <a:r>
              <a:rPr b="1"/>
              <a:t>Spend Analysis</a:t>
            </a:r>
            <a:r>
              <a:t>: Detailed spend analysis with optimization recommendations</a:t>
            </a:r>
          </a:p>
          <a:p>
            <a:pPr/>
            <a:r>
              <a:rPr b="1"/>
              <a:t>Chargebacks</a:t>
            </a:r>
            <a:r>
              <a:t>: Automated chargeback system with accurate cost attribution</a:t>
            </a:r>
          </a:p>
          <a:p>
            <a:pPr/>
            <a:r>
              <a:rPr b="1"/>
              <a:t>Financial Reporting</a:t>
            </a:r>
            <a:r>
              <a:t>: Executive dashboards with real-time cost and usage metrics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24/7 Monitoring</a:t>
            </a:r>
            <a:r>
              <a:t>: Comprehensive monitoring with intelligent alerting</a:t>
            </a:r>
          </a:p>
          <a:p>
            <a:pPr/>
            <a:r>
              <a:rPr b="1"/>
              <a:t>Backup and Recovery</a:t>
            </a:r>
            <a:r>
              <a:t>: Automated backup with 4-hour recovery capabilities</a:t>
            </a:r>
          </a:p>
          <a:p>
            <a:pPr/>
            <a:r>
              <a:rPr b="1"/>
              <a:t>Capacity Management</a:t>
            </a:r>
            <a:r>
              <a:t>: Proactive capacity planning based on usage trends</a:t>
            </a:r>
          </a:p>
          <a:p>
            <a:pPr/>
            <a:r>
              <a:rPr b="1"/>
              <a:t>Performance Optimization</a:t>
            </a:r>
            <a:r>
              <a:t>: Continuous performance tuning and optimization</a:t>
            </a:r>
          </a:p>
          <a:p>
            <a:pPr/>
            <a:r>
              <a:rPr b="1"/>
              <a:t>Security Updates</a:t>
            </a:r>
            <a:r>
              <a:t>: Automated security patching with minimal downtime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Support Framework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Technical Support</a:t>
            </a:r>
            <a:r>
              <a:t>: Dedicated HashiCorp support with 4-hour response SLA</a:t>
            </a:r>
          </a:p>
          <a:p>
            <a:pPr/>
            <a:r>
              <a:rPr b="1"/>
              <a:t>Expert Services</a:t>
            </a:r>
            <a:r>
              <a:t>: Access to HashiCorp Professional Services for complex scenarios</a:t>
            </a:r>
          </a:p>
          <a:p>
            <a:pPr/>
            <a:r>
              <a:rPr b="1"/>
              <a:t>Documentation</a:t>
            </a:r>
            <a:r>
              <a:t>: Comprehensive operational runbooks and troubleshooting guides</a:t>
            </a:r>
          </a:p>
          <a:p>
            <a:pPr/>
            <a:r>
              <a:rPr b="1"/>
              <a:t>Training Program</a:t>
            </a:r>
            <a:r>
              <a:t>: Ongoing certification program for platform administrators</a:t>
            </a:r>
          </a:p>
          <a:p>
            <a:pPr/>
            <a:r>
              <a:rPr b="1"/>
              <a:t>Community Engagement</a:t>
            </a:r>
            <a:r>
              <a:t>: Active participation in HashiCorp user community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Future Enhancement Roadmap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Risk Controls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Change Management</a:t>
            </a:r>
            <a:r>
              <a:t>: Rigorous change control with automated testing and rollback</a:t>
            </a:r>
          </a:p>
          <a:p>
            <a:pPr/>
            <a:r>
              <a:rPr b="1"/>
              <a:t>Access Management</a:t>
            </a:r>
            <a:r>
              <a:t>: Regular access reviews with automated deprovisioning</a:t>
            </a:r>
          </a:p>
          <a:p>
            <a:pPr/>
            <a:r>
              <a:rPr b="1"/>
              <a:t>Disaster Recovery</a:t>
            </a:r>
            <a:r>
              <a:t>: Multi-region deployment with automated failover capabilities</a:t>
            </a:r>
          </a:p>
          <a:p>
            <a:pPr/>
            <a:r>
              <a:rPr b="1"/>
              <a:t>Business Continuity</a:t>
            </a:r>
            <a:r>
              <a:t>: Comprehensive business continuity planning with regular testing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Technology Risk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Vendor Management</a:t>
            </a:r>
            <a:r>
              <a:t>: Diversified automation strategy reducing vendor dependency</a:t>
            </a:r>
          </a:p>
          <a:p>
            <a:pPr/>
            <a:r>
              <a:rPr b="1"/>
              <a:t>Technology Currency</a:t>
            </a:r>
            <a:r>
              <a:t>: Regular platform updates maintaining current versions</a:t>
            </a:r>
          </a:p>
          <a:p>
            <a:pPr/>
            <a:r>
              <a:rPr b="1"/>
              <a:t>Security Monitoring</a:t>
            </a:r>
            <a:r>
              <a:t>: Continuous security monitoring with threat intelligence</a:t>
            </a:r>
          </a:p>
          <a:p>
            <a:pPr/>
            <a:r>
              <a:rPr b="1"/>
              <a:t>Compliance Monitoring</a:t>
            </a:r>
            <a:r>
              <a:t>: Automated compliance monitoring with exception reporting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Skills Development Program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Certification Program</a:t>
            </a:r>
            <a:r>
              <a:t>: Comprehensive HashiCorp certification program for team members</a:t>
            </a:r>
          </a:p>
          <a:p>
            <a:pPr/>
            <a:r>
              <a:rPr b="1"/>
              <a:t>Training Curriculum</a:t>
            </a:r>
            <a:r>
              <a:t>: Structured learning path from beginner to advanced levels</a:t>
            </a:r>
          </a:p>
          <a:p>
            <a:pPr/>
            <a:r>
              <a:rPr b="1"/>
              <a:t>Hands-On Labs</a:t>
            </a:r>
            <a:r>
              <a:t>: Practical lab environment for skill development and testing</a:t>
            </a:r>
          </a:p>
          <a:p>
            <a:pPr/>
            <a:r>
              <a:rPr b="1"/>
              <a:t>Mentorship Program</a:t>
            </a:r>
            <a:r>
              <a:t>: Senior engineer mentorship for new team members</a:t>
            </a:r>
          </a:p>
          <a:p>
            <a:pPr/>
            <a:r>
              <a:rPr b="1"/>
              <a:t>Knowledge Sharing</a:t>
            </a:r>
            <a:r>
              <a:t>: Regular tech talks and best practice sharing sessions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Center of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Best Practices</a:t>
            </a:r>
            <a:r>
              <a:t>: Documented best practices for infrastructure automation</a:t>
            </a:r>
          </a:p>
          <a:p>
            <a:pPr/>
            <a:r>
              <a:rPr b="1"/>
              <a:t>Reference Architectures</a:t>
            </a:r>
            <a:r>
              <a:t>: Standard reference architectures for common patterns</a:t>
            </a:r>
          </a:p>
          <a:p>
            <a:pPr/>
            <a:r>
              <a:rPr b="1"/>
              <a:t>Code Libraries</a:t>
            </a:r>
            <a:r>
              <a:t>: Comprehensive library of tested and validated modules</a:t>
            </a:r>
          </a:p>
          <a:p>
            <a:pPr/>
            <a:r>
              <a:rPr b="1"/>
              <a:t>Governance Framework</a:t>
            </a:r>
            <a:r>
              <a:t>: Clear governance model for infrastructure as code</a:t>
            </a:r>
          </a:p>
          <a:p>
            <a:pPr/>
            <a:r>
              <a:rPr b="1"/>
              <a:t>Innovation Lab</a:t>
            </a:r>
            <a:r>
              <a:t>: Dedicated environment for evaluating new technologies and patterns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Endorsements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CEO</a:t>
            </a:r>
            <a:r>
              <a:t>: "This platform has revolutionized our infrastructure management capabilities"</a:t>
            </a:r>
          </a:p>
          <a:p>
            <a:pPr/>
            <a:r>
              <a:rPr b="1"/>
              <a:t>CTO</a:t>
            </a:r>
            <a:r>
              <a:t>: "Outstanding implementation demonstrating the power of infrastructure automation"</a:t>
            </a:r>
          </a:p>
          <a:p>
            <a:pPr/>
            <a:r>
              <a:rPr b="1"/>
              <a:t>CFO</a:t>
            </a:r>
            <a:r>
              <a:t>: "Exceptional ROI with measurable cost savings and efficiency improvements"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Industry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HashiCorp Partner Award</a:t>
            </a:r>
            <a:r>
              <a:t>: Recognized as exemplary Terraform Enterprise implementation</a:t>
            </a:r>
          </a:p>
          <a:p>
            <a:pPr/>
            <a:r>
              <a:rPr b="1"/>
              <a:t>Industry Benchmarks</a:t>
            </a:r>
            <a:r>
              <a:t>: Infrastructure automation practices in top 5% of industry</a:t>
            </a:r>
          </a:p>
          <a:p>
            <a:pPr/>
            <a:r>
              <a:rPr b="1"/>
              <a:t>Security Certification</a:t>
            </a:r>
            <a:r>
              <a:t>: Achieved HashiCorp security specialization recognition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Success Factors for Replication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Executive Sponsorship: Strong leadership support for automation transformation</a:t>
            </a:r>
          </a:p>
          <a:p>
            <a:pPr/>
            <a:r>
              <a:t>Comprehensive Training: Investment in team skills and certification programs</a:t>
            </a:r>
          </a:p>
          <a:p>
            <a:pPr/>
            <a:r>
              <a:t>Governance First: Early implementation of policies and governance controls</a:t>
            </a:r>
          </a:p>
          <a:p>
            <a:pPr/>
            <a:r>
              <a:t>Iterative Approach: Phased implementation with continuous feedback and improvement</a:t>
            </a:r>
          </a:p>
          <a:p>
            <a:pPr/>
            <a:r>
              <a:t>Community Building: Establishment of center of excellence and knowledge sharing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Advanced Automation</a:t>
            </a:r>
            <a:r>
              <a:t>: Implement advanced automation patterns with service mesh integration</a:t>
            </a:r>
          </a:p>
          <a:p>
            <a:pPr/>
            <a:r>
              <a:rPr b="1"/>
              <a:t>ML/AI Integration</a:t>
            </a:r>
            <a:r>
              <a:t>: Leverage machine learning for intelligent infrastructure optimization</a:t>
            </a:r>
          </a:p>
          <a:p>
            <a:pPr/>
            <a:r>
              <a:rPr b="1"/>
              <a:t>Edge Computing</a:t>
            </a:r>
            <a:r>
              <a:t>: Extend automation capabilities to edge computing environments</a:t>
            </a:r>
          </a:p>
          <a:p>
            <a:pPr/>
            <a:r>
              <a:rPr b="1"/>
              <a:t>Application Integration</a:t>
            </a:r>
            <a:r>
              <a:t>: Deeper integration with application deployment pipelines</a:t>
            </a:r>
          </a:p>
          <a:p>
            <a:pPr/>
            <a:r>
              <a:rPr b="1"/>
              <a:t>Global Expansion</a:t>
            </a:r>
            <a:r>
              <a:t>: Extend platform capabilities to additional geographic regions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