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HashiCorp Terraform Enterprise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infrastructure provisioning bottlenecks and reduce deployment time from days to hours</a:t>
            </a:r>
          </a:p>
          <a:p>
            <a:pPr lvl="1"/>
            <a:r>
              <a:t>Achieve consistent infrastructure configurations across all environments through centralized state management</a:t>
            </a:r>
          </a:p>
          <a:p>
            <a:pPr lvl="1"/>
            <a:r>
              <a:t>Scale infrastructure operations without adding headcount through policy-driven automation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75% reduction in infrastructure provisioning time with self-service capabilities</a:t>
            </a:r>
          </a:p>
          <a:p>
            <a:pPr lvl="1"/>
            <a:r>
              <a:t>100% policy compliance through automated Sentinel enforcement</a:t>
            </a:r>
          </a:p>
          <a:p>
            <a:pPr lvl="1"/>
            <a:r>
              <a:t>ROI realization within 12-18 months through operational efficiency and reduced errors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Terraform Enterprise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Terraform Enterprise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Terraform Enterprise Core</a:t>
            </a:r>
          </a:p>
          <a:p>
            <a:pPr lvl="1"/>
            <a:r>
              <a:t>Centralized workspace management with VCS-driven workflows and remote state storage</a:t>
            </a:r>
          </a:p>
          <a:p>
            <a:pPr lvl="1"/>
            <a:r>
              <a:t>Sentinel policy as code for security cost and compliance governance</a:t>
            </a:r>
          </a:p>
          <a:p>
            <a:pPr lvl="1"/>
            <a:r>
              <a:t>Private module registry for infrastructure code reusability and versioning</a:t>
            </a:r>
          </a:p>
          <a:p>
            <a:pPr/>
            <a:r>
              <a:rPr b="1"/>
              <a:t>Platform Architecture</a:t>
            </a:r>
          </a:p>
          <a:p>
            <a:pPr lvl="1"/>
            <a:r>
              <a:t>Kubernetes-based deployment on AWS EKS with PostgreSQL state database</a:t>
            </a:r>
          </a:p>
          <a:p>
            <a:pPr lvl="1"/>
            <a:r>
              <a:t>GitHub integration for GitOps workflows and automated runs</a:t>
            </a:r>
          </a:p>
          <a:p>
            <a:pPr lvl="1"/>
            <a:r>
              <a:t>HashiCorp Vault integration for dynamic cloud credentials and secrets management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Terraform Enterprise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(Months 1-2)</a:t>
            </a:r>
          </a:p>
          <a:p>
            <a:pPr lvl="1"/>
            <a:r>
              <a:t>Deploy Terraform Enterprise on Kubernetes with high availability configuration</a:t>
            </a:r>
          </a:p>
          <a:p>
            <a:pPr lvl="1"/>
            <a:r>
              <a:t>Migrate initial workspaces from Terraform OSS to centralized platform</a:t>
            </a:r>
          </a:p>
          <a:p>
            <a:pPr lvl="1"/>
            <a:r>
              <a:t>Implement VCS integration with GitHub and establish GitOps workflows</a:t>
            </a:r>
          </a:p>
          <a:p>
            <a:pPr/>
            <a:r>
              <a:rPr b="1"/>
              <a:t>Phase 2: Expansion (Months 3-4)</a:t>
            </a:r>
          </a:p>
          <a:p>
            <a:pPr lvl="1"/>
            <a:r>
              <a:t>Onboard additional teams and migrate 100+ workspaces to platform</a:t>
            </a:r>
          </a:p>
          <a:p>
            <a:pPr lvl="1"/>
            <a:r>
              <a:t>Deploy Sentinel policies for security compliance and cost governance</a:t>
            </a:r>
          </a:p>
          <a:p>
            <a:pPr lvl="1"/>
            <a:r>
              <a:t>Integrate with Vault for secrets management and CI/CD pipelines</a:t>
            </a:r>
          </a:p>
          <a:p>
            <a:pPr/>
            <a:r>
              <a:rPr b="1"/>
              <a:t>Phase 3: Optimization (Months 5-6)</a:t>
            </a:r>
          </a:p>
          <a:p>
            <a:pPr lvl="1"/>
            <a:r>
              <a:t>Enable self-service infrastructure provisioning with approval workflows</a:t>
            </a:r>
          </a:p>
          <a:p>
            <a:pPr lvl="1"/>
            <a:r>
              <a:t>Implement advanced automation including drift detection and scheduled runs</a:t>
            </a:r>
          </a:p>
          <a:p>
            <a:pPr lvl="1"/>
            <a:r>
              <a:t>Complete training knowledge transfer and transition to operations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Terraform Enterprise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Terraform Enterprise operational 50 workspaces migrated VCS integration complete RBAC implemented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Expansion &amp; Governance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250 workspaces onboarded Sentinel policies enforcing governance Vault integration complete CI/CD pipelines integrated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Optimization &amp; Enablement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Self-service provisioning enabled Advanced automation deployed Full team training complete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Terraform Enterprise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Global Investment Bank</a:t>
            </a:r>
          </a:p>
          <a:p>
            <a:pPr lvl="1"/>
            <a:r>
              <a:rPr b="1"/>
              <a:t>Client:</a:t>
            </a:r>
            <a:r>
              <a:t> Top 10 investment bank with 200+ AWS accounts</a:t>
            </a:r>
          </a:p>
          <a:p>
            <a:pPr lvl="1"/>
            <a:r>
              <a:rPr b="1"/>
              <a:t>Challenge:</a:t>
            </a:r>
            <a:r>
              <a:t> Inconsistent Terraform OSS usage creating configuration drift and compliance gaps. Manual infrastructure approvals taking 3-5 days. Security incidents from misconfigured infrastructure costing $250K annually.</a:t>
            </a:r>
          </a:p>
          <a:p>
            <a:pPr lvl="1"/>
            <a:r>
              <a:rPr b="1"/>
              <a:t>Solution:</a:t>
            </a:r>
            <a:r>
              <a:t> Deployed Terraform Enterprise with centralized workspace management, VCS workflows, and 40+ Sentinel policies for governance.</a:t>
            </a:r>
          </a:p>
          <a:p>
            <a:pPr lvl="1"/>
            <a:r>
              <a:rPr b="1"/>
              <a:t>Results:</a:t>
            </a:r>
            <a:r>
              <a:t> 80% reduction in provisioning time (5 days to 1 day) and 100% policy compliance with zero production incidents from drift. $380K annual savings through cost governance. Full ROI achieved in 14 months.</a:t>
            </a:r>
          </a:p>
          <a:p>
            <a:pPr lvl="1"/>
            <a:r>
              <a:rPr b="1"/>
              <a:t>Testimonial:</a:t>
            </a:r>
            <a:r>
              <a:t> "Terraform Enterprise gave us the governance we needed without sacrificing velocity. Sentinel policies catch security issues before they reach production, and our teams love the self-service capability." — </a:t>
            </a:r>
            <a:r>
              <a:rPr b="1"/>
              <a:t>Michael Rodriguez</a:t>
            </a:r>
            <a:r>
              <a:t>, Director of Infrastructure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Terraform Enterprise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6+ years implementing Terraform Enterprise platforms with proven results</a:t>
            </a:r>
          </a:p>
          <a:p>
            <a:pPr lvl="1"/>
            <a:r>
              <a:t>25+ successful TFE deployments across financial services healthcare and technology</a:t>
            </a:r>
          </a:p>
          <a:p>
            <a:pPr lvl="1"/>
            <a:r>
              <a:t>HashiCorp Implementation Partner with certified Terraform engineers</a:t>
            </a:r>
          </a:p>
          <a:p>
            <a:pPr lvl="1"/>
            <a:r>
              <a:t>Deep expertise in Sentinel policy development and GitOps workflows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Terraform module libraries and policy templates accelerate deployment</a:t>
            </a:r>
          </a:p>
          <a:p>
            <a:pPr lvl="1"/>
            <a:r>
              <a:t>Proven workspace organization patterns from 25+ implementations</a:t>
            </a:r>
          </a:p>
          <a:p>
            <a:pPr lvl="1"/>
            <a:r>
              <a:t>Direct HashiCorp engineering support through partner network</a:t>
            </a:r>
          </a:p>
          <a:p>
            <a:pPr lvl="1"/>
            <a:r>
              <a:t>Best practices from real-world state migrations avoid data loss and downtime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Terraform Enterprise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$125,000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Infrastructure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$35,916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($12,000)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$23,916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$35,916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$35,916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$95,748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HashiCorp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$29,500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$19,500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$29,500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$29,500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$78,500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$34,260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$34,260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$34,260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$34,260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$102,780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$58,400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$58,400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$58,400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$58,400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$175,200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$283,076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($22,000)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$261,076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$158,076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$158,076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$577,228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Terraform Enterprise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Terraform Enterprise implementation by [specific date]</a:t>
            </a:r>
          </a:p>
          <a:p>
            <a:pPr/>
            <a:r>
              <a:rPr b="1"/>
              <a:t>Kickoff:</a:t>
            </a:r>
            <a:r>
              <a:t> Target implementation start date within 30 days of approval</a:t>
            </a:r>
          </a:p>
          <a:p>
            <a:pPr/>
            <a:r>
              <a:rPr b="1"/>
              <a:t>Team Formation:</a:t>
            </a:r>
            <a:r>
              <a:t> Identify Terraform users, provide existing code and state files</a:t>
            </a:r>
          </a:p>
          <a:p>
            <a:pPr/>
            <a:r>
              <a:rPr b="1"/>
              <a:t>Week 1-2:</a:t>
            </a:r>
            <a:r>
              <a:t> Contract finalization state migration planning and platform access setup</a:t>
            </a:r>
          </a:p>
          <a:p>
            <a:pPr/>
            <a:r>
              <a:rPr b="1"/>
              <a:t>Week 3-4:</a:t>
            </a:r>
            <a:r>
              <a:t> Initial workspace migration and VCS integration, first automated runs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HashiCorp Terraform Enterprise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84</cp:revision>
  <dcterms:created xsi:type="dcterms:W3CDTF">2025-11-01T21:16:10Z</dcterms:created>
  <dcterms:modified xsi:type="dcterms:W3CDTF">2025-11-22T19:37:42Z</dcterms:modified>
</cp:coreProperties>
</file>