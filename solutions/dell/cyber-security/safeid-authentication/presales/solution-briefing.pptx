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Dell SafeID Multi-Factor Authentication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22,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Prevent 99.9% of automated credential-based attacks with hardware-backed multi-factor authentication</a:t>
            </a:r>
          </a:p>
          <a:p>
            <a:pPr lvl="1"/>
            <a:r>
              <a:t>Achieve CMMC Level 2 certification required for DoD contracts by implementing phishing-resistant MFA</a:t>
            </a:r>
          </a:p>
          <a:p>
            <a:pPr lvl="1"/>
            <a:r>
              <a:t>Reduce password reset help desk tickets by 40% through self-service enrollment and passwordless authentication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Deploy MFA to 500 users within 90 days to meet CMMC compliance deadline for contract eligibility</a:t>
            </a:r>
          </a:p>
          <a:p>
            <a:pPr lvl="1"/>
            <a:r>
              <a:t>Eliminate credential stuffing and phishing attacks with FIDO2 hardware tokens (YubiKey 5)</a:t>
            </a:r>
          </a:p>
          <a:p>
            <a:pPr lvl="1"/>
            <a:r>
              <a:t>Achieve 95%+ user adoption with minimal help desk impact through phased rollout and training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SafeID Multi-Factor Authentication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Number of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500 users with MFA tokens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Identity Provider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Active Directory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YubiKey Tokens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YubiKey 5 NFC hardware tokens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Operating Systems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Windows 10 11 workstations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VPN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Cisco AnyConnect RADIUS MFA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Phishing Resistance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FIDO2 phishing-resistant MFA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Cloud SSO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Microsoft 365 and AWS SAML SSO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Privileged Access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Separate admin YubiKeys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User Distribution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80% on-site 20% remote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User Enrollment 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&lt;5 minute self-service enrollment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Compliance Requirement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CMMC Level 2 certification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Authentication 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&lt;2 second YubiKey tap authentication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Authentication Volume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10000 daily authentications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Approach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Phased rollout by department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Audit Retention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year audit log retention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Authentication Platform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Dell SafeID Enterprise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SafeID Multi-Factor Authentication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Authentication Platform and Integration</a:t>
            </a:r>
          </a:p>
          <a:p>
            <a:pPr lvl="1"/>
            <a:r>
              <a:t>Dell SafeID Enterprise with FIDO2 and YubiKey 5 NFC tokens</a:t>
            </a:r>
          </a:p>
          <a:p>
            <a:pPr lvl="1"/>
            <a:r>
              <a:t>VPN RADIUS integration for Cisco AnyConnect and Palo Alto GlobalProtect</a:t>
            </a:r>
          </a:p>
          <a:p>
            <a:pPr lvl="1"/>
            <a:r>
              <a:t>Cloud SSO with SAML/OIDC for Microsoft 365 AWS and Salesforce</a:t>
            </a:r>
          </a:p>
          <a:p>
            <a:pPr/>
            <a:r>
              <a:rPr b="1"/>
              <a:t>High Availability and Management</a:t>
            </a:r>
          </a:p>
          <a:p>
            <a:pPr lvl="1"/>
            <a:r>
              <a:t>Redundant authentication servers in active-passive HA for 99.9% uptime</a:t>
            </a:r>
          </a:p>
          <a:p>
            <a:pPr lvl="1"/>
            <a:r>
              <a:t>Multi-factor authentication caching for offline scenarios and network resilience</a:t>
            </a:r>
          </a:p>
          <a:p>
            <a:pPr lvl="1"/>
            <a:r>
              <a:t>Centralized audit logging with SIEM integration for compliance reporting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SafeID Multi-Factor Authentication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Pilot Deployment (Weeks 1-4)</a:t>
            </a:r>
          </a:p>
          <a:p>
            <a:pPr lvl="1"/>
            <a:r>
              <a:t>Deploy Dell SafeID authentication servers in HA configuration and integrate with Active Directory</a:t>
            </a:r>
          </a:p>
          <a:p>
            <a:pPr lvl="1"/>
            <a:r>
              <a:t>Configure VPN RADIUS integration and cloud SSO for Microsoft 365</a:t>
            </a:r>
          </a:p>
          <a:p>
            <a:pPr lvl="1"/>
            <a:r>
              <a:t>Enroll 50 pilot users with YubiKey 5 tokens and collect user experience feedback</a:t>
            </a:r>
          </a:p>
          <a:p>
            <a:pPr/>
            <a:r>
              <a:rPr b="1"/>
              <a:t>Phase 2: Production Rollout (Weeks 5-10)</a:t>
            </a:r>
          </a:p>
          <a:p>
            <a:pPr lvl="1"/>
            <a:r>
              <a:t>Distribute YubiKey 5 tokens to all 500 users and launch self-service enrollment portal</a:t>
            </a:r>
          </a:p>
          <a:p>
            <a:pPr lvl="1"/>
            <a:r>
              <a:t>Execute phased rollout by department (100 users every 2 weeks)</a:t>
            </a:r>
          </a:p>
          <a:p>
            <a:pPr lvl="1"/>
            <a:r>
              <a:t>Provide help desk support for users requiring IT-assisted enrollment assistance</a:t>
            </a:r>
          </a:p>
          <a:p>
            <a:pPr/>
            <a:r>
              <a:rPr b="1"/>
              <a:t>Phase 3: Optimization &amp; Compliance (Weeks 11-12)</a:t>
            </a:r>
          </a:p>
          <a:p>
            <a:pPr lvl="1"/>
            <a:r>
              <a:t>Achieve 95%+ user enrollment and enforce MFA for all VPN and cloud applications</a:t>
            </a:r>
          </a:p>
          <a:p>
            <a:pPr lvl="1"/>
            <a:r>
              <a:t>Complete CMMC compliance documentation and audit readiness review</a:t>
            </a:r>
          </a:p>
          <a:p>
            <a:pPr lvl="1"/>
            <a:r>
              <a:t>Train administrators on SafeID policy management and transition to operations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SafeID Multi-Factor Authentication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Pilot Deployment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SafeID servers deployed, AD and VPN integrated, 50 pilot users enrolled, Feedback collected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Production Rollout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5-10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YubiKeys distributed, Phased enrollment (100 users every 2 weeks), 500 users enrolled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Optimization &amp; Compliance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11-12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MFA enforced for VPN and cloud apps, CMMC compliance validated, IT team trained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SafeID Multi-Factor Authentication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Defense Contractor (500 Employees)</a:t>
            </a:r>
          </a:p>
          <a:p>
            <a:pPr lvl="1"/>
            <a:r>
              <a:rPr b="1"/>
              <a:t>Client:</a:t>
            </a:r>
            <a:r>
              <a:t> Aerospace defense contractor requiring CMMC Level 2 certification</a:t>
            </a:r>
          </a:p>
          <a:p>
            <a:pPr lvl="1"/>
            <a:r>
              <a:rPr b="1"/>
              <a:t>Challenge:</a:t>
            </a:r>
            <a:r>
              <a:t> Monthly phishing attacks compromising accounts. Password resets costing $62.5K annually. CMMC Level 2 deadline in 90 days or lose $2M DoD contract.</a:t>
            </a:r>
          </a:p>
          <a:p>
            <a:pPr lvl="1"/>
            <a:r>
              <a:rPr b="1"/>
              <a:t>Solution:</a:t>
            </a:r>
            <a:r>
              <a:t> Deployed Dell SafeID with YubiKey 5 tokens. Integrated AD VPN and Microsoft 365 SSO. Phased 10-week rollout.</a:t>
            </a:r>
          </a:p>
          <a:p>
            <a:pPr lvl="1"/>
            <a:r>
              <a:rPr b="1"/>
              <a:t>Results:</a:t>
            </a:r>
            <a:r>
              <a:t> Zero breaches in 12 months. Password resets reduced 45% saving $28K annually. CMMC certified in 88 days enabling $2M contract. 97% adoption.</a:t>
            </a:r>
          </a:p>
          <a:p>
            <a:pPr lvl="1"/>
            <a:r>
              <a:rPr b="1"/>
              <a:t>Testimonial:</a:t>
            </a:r>
            <a:r>
              <a:t> "SafeID with YubiKey transformed our security from reactive to proactive. We achieved CMMC certification in 88 days and won a $2M DoD contract. Phishing attacks completely stopped." — </a:t>
            </a:r>
            <a:r>
              <a:rPr b="1"/>
              <a:t>Maria Rodriguez</a:t>
            </a:r>
            <a:r>
              <a:t>, CISO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SafeID Multi-Factor Authentication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10+ years deploying enterprise MFA with 150+ SafeID and FIDO2 implementations</a:t>
            </a:r>
          </a:p>
          <a:p>
            <a:pPr lvl="1"/>
            <a:r>
              <a:t>Deep expertise in CMMC NIST 800-63 and DoD compliance requirements</a:t>
            </a:r>
          </a:p>
          <a:p>
            <a:pPr lvl="1"/>
            <a:r>
              <a:t>Dell Authorized Partner with cyber security specialization</a:t>
            </a:r>
          </a:p>
          <a:p>
            <a:pPr lvl="1"/>
            <a:r>
              <a:t>Certified security architects with CISSP and CMMC-AB assessor credentials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MFA rollout playbooks for phased deployment and change management</a:t>
            </a:r>
          </a:p>
          <a:p>
            <a:pPr lvl="1"/>
            <a:r>
              <a:t>CMMC compliance documentation templates and audit readiness checklists</a:t>
            </a:r>
          </a:p>
          <a:p>
            <a:pPr lvl="1"/>
            <a:r>
              <a:t>Direct Dell SafeID engineering escalation through partner support channels</a:t>
            </a:r>
          </a:p>
          <a:p>
            <a:pPr lvl="1"/>
            <a:r>
              <a:t>Best practices from 150+ deployments avoid common pitfalls (enrollment friction, help desk overload, VPN integration issues)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SafeID Multi-Factor Authentication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$43,000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$43,000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$43,000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Hardware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$52,500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$52,500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$52,500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Net Investment After Savings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$198,750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($25,000)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$173,750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$48,250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$48,250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$270,250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$13,250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$13,250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$13,250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$13,250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$39,750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$397,500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($50,000)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$347,500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$96,500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$96,500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$540,500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SafeID Multi-Factor Authentication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MFA deployment by [specific date] to meet CMMC compliance deadline</a:t>
            </a:r>
          </a:p>
          <a:p>
            <a:pPr/>
            <a:r>
              <a:rPr b="1"/>
              <a:t>Kickoff:</a:t>
            </a:r>
            <a:r>
              <a:t> Order YubiKey 5 tokens (2-week shipping) and initiate Dell SafeID implementation (Week 1)</a:t>
            </a:r>
          </a:p>
          <a:p>
            <a:pPr/>
            <a:r>
              <a:rPr b="1"/>
              <a:t>Pilot Deployment:</a:t>
            </a:r>
            <a:r>
              <a:t> Deploy SafeID servers, integrate AD and VPN, enroll 50 pilot users (Weeks 1-4)</a:t>
            </a:r>
          </a:p>
          <a:p>
            <a:pPr/>
            <a:r>
              <a:rPr b="1"/>
              <a:t>Token Distribution:</a:t>
            </a:r>
            <a:r>
              <a:t> Ship YubiKey tokens to all 500 users (Week 5, 2 weeks before enforcement)</a:t>
            </a:r>
          </a:p>
          <a:p>
            <a:pPr/>
            <a:r>
              <a:rPr b="1"/>
              <a:t>Production Rollout:</a:t>
            </a:r>
            <a:r>
              <a:t> Phased enrollment by department (Weeks 5-10) and achieve CMMC Level 2 certification (Week 12)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SafeID Multi-Factor Authentication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85</cp:revision>
  <dcterms:created xsi:type="dcterms:W3CDTF">2025-11-01T21:16:10Z</dcterms:created>
  <dcterms:modified xsi:type="dcterms:W3CDTF">2025-11-22T23:24:48Z</dcterms:modified>
</cp:coreProperties>
</file>