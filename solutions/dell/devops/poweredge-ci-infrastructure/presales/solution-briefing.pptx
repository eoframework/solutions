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Dell PowerEdge CI/CD Infrastructure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cloud CI/CD costs averaging $21/user/month (GitHub Actions) plus compute and egress fees</a:t>
            </a:r>
          </a:p>
          <a:p>
            <a:pPr lvl="1"/>
            <a:r>
              <a:t>Own build farm infrastructure providing consistent performance and &lt;5 minute queue times</a:t>
            </a:r>
          </a:p>
          <a:p>
            <a:pPr lvl="1"/>
            <a:r>
              <a:t>Enable data sovereignty and air-gapped builds for regulated industries and classified workloads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Reduce 3-year TCO by 75% vs cloud baseline ($460K on-prem vs $448K cloud cost avoidance)</a:t>
            </a:r>
          </a:p>
          <a:p>
            <a:pPr lvl="1"/>
            <a:r>
              <a:t>Process 5,000 builds/day with &lt;5 minute average queue time and 95%+ build success rate</a:t>
            </a:r>
          </a:p>
          <a:p>
            <a:pPr lvl="1"/>
            <a:r>
              <a:t>Achieve ROI payback within 18 months through cloud cost elimination and productivity gains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PowerEdge CI/CD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Number of Developers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developers with CI/CD access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Current CI/CD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GitHub Actions cloud runners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Build Agents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 Dell PowerEdge R650 build servers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Container Platform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Docker Enterprise with registry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CI/CD Platform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GitLab Premium self-hosted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Code Sensitivity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Proprietary source code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Artifact Repository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JFrog Artifactory Pro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Authentication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SSO with SAML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Build Volume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5000 builds per day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Build Queue 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&lt;5 minute average queue 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Pipeline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Multi-stage pipelines with tests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Build Duration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15 minute average build 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Artifact Storage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20TB artifact capacity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Strategy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Phased migration by team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Build Artifacts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Maven npm Docker images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Build Agent OS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Ubuntu 22.04 LTS with Docker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PowerEdge CI/CD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Build Infrastructure &amp; CI/CD Platform</a:t>
            </a:r>
          </a:p>
          <a:p>
            <a:pPr lvl="1"/>
            <a:r>
              <a:t>8 Dell PowerEdge R650 servers with 512GB RAM for parallel builds</a:t>
            </a:r>
          </a:p>
          <a:p>
            <a:pPr lvl="1"/>
            <a:r>
              <a:t>GitLab Premium and JFrog Artifactory for source control and artifacts</a:t>
            </a:r>
          </a:p>
          <a:p>
            <a:pPr lvl="1"/>
            <a:r>
              <a:t>SonarQube and HashiCorp Vault for quality scanning and secrets</a:t>
            </a:r>
          </a:p>
          <a:p>
            <a:pPr/>
            <a:r>
              <a:rPr b="1"/>
              <a:t>Storage and Network</a:t>
            </a:r>
          </a:p>
          <a:p>
            <a:pPr lvl="1"/>
            <a:r>
              <a:t>Dell Unity XT 380 with 50TB all-flash SSD storage</a:t>
            </a:r>
          </a:p>
          <a:p>
            <a:pPr lvl="1"/>
            <a:r>
              <a:t>10GbE network fabric with redundant PowerSwitch for fast downloads</a:t>
            </a:r>
          </a:p>
          <a:p>
            <a:pPr lvl="1"/>
            <a:r>
              <a:t>Centralized monitoring and alerting for build queue health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PowerEdge CI/CD Infrastructure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Infrastructure Deployment (Weeks 1-4)</a:t>
            </a:r>
          </a:p>
          <a:p>
            <a:pPr lvl="1"/>
            <a:r>
              <a:t>Order and install Dell PowerEdge build agents with Unity storage and networking</a:t>
            </a:r>
          </a:p>
          <a:p>
            <a:pPr lvl="1"/>
            <a:r>
              <a:t>Deploy GitLab Premium Artifactory Pro and SonarQube platforms on RHEL</a:t>
            </a:r>
          </a:p>
          <a:p>
            <a:pPr lvl="1"/>
            <a:r>
              <a:t>Configure Docker Enterprise and HashiCorp Vault for pipeline security</a:t>
            </a:r>
          </a:p>
          <a:p>
            <a:pPr/>
            <a:r>
              <a:rPr b="1"/>
              <a:t>Phase 2: Pilot Migration (Weeks 5-7)</a:t>
            </a:r>
          </a:p>
          <a:p>
            <a:pPr lvl="1"/>
            <a:r>
              <a:t>Migrate 5-10 pilot projects from cloud CI/CD to on-premises GitLab</a:t>
            </a:r>
          </a:p>
          <a:p>
            <a:pPr lvl="1"/>
            <a:r>
              <a:t>Configure build pipelines with Artifactory integration and SonarQube scanning</a:t>
            </a:r>
          </a:p>
          <a:p>
            <a:pPr lvl="1"/>
            <a:r>
              <a:t>Validate build performance queue times and collect developer feedback</a:t>
            </a:r>
          </a:p>
          <a:p>
            <a:pPr/>
            <a:r>
              <a:rPr b="1"/>
              <a:t>Phase 3: Production Rollout (Weeks 8-10)</a:t>
            </a:r>
          </a:p>
          <a:p>
            <a:pPr lvl="1"/>
            <a:r>
              <a:t>Phased migration of all 50 developers by team (10 developers every week)</a:t>
            </a:r>
          </a:p>
          <a:p>
            <a:pPr lvl="1"/>
            <a:r>
              <a:t>Decommission cloud CI/CD runners and redirect all builds to on-prem</a:t>
            </a:r>
          </a:p>
          <a:p>
            <a:pPr lvl="1"/>
            <a:r>
              <a:t>Train DevOps team on GitLab administration and establish monitoring dashboards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PowerEdge CI/CD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Infrastructure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PowerEdge build farm installed, GitLab and Artifactory deployed, Vault configured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Pilot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5-7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5-10 pilot projects migrated, Build performance validated, Developer feedback collected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Production Rollout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8-10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All 50 developers migrated, Cloud CI/CD decommissioned, DevOps team trained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PowerEdge CI/CD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Financial Services Fintech Startup (60 Developers)</a:t>
            </a:r>
          </a:p>
          <a:p>
            <a:pPr lvl="1"/>
            <a:r>
              <a:rPr b="1"/>
              <a:t>Client:</a:t>
            </a:r>
            <a:r>
              <a:t> Payment processing fintech with 60 developers running 8,000 builds/day</a:t>
            </a:r>
          </a:p>
          <a:p>
            <a:pPr lvl="1"/>
            <a:r>
              <a:rPr b="1"/>
              <a:t>Challenge:</a:t>
            </a:r>
            <a:r>
              <a:t> GitHub Actions costs $22K/month ($264K annually). Build queues 15-20 minutes blocking productivity. PCI DSS concerns with cloud-hosted code.</a:t>
            </a:r>
          </a:p>
          <a:p>
            <a:pPr lvl="1"/>
            <a:r>
              <a:rPr b="1"/>
              <a:t>Solution:</a:t>
            </a:r>
            <a:r>
              <a:t> Deployed PowerEdge build farm with GitLab and Artifactory. Migrated all pipelines from cloud to on-prem.</a:t>
            </a:r>
          </a:p>
          <a:p>
            <a:pPr lvl="1"/>
            <a:r>
              <a:rPr b="1"/>
              <a:t>Results:</a:t>
            </a:r>
            <a:r>
              <a:t> $264K annual cost elimination. Build queues reduced to &lt;3 minutes improving velocity 30%. PCI compliance achieved. 18-month ROI payback.</a:t>
            </a:r>
          </a:p>
          <a:p>
            <a:pPr lvl="1"/>
            <a:r>
              <a:rPr b="1"/>
              <a:t>Testimonial:</a:t>
            </a:r>
            <a:r>
              <a:t> "Migrating to on-prem CI/CD with Dell PowerEdge was the best infrastructure decision we made. We cut our GitHub Actions bill from $18K/month to zero, builds are faster, and we achieved PCI compliance for our payment code. The investment paid for itself in 18 months." — </a:t>
            </a:r>
            <a:r>
              <a:rPr b="1"/>
              <a:t>David Kim</a:t>
            </a:r>
            <a:r>
              <a:t>, VP of Engineering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PowerEdge CI/CD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deploying CI/CD infrastructure with 100+ GitLab and Jenkins implementations</a:t>
            </a:r>
          </a:p>
          <a:p>
            <a:pPr lvl="1"/>
            <a:r>
              <a:t>Deep expertise in build optimization artifact management and pipeline migration</a:t>
            </a:r>
          </a:p>
          <a:p>
            <a:pPr lvl="1"/>
            <a:r>
              <a:t>Dell Authorized Partner with DevOps and cloud-native specialization</a:t>
            </a:r>
          </a:p>
          <a:p>
            <a:pPr lvl="1"/>
            <a:r>
              <a:t>Certified GitLab and JFrog experts with CI/CD architecture credentials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CI/CD migration playbooks for cloud-to-on-prem pipeline conversion</a:t>
            </a:r>
          </a:p>
          <a:p>
            <a:pPr lvl="1"/>
            <a:r>
              <a:t>Build agent sizing calculators and capacity planning tools</a:t>
            </a:r>
          </a:p>
          <a:p>
            <a:pPr lvl="1"/>
            <a:r>
              <a:t>Direct GitLab and JFrog engineering escalation through partner support</a:t>
            </a:r>
          </a:p>
          <a:p>
            <a:pPr lvl="1"/>
            <a:r>
              <a:t>Best practices from 100+ deployments avoid common pitfalls (build caching, artifact proxying, Docker layer optimization)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PowerEdge CI/CD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$61,500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$61,500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$61,500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Hardware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$190,320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$190,320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$190,320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 Investment After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$338,140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($149,400)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$188,740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($88,400)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($88,400)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$11,940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Networking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$25,320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$25,320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$25,320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$145,500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$37,500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$676,280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($298,800)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$377,480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($176,800)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($176,800)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$23,880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PowerEdge CI/CD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on-prem CI/CD infrastructure by [specific date]</a:t>
            </a:r>
          </a:p>
          <a:p>
            <a:pPr/>
            <a:r>
              <a:rPr b="1"/>
              <a:t>Kickoff:</a:t>
            </a:r>
            <a:r>
              <a:t> Submit Dell hardware purchase order for PowerEdge Unity and PowerSwitch (Week 1)</a:t>
            </a:r>
          </a:p>
          <a:p>
            <a:pPr/>
            <a:r>
              <a:rPr b="1"/>
              <a:t>Infrastructure Deployment:</a:t>
            </a:r>
            <a:r>
              <a:t> Dell ProDeploy installation GitLab and Artifactory setup (Weeks 1-4)</a:t>
            </a:r>
          </a:p>
          <a:p>
            <a:pPr/>
            <a:r>
              <a:rPr b="1"/>
              <a:t>Pilot Migration:</a:t>
            </a:r>
            <a:r>
              <a:t> Migrate 5-10 pilot projects validate build performance (Weeks 5-7)</a:t>
            </a:r>
          </a:p>
          <a:p>
            <a:pPr/>
            <a:r>
              <a:rPr b="1"/>
              <a:t>Production Rollout:</a:t>
            </a:r>
            <a:r>
              <a:t> Phased migration by team decommission cloud CI/CD (Weeks 8-10) with immediate $12K+/month savings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PowerEdge CI/CD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