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PowerSwitch Data Center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Replace aging Cisco infrastructure with modern spine-leaf architecture at 40% lower cost</a:t>
            </a:r>
          </a:p>
          <a:p>
            <a:pPr lvl="1"/>
            <a:r>
              <a:t>Support cloud-native workloads with 100GbE spine and 25GbE leaf fabric delivering 1.6Tbps bandwidth</a:t>
            </a:r>
          </a:p>
          <a:p>
            <a:pPr lvl="1"/>
            <a:r>
              <a:t>Enable network automation with OS10 Linux-based platform and SmartFabric zero-touch provisioning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Reduce 3-year TCO by $1M+ vs Cisco Nexus equivalent (Dell $2.3M vs Cisco $3.4M)</a:t>
            </a:r>
          </a:p>
          <a:p>
            <a:pPr lvl="1"/>
            <a:r>
              <a:t>Achieve &lt;2 microsecond latency for east-west traffic supporting microservices and container platforms</a:t>
            </a:r>
          </a:p>
          <a:p>
            <a:pPr lvl="1"/>
            <a:r>
              <a:t>Deploy 40-rack data center network in 8-10 weeks with zero-touch provisioning and automated configuration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Number of Racks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 racks with ToR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Legacy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Cisco Nexus 9K and Catalyst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Spine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Dell Z9432F-ON 100GbE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Operating System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Dell OS10 Enterprise with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Leaf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 Dell S5248F-ON 25GbE ToR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Network Segmentation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VXLAN multi-tenancy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Fabric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BGP underlay with EVPN-VXLAN overlay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Access Control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TACACS+ centralized authentication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Engineers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3-5 network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Latency SLA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&lt;2 microsecond east-west latency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Automation Maturity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Ansible playbooks and ZTP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7000 Mbps per server (25GbE NIC)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Server Ports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1920 ports (40 racks × 48 ports)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Approach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rack-by-rack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Fabric Bandwidth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1.6Tbps aggregate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Network 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100GbE spine 25GbE leaf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Spine-Leaf Network Fabric</a:t>
            </a:r>
          </a:p>
          <a:p>
            <a:pPr lvl="1"/>
            <a:r>
              <a:t>4 Dell Z9432F-ON 100GbE spine switches with 1.6Tbps total bandwidth</a:t>
            </a:r>
          </a:p>
          <a:p>
            <a:pPr lvl="1"/>
            <a:r>
              <a:t>40 Dell S5248F-ON 25GbE leaf switches providing 1920 server ports</a:t>
            </a:r>
          </a:p>
          <a:p>
            <a:pPr lvl="1"/>
            <a:r>
              <a:t>Redundant dual-plane architecture with 3:1 oversubscription for resilience</a:t>
            </a:r>
          </a:p>
          <a:p>
            <a:pPr/>
            <a:r>
              <a:rPr b="1"/>
              <a:t>Automation and Orchestration</a:t>
            </a:r>
          </a:p>
          <a:p>
            <a:pPr lvl="1"/>
            <a:r>
              <a:t>Dell OS10 Enterprise with Ansible and Python automation capabilities</a:t>
            </a:r>
          </a:p>
          <a:p>
            <a:pPr lvl="1"/>
            <a:r>
              <a:t>SmartFabric Services for zero-touch provisioning and lifecycle management</a:t>
            </a:r>
          </a:p>
          <a:p>
            <a:pPr lvl="1"/>
            <a:r>
              <a:t>BGP routing with EVPN-VXLAN for network virtualization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Design &amp; Procurement (Weeks 1-3)</a:t>
            </a:r>
          </a:p>
          <a:p>
            <a:pPr lvl="1"/>
            <a:r>
              <a:t>Complete network architecture design with IP addressing and BGP AS numbering</a:t>
            </a:r>
          </a:p>
          <a:p>
            <a:pPr lvl="1"/>
            <a:r>
              <a:t>Order Dell PowerSwitch spine leaf and aggregation switches with optics</a:t>
            </a:r>
          </a:p>
          <a:p>
            <a:pPr lvl="1"/>
            <a:r>
              <a:t>Prepare data center rack space and power infrastructure for switch installation</a:t>
            </a:r>
          </a:p>
          <a:p>
            <a:pPr/>
            <a:r>
              <a:rPr b="1"/>
              <a:t>Phase 2: Infrastructure Deployment (Weeks 4-7)</a:t>
            </a:r>
          </a:p>
          <a:p>
            <a:pPr lvl="1"/>
            <a:r>
              <a:t>Install spine and leaf switches with 100GbE interconnects and cabling</a:t>
            </a:r>
          </a:p>
          <a:p>
            <a:pPr lvl="1"/>
            <a:r>
              <a:t>Deploy SmartFabric Services for zero-touch provisioning and automated configuration</a:t>
            </a:r>
          </a:p>
          <a:p>
            <a:pPr lvl="1"/>
            <a:r>
              <a:t>Configure BGP underlay and EVPN-VXLAN overlay for network virtualization</a:t>
            </a:r>
          </a:p>
          <a:p>
            <a:pPr/>
            <a:r>
              <a:rPr b="1"/>
              <a:t>Phase 3: Migration &amp; Validation (Weeks 8-10)</a:t>
            </a:r>
          </a:p>
          <a:p>
            <a:pPr lvl="1"/>
            <a:r>
              <a:t>Pilot rack migration validates fabric performance before full deployment</a:t>
            </a:r>
          </a:p>
          <a:p>
            <a:pPr lvl="1"/>
            <a:r>
              <a:t>Phased rack-by-rack migration from legacy Cisco to Dell PowerSwitch</a:t>
            </a:r>
          </a:p>
          <a:p>
            <a:pPr lvl="1"/>
            <a:r>
              <a:t>Network team training on OS10 administration BGP and production go-live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Design &amp; Procurement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architecture designed, PowerSwitch ordered, Data center prepared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4-7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Spine-leaf installed, BGP and VXLAN configured, SmartFabric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Migration &amp;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8-10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rack validated, Phased migration completed, Legacy network decommissioned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E-Commerce Platform Provider (60 Racks)</a:t>
            </a:r>
          </a:p>
          <a:p>
            <a:pPr lvl="1"/>
            <a:r>
              <a:rPr b="1"/>
              <a:t>Client:</a:t>
            </a:r>
            <a:r>
              <a:t> SaaS e-commerce platform with 60-rack Kubernetes data center</a:t>
            </a:r>
          </a:p>
          <a:p>
            <a:pPr lvl="1"/>
            <a:r>
              <a:rPr b="1"/>
              <a:t>Challenge:</a:t>
            </a:r>
            <a:r>
              <a:t> Aging Cisco switches at end-of-life with $420K SmartNet renewal. Network bottlenecks causing latency and unable to support 25GbE upgrades or multi-tenancy.</a:t>
            </a:r>
          </a:p>
          <a:p>
            <a:pPr lvl="1"/>
            <a:r>
              <a:rPr b="1"/>
              <a:t>Solution:</a:t>
            </a:r>
            <a:r>
              <a:t> Deployed Dell PowerSwitch spine-leaf with BGP and EVPN-VXLAN. Migrated all workloads over 4-weekend phased cutover.</a:t>
            </a:r>
          </a:p>
          <a:p>
            <a:pPr lvl="1"/>
            <a:r>
              <a:rPr b="1"/>
              <a:t>Results:</a:t>
            </a:r>
            <a:r>
              <a:t> $1.2M savings vs Cisco Nexus refresh. Latency reduced from 15ms to &lt;2ms improving performance 40%. Zero outages during migration or 12-month operation.</a:t>
            </a:r>
          </a:p>
          <a:p>
            <a:pPr lvl="1"/>
            <a:r>
              <a:rPr b="1"/>
              <a:t>Testimonial:</a:t>
            </a:r>
            <a:r>
              <a:t> "Migrating to Dell PowerSwitch was our best infrastructure decision. We saved $1.2M, achieved sub-2ms latency, and OS10 automation reduced provisioning from hours to minutes." — </a:t>
            </a:r>
            <a:r>
              <a:rPr b="1"/>
              <a:t>Rachel Thompson</a:t>
            </a:r>
            <a:r>
              <a:t>, VP of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deploying data center networks with 100+ spine-leaf implementations</a:t>
            </a:r>
          </a:p>
          <a:p>
            <a:pPr lvl="1"/>
            <a:r>
              <a:t>Deep expertise in BGP VXLAN and network automation (Ansible, Python)</a:t>
            </a:r>
          </a:p>
          <a:p>
            <a:pPr lvl="1"/>
            <a:r>
              <a:t>Dell Titanium Partner with data center networking specialization</a:t>
            </a:r>
          </a:p>
          <a:p>
            <a:pPr lvl="1"/>
            <a:r>
              <a:t>Certified DECA (Dell EMC Certified Associate) architects and OS10 experts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Pre-validated spine-leaf reference architectures for various data center sizes</a:t>
            </a:r>
          </a:p>
          <a:p>
            <a:pPr lvl="1"/>
            <a:r>
              <a:t>BGP and VXLAN design templates and IP addressing calculators</a:t>
            </a:r>
          </a:p>
          <a:p>
            <a:pPr lvl="1"/>
            <a:r>
              <a:t>Direct Dell OS10 engineering escalation through partner support channels</a:t>
            </a:r>
          </a:p>
          <a:p>
            <a:pPr lvl="1"/>
            <a:r>
              <a:t>Best practices from 100+ deployments avoid common pitfalls (MTU, BGP timers, VXLAN multicast)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Cisco Nexus Alternative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$3,383,600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$3,383,600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$3,383,600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Leaf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$816,000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Optics &amp; Cabling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Spine Switches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 (3-Year)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$4,655,200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($1,056,000)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$4,655,200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($1,056,000)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($1,056,000)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$4,655,200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PowerSwitch data center network by [specific date]</a:t>
            </a:r>
          </a:p>
          <a:p>
            <a:pPr/>
            <a:r>
              <a:rPr b="1"/>
              <a:t>Kickoff:</a:t>
            </a:r>
            <a:r>
              <a:t> Submit Dell hardware purchase order for spine leaf and optics (Week 1)</a:t>
            </a:r>
          </a:p>
          <a:p>
            <a:pPr/>
            <a:r>
              <a:rPr b="1"/>
              <a:t>Design:</a:t>
            </a:r>
            <a:r>
              <a:t> Complete architecture design with BGP AS numbering and VXLAN overlay (Weeks 1-3)</a:t>
            </a:r>
          </a:p>
          <a:p>
            <a:pPr/>
            <a:r>
              <a:rPr b="1"/>
              <a:t>Deployment:</a:t>
            </a:r>
            <a:r>
              <a:t> Install spine-leaf fabric and configure BGP and VXLAN (Weeks 4-7)</a:t>
            </a:r>
          </a:p>
          <a:p>
            <a:pPr/>
            <a:r>
              <a:rPr b="1"/>
              <a:t>Migration:</a:t>
            </a:r>
            <a:r>
              <a:t> Pilot rack Week 8, phased migration Weeks 8-10, Cisco decommission Week 10 with immediate $84K annual savings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PowerSwitch Data Center Network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