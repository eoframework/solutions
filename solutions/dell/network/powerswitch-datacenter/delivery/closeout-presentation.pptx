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Enhancement</a:t>
            </a:r>
            <a:r>
              <a:t>: Achieved 99% threat detection accuracy with automated response capabilities</a:t>
            </a:r>
          </a:p>
          <a:p>
            <a:pPr/>
            <a:r>
              <a:rPr b="1"/>
              <a:t>Compliance Automation</a:t>
            </a:r>
            <a:r>
              <a:t>: Implemented comprehensive compliance monitoring and reporting</a:t>
            </a:r>
          </a:p>
          <a:p>
            <a:pPr/>
            <a:r>
              <a:rPr b="1"/>
              <a:t>Operational Efficiency</a:t>
            </a:r>
            <a:r>
              <a:t>: Reduced security incident response time by 75%</a:t>
            </a:r>
          </a:p>
          <a:p>
            <a:pPr/>
            <a:r>
              <a:rPr b="1"/>
              <a:t>Cost Optimization</a:t>
            </a:r>
            <a:r>
              <a:t>: Delivered 35% cost savings compared to legacy SIEM solutions</a:t>
            </a:r>
          </a:p>
          <a:p>
            <a:pPr/>
            <a:r>
              <a:rPr b="1"/>
              <a:t>Scalability</a:t>
            </a:r>
            <a:r>
              <a:t>: Deployed cloud-native architecture supporting unlimited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Primary Business Outcomes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Threat Detection</a:t>
            </a:r>
            <a:r>
              <a:t>: 99% accuracy in identifying security threats and anomalies</a:t>
            </a:r>
          </a:p>
          <a:p>
            <a:pPr/>
            <a:r>
              <a:rPr b="1"/>
              <a:t>Response Time</a:t>
            </a:r>
            <a:r>
              <a:t>: Average security incident response reduced from 4 hours to 60 minutes</a:t>
            </a:r>
          </a:p>
          <a:p>
            <a:pPr/>
            <a:r>
              <a:rPr b="1"/>
              <a:t>False Positives</a:t>
            </a:r>
            <a:r>
              <a:t>: Reduced false positive alerts by 85% through AI-powered analytics</a:t>
            </a:r>
          </a:p>
          <a:p>
            <a:pPr/>
            <a:r>
              <a:rPr b="1"/>
              <a:t>Coverage</a:t>
            </a:r>
            <a:r>
              <a:t>: 100% visibility across cloud, hybrid, and on-premises environments</a:t>
            </a:r>
          </a:p>
          <a:p>
            <a:pPr/>
            <a:r>
              <a:rPr b="1"/>
              <a:t>Compliance</a:t>
            </a:r>
            <a:r>
              <a:t>: Automated compliance monitoring for SOC 2, HIPAA, PCI DSS, and GDPR</a:t>
            </a:r>
          </a:p>
          <a:p>
            <a:pPr/>
            <a:r>
              <a:rPr b="1"/>
              <a:t>Cost Reduction</a:t>
            </a:r>
            <a:r>
              <a:t>: 35% reduction in total security operations costs</a:t>
            </a:r>
          </a:p>
          <a:p>
            <a:pPr/>
            <a:r>
              <a:rPr b="1"/>
              <a:t>License Optimization</a:t>
            </a:r>
            <a:r>
              <a:t>: Pay-per-use model reduces fixed licensing costs by 40%</a:t>
            </a:r>
          </a:p>
          <a:p>
            <a:pPr/>
            <a:r>
              <a:rPr b="1"/>
              <a:t>Resource Efficiency</a:t>
            </a:r>
            <a:r>
              <a:t>: 50% reduction in manual security analysis tasks</a:t>
            </a:r>
          </a:p>
          <a:p>
            <a:pPr/>
            <a:r>
              <a:rPr b="1"/>
              <a:t>Downtime Prevention</a:t>
            </a:r>
            <a:r>
              <a:t>: Prevented potential $2.3M in business disruption costs</a:t>
            </a:r>
          </a:p>
          <a:p>
            <a:pPr/>
            <a:r>
              <a:rPr b="1"/>
              <a:t>Audit Costs</a:t>
            </a:r>
            <a:r>
              <a:t>: Reduced compliance audit preparation time by 70%</a:t>
            </a:r>
          </a:p>
          <a:p>
            <a:pPr/>
            <a:r>
              <a:rPr b="1"/>
              <a:t>Automation</a:t>
            </a:r>
            <a:r>
              <a:t>: 80% of routine security tasks now automated</a:t>
            </a:r>
          </a:p>
          <a:p>
            <a:pPr/>
            <a:r>
              <a:rPr b="1"/>
              <a:t>Integration</a:t>
            </a:r>
            <a:r>
              <a:t>: Seamless integration with 25+ enterprise security tools</a:t>
            </a:r>
          </a:p>
          <a:p>
            <a:pPr/>
            <a:r>
              <a:rPr b="1"/>
              <a:t>Scalability</a:t>
            </a:r>
            <a:r>
              <a:t>: Cloud-native architecture supports 10x current data volumes</a:t>
            </a:r>
          </a:p>
          <a:p>
            <a:pPr/>
            <a:r>
              <a:rPr b="1"/>
              <a:t>Reliability</a:t>
            </a:r>
            <a:r>
              <a:t>: 99.9% service availability with automated failover</a:t>
            </a:r>
          </a:p>
          <a:p>
            <a:pPr/>
            <a:r>
              <a:rPr b="1"/>
              <a:t>Performance</a:t>
            </a:r>
            <a:r>
              <a:t>: Sub-second query response times for security investigations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Architecture Delivered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Azure Sentinel</a:t>
            </a:r>
            <a:r>
              <a:t>: Primary SIEM platform with advanced analytics capabilities</a:t>
            </a:r>
          </a:p>
          <a:p>
            <a:pPr/>
            <a:r>
              <a:rPr b="1"/>
              <a:t>Log Analytics Workspace</a:t>
            </a:r>
            <a:r>
              <a:t>: Centralized log collection and analysis engine</a:t>
            </a:r>
          </a:p>
          <a:p>
            <a:pPr/>
            <a:r>
              <a:rPr b="1"/>
              <a:t>Kusto Query Language (KQL)</a:t>
            </a:r>
            <a:r>
              <a:t>: Advanced query and analysis capabilities</a:t>
            </a:r>
          </a:p>
          <a:p>
            <a:pPr/>
            <a:r>
              <a:rPr b="1"/>
              <a:t>Azure Monitor</a:t>
            </a:r>
            <a:r>
              <a:t>: Comprehensive monitoring and alerting infrastructure</a:t>
            </a:r>
          </a:p>
          <a:p>
            <a:pPr/>
            <a:r>
              <a:rPr b="1"/>
              <a:t>Azure Security Center</a:t>
            </a:r>
            <a:r>
              <a:t>: Unified security management and advanced threat protection</a:t>
            </a:r>
          </a:p>
          <a:p>
            <a:pPr/>
            <a:r>
              <a:rPr b="1"/>
              <a:t>Microsoft 365 Defender</a:t>
            </a:r>
            <a:r>
              <a:t>: Endpoint detection and response integration</a:t>
            </a:r>
          </a:p>
          <a:p>
            <a:pPr/>
            <a:r>
              <a:rPr b="1"/>
              <a:t>Azure Active Directory</a:t>
            </a:r>
            <a:r>
              <a:t>: Identity and access management integration</a:t>
            </a:r>
          </a:p>
          <a:p>
            <a:pPr/>
            <a:r>
              <a:rPr b="1"/>
              <a:t>Azure Key Vault</a:t>
            </a:r>
            <a:r>
              <a:t>: Secrets and certificate management integration</a:t>
            </a:r>
          </a:p>
          <a:p>
            <a:pPr/>
            <a:r>
              <a:rPr b="1"/>
              <a:t>Azure Automation</a:t>
            </a:r>
            <a:r>
              <a:t>: Automated response and remediation workflows</a:t>
            </a:r>
          </a:p>
          <a:p>
            <a:pPr/>
            <a:r>
              <a:rPr b="1"/>
              <a:t>Third-party Tools</a:t>
            </a:r>
            <a:r>
              <a:t>: 25+ security tool integrations via REST APIs</a:t>
            </a:r>
          </a:p>
          <a:p>
            <a:pPr/>
            <a:r>
              <a:rPr b="1"/>
              <a:t>Daily Ingestion</a:t>
            </a:r>
            <a:r>
              <a:t>: 500GB+ of security telemetry processed daily</a:t>
            </a:r>
          </a:p>
          <a:p>
            <a:pPr/>
            <a:r>
              <a:rPr b="1"/>
              <a:t>Real-time Processing</a:t>
            </a:r>
            <a:r>
              <a:t>: Stream analytics for immediate threat detection</a:t>
            </a:r>
          </a:p>
          <a:p>
            <a:pPr/>
            <a:r>
              <a:rPr b="1"/>
              <a:t>Historical Analysis</a:t>
            </a:r>
            <a:r>
              <a:t>: 24-month data retention for threat hunting</a:t>
            </a:r>
          </a:p>
          <a:p>
            <a:pPr/>
            <a:r>
              <a:rPr b="1"/>
              <a:t>Machine Learning</a:t>
            </a:r>
            <a:r>
              <a:t>: AI-powered behavioral analytics and anomaly detection</a:t>
            </a:r>
          </a:p>
          <a:p>
            <a:pPr/>
            <a:r>
              <a:rPr b="1"/>
              <a:t>Custom Analytics</a:t>
            </a:r>
            <a:r>
              <a:t>: 50+ custom detection rules tailored to business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Features Implemented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User and Entity Behavior Analytics (UEBA)</a:t>
            </a:r>
            <a:r>
              <a:t>: AI-powered behavioral analysis</a:t>
            </a:r>
          </a:p>
          <a:p>
            <a:pPr/>
            <a:r>
              <a:rPr b="1"/>
              <a:t>Threat Intelligence</a:t>
            </a:r>
            <a:r>
              <a:t>: Integration with Microsoft and third-party threat feeds</a:t>
            </a:r>
          </a:p>
          <a:p>
            <a:pPr/>
            <a:r>
              <a:rPr b="1"/>
              <a:t>Custom Detection Rules</a:t>
            </a:r>
            <a:r>
              <a:t>: Business-specific threat detection logic</a:t>
            </a:r>
          </a:p>
          <a:p>
            <a:pPr/>
            <a:r>
              <a:rPr b="1"/>
              <a:t>Hunting Queries</a:t>
            </a:r>
            <a:r>
              <a:t>: Proactive threat hunting capabilities</a:t>
            </a:r>
          </a:p>
          <a:p>
            <a:pPr/>
            <a:r>
              <a:rPr b="1"/>
              <a:t>Incident Correlation</a:t>
            </a:r>
            <a:r>
              <a:t>: Automated incident correlation and timeline analysis</a:t>
            </a:r>
          </a:p>
          <a:p>
            <a:pPr/>
            <a:r>
              <a:rPr b="1"/>
              <a:t>Regulatory Frameworks</a:t>
            </a:r>
            <a:r>
              <a:t>: SOC 2, HIPAA, PCI DSS, GDPR compliance monitoring</a:t>
            </a:r>
          </a:p>
          <a:p>
            <a:pPr/>
            <a:r>
              <a:rPr b="1"/>
              <a:t>Audit Trails</a:t>
            </a:r>
            <a:r>
              <a:t>: Comprehensive audit logging and retention policies</a:t>
            </a:r>
          </a:p>
          <a:p>
            <a:pPr/>
            <a:r>
              <a:rPr b="1"/>
              <a:t>Data Classification</a:t>
            </a:r>
            <a:r>
              <a:t>: Automated data sensitivity classification and protection</a:t>
            </a:r>
          </a:p>
          <a:p>
            <a:pPr/>
            <a:r>
              <a:rPr b="1"/>
              <a:t>Access Controls</a:t>
            </a:r>
            <a:r>
              <a:t>: Role-based access control with least privilege principles</a:t>
            </a:r>
          </a:p>
          <a:p>
            <a:pPr/>
            <a:r>
              <a:rPr b="1"/>
              <a:t>Retention Policies</a:t>
            </a:r>
            <a:r>
              <a:t>: Automated data lifecycle management and retention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Project Execution Timeline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Quality Assurance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Functional Testing</a:t>
            </a:r>
            <a:r>
              <a:t>: 100% of security use cases validated successfully</a:t>
            </a:r>
          </a:p>
          <a:p>
            <a:pPr/>
            <a:r>
              <a:rPr b="1"/>
              <a:t>Performance Testing</a:t>
            </a:r>
            <a:r>
              <a:t>: Achieved sub-second response times for 95% of queries</a:t>
            </a:r>
          </a:p>
          <a:p>
            <a:pPr/>
            <a:r>
              <a:rPr b="1"/>
              <a:t>Security Testing</a:t>
            </a:r>
            <a:r>
              <a:t>: Zero critical vulnerabilities identified in penetration testing</a:t>
            </a:r>
          </a:p>
          <a:p>
            <a:pPr/>
            <a:r>
              <a:rPr b="1"/>
              <a:t>Integration Testing</a:t>
            </a:r>
            <a:r>
              <a:t>: All 25+ integrations functioning optimally</a:t>
            </a:r>
          </a:p>
          <a:p>
            <a:pPr/>
            <a:r>
              <a:rPr b="1"/>
              <a:t>User Acceptance</a:t>
            </a:r>
            <a:r>
              <a:t>: 98% user satisfaction score from security operations team</a:t>
            </a:r>
          </a:p>
          <a:p>
            <a:pPr/>
            <a:r>
              <a:rPr b="1"/>
              <a:t>SOC 2 Type II</a:t>
            </a:r>
            <a:r>
              <a:t>: All controls implemented and validated</a:t>
            </a:r>
          </a:p>
          <a:p>
            <a:pPr/>
            <a:r>
              <a:rPr b="1"/>
              <a:t>HIPAA</a:t>
            </a:r>
            <a:r>
              <a:t>: Healthcare data protection requirements fully satisfied</a:t>
            </a:r>
          </a:p>
          <a:p>
            <a:pPr/>
            <a:r>
              <a:rPr b="1"/>
              <a:t>PCI DSS</a:t>
            </a:r>
            <a:r>
              <a:t>: Payment card industry compliance controls verified</a:t>
            </a:r>
          </a:p>
          <a:p>
            <a:pPr/>
            <a:r>
              <a:rPr b="1"/>
              <a:t>GDPR</a:t>
            </a:r>
            <a:r>
              <a:t>: Data privacy and protection requirements implemented</a:t>
            </a:r>
          </a:p>
          <a:p>
            <a:pPr/>
            <a:r>
              <a:rPr b="1"/>
              <a:t>ISO 27001</a:t>
            </a:r>
            <a:r>
              <a:t>: Information security management standards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Risk Mitigation Strategies Executed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Proof of Concept</a:t>
            </a:r>
            <a:r>
              <a:t>: Successfully validated solution with real-world security scenarios</a:t>
            </a:r>
          </a:p>
          <a:p>
            <a:pPr/>
            <a:r>
              <a:rPr b="1"/>
              <a:t>Phased Implementation</a:t>
            </a:r>
            <a:r>
              <a:t>: Gradual rollout minimized business disruption risk</a:t>
            </a:r>
          </a:p>
          <a:p>
            <a:pPr/>
            <a:r>
              <a:rPr b="1"/>
              <a:t>Parallel Operations</a:t>
            </a:r>
            <a:r>
              <a:t>: Maintained legacy SIEM during transition period</a:t>
            </a:r>
          </a:p>
          <a:p>
            <a:pPr/>
            <a:r>
              <a:rPr b="1"/>
              <a:t>Automated Backups</a:t>
            </a:r>
            <a:r>
              <a:t>: Implemented comprehensive backup and disaster recovery procedures</a:t>
            </a:r>
          </a:p>
          <a:p>
            <a:pPr/>
            <a:r>
              <a:rPr b="1"/>
              <a:t>Performance Monitoring</a:t>
            </a:r>
            <a:r>
              <a:t>: Continuous monitoring prevents performance degradation</a:t>
            </a:r>
          </a:p>
          <a:p>
            <a:pPr/>
            <a:r>
              <a:rPr b="1"/>
              <a:t>Change Management</a:t>
            </a:r>
            <a:r>
              <a:t>: Comprehensive change management program ensured user adoption</a:t>
            </a:r>
          </a:p>
          <a:p>
            <a:pPr/>
            <a:r>
              <a:rPr b="1"/>
              <a:t>Training Program</a:t>
            </a:r>
            <a:r>
              <a:t>: Extensive training minimized operational disruption</a:t>
            </a:r>
          </a:p>
          <a:p>
            <a:pPr/>
            <a:r>
              <a:rPr b="1"/>
              <a:t>Communication Plan</a:t>
            </a:r>
            <a:r>
              <a:t>: Regular stakeholder updates maintained project visibility</a:t>
            </a:r>
          </a:p>
          <a:p>
            <a:pPr/>
            <a:r>
              <a:rPr b="1"/>
              <a:t>Vendor Support</a:t>
            </a:r>
            <a:r>
              <a:t>: 24/7 Microsoft support available for critical issues</a:t>
            </a:r>
          </a:p>
          <a:p>
            <a:pPr/>
            <a:r>
              <a:rPr b="1"/>
              <a:t>Documentation</a:t>
            </a:r>
            <a:r>
              <a:t>: Complete documentation ensures business continuity</a:t>
            </a:r>
          </a:p>
          <a:p>
            <a:pPr/>
            <a:r>
              <a:rPr b="1"/>
              <a:t>Zero Trust Architecture</a:t>
            </a:r>
            <a:r>
              <a:t>: Implemented comprehensive zero trust security model</a:t>
            </a:r>
          </a:p>
          <a:p>
            <a:pPr/>
            <a:r>
              <a:rPr b="1"/>
              <a:t>Incident Response</a:t>
            </a:r>
            <a:r>
              <a:t>: Automated incident response procedures reduce exposure time</a:t>
            </a:r>
          </a:p>
          <a:p>
            <a:pPr/>
            <a:r>
              <a:rPr b="1"/>
              <a:t>Threat Intelligence</a:t>
            </a:r>
            <a:r>
              <a:t>: Real-time threat intelligence feeds enhance protection</a:t>
            </a:r>
          </a:p>
          <a:p>
            <a:pPr/>
            <a:r>
              <a:rPr b="1"/>
              <a:t>Vulnerability Management</a:t>
            </a:r>
            <a:r>
              <a:t>: Automated vulnerability scanning and remediation</a:t>
            </a:r>
          </a:p>
          <a:p>
            <a:pPr/>
            <a:r>
              <a:rPr b="1"/>
              <a:t>Compliance Monitoring</a:t>
            </a:r>
            <a:r>
              <a:t>: Continuous compliance monitoring prevents violations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Issues Resolved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Data Volume</a:t>
            </a:r>
            <a:r>
              <a:t>: Optimized ingestion pipelines to handle 500GB+ daily data volumes</a:t>
            </a:r>
          </a:p>
          <a:p>
            <a:pPr/>
            <a:r>
              <a:rPr b="1"/>
              <a:t>Query Performance</a:t>
            </a:r>
            <a:r>
              <a:t>: Implemented KQL optimization achieving sub-second response times</a:t>
            </a:r>
          </a:p>
          <a:p>
            <a:pPr/>
            <a:r>
              <a:rPr b="1"/>
              <a:t>Integration Complexity</a:t>
            </a:r>
            <a:r>
              <a:t>: Successfully integrated 25+ diverse security tools</a:t>
            </a:r>
          </a:p>
          <a:p>
            <a:pPr/>
            <a:r>
              <a:rPr b="1"/>
              <a:t>Alert Tuning</a:t>
            </a:r>
            <a:r>
              <a:t>: Reduced false positives by 85% through machine learning optimization</a:t>
            </a:r>
          </a:p>
          <a:p>
            <a:pPr/>
            <a:r>
              <a:rPr b="1"/>
              <a:t>Scalability</a:t>
            </a:r>
            <a:r>
              <a:t>: Designed architecture to support 10x current data volumes</a:t>
            </a:r>
          </a:p>
          <a:p>
            <a:pPr/>
            <a:r>
              <a:rPr b="1"/>
              <a:t>User Adoption</a:t>
            </a:r>
            <a:r>
              <a:t>: Achieved 98% user adoption through comprehensive training program</a:t>
            </a:r>
          </a:p>
          <a:p>
            <a:pPr/>
            <a:r>
              <a:rPr b="1"/>
              <a:t>Process Changes</a:t>
            </a:r>
            <a:r>
              <a:t>: Successfully transformed security operations workflows</a:t>
            </a:r>
          </a:p>
          <a:p>
            <a:pPr/>
            <a:r>
              <a:rPr b="1"/>
              <a:t>Stakeholder Alignment</a:t>
            </a:r>
            <a:r>
              <a:t>: Maintained executive support throughout implementation</a:t>
            </a:r>
          </a:p>
          <a:p>
            <a:pPr/>
            <a:r>
              <a:rPr b="1"/>
              <a:t>Budget Management</a:t>
            </a:r>
            <a:r>
              <a:t>: Delivered project 15% under budget through efficient resource utilization</a:t>
            </a:r>
          </a:p>
          <a:p>
            <a:pPr/>
            <a:r>
              <a:rPr b="1"/>
              <a:t>Timeline Adherence</a:t>
            </a:r>
            <a:r>
              <a:t>: Completed implementation 1 week ahead of original schedule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Cost Optimization Strategies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Training Program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Security Analysts</a:t>
            </a:r>
            <a:r>
              <a:t>: 25 analysts completed advanced SIEM training (40 hours each)</a:t>
            </a:r>
          </a:p>
          <a:p>
            <a:pPr/>
            <a:r>
              <a:rPr b="1"/>
              <a:t>SOC Managers</a:t>
            </a:r>
            <a:r>
              <a:t>: 5 managers completed leadership and governance training (24 hours each)</a:t>
            </a:r>
          </a:p>
          <a:p>
            <a:pPr/>
            <a:r>
              <a:rPr b="1"/>
              <a:t>IT Administrators</a:t>
            </a:r>
            <a:r>
              <a:t>: 15 administrators completed platform management training (32 hours each)</a:t>
            </a:r>
          </a:p>
          <a:p>
            <a:pPr/>
            <a:r>
              <a:rPr b="1"/>
              <a:t>Executives</a:t>
            </a:r>
            <a:r>
              <a:t>: 8 executives completed strategic overview sessions (4 hours each)</a:t>
            </a:r>
          </a:p>
          <a:p>
            <a:pPr/>
            <a:r>
              <a:rPr b="1"/>
              <a:t>Total Training Hours</a:t>
            </a:r>
            <a:r>
              <a:t>: 1,336 hours delivered across all user groups</a:t>
            </a:r>
          </a:p>
          <a:p>
            <a:pPr/>
            <a:r>
              <a:rPr b="1"/>
              <a:t>Security Analysts</a:t>
            </a:r>
            <a:r>
              <a:t>: 96% achieved advanced proficiency in threat hunting and investigation</a:t>
            </a:r>
          </a:p>
          <a:p>
            <a:pPr/>
            <a:r>
              <a:rPr b="1"/>
              <a:t>SOC Managers</a:t>
            </a:r>
            <a:r>
              <a:t>: 100% achieved competency in incident management and reporting</a:t>
            </a:r>
          </a:p>
          <a:p>
            <a:pPr/>
            <a:r>
              <a:rPr b="1"/>
              <a:t>IT Administrators</a:t>
            </a:r>
            <a:r>
              <a:t>: 93% achieved proficiency in platform configuration and maintenance</a:t>
            </a:r>
          </a:p>
          <a:p>
            <a:pPr/>
            <a:r>
              <a:rPr b="1"/>
              <a:t>End Users</a:t>
            </a:r>
            <a:r>
              <a:t>: 89% achieved basic proficiency in security awareness and reporting</a:t>
            </a:r>
          </a:p>
          <a:p>
            <a:pPr/>
            <a:r>
              <a:rPr b="1"/>
              <a:t>Overall Satisfaction</a:t>
            </a:r>
            <a:r>
              <a:t>: 98% training satisfaction score across all participants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Change Management Success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Executive Updates</a:t>
            </a:r>
            <a:r>
              <a:t>: Monthly executive briefings maintained leadership support</a:t>
            </a:r>
          </a:p>
          <a:p>
            <a:pPr/>
            <a:r>
              <a:rPr b="1"/>
              <a:t>Team Communications</a:t>
            </a:r>
            <a:r>
              <a:t>: Weekly team updates ensured transparent progress reporting</a:t>
            </a:r>
          </a:p>
          <a:p>
            <a:pPr/>
            <a:r>
              <a:rPr b="1"/>
              <a:t>User Feedback</a:t>
            </a:r>
            <a:r>
              <a:t>: Bi-weekly user feedback sessions drove continuous improvement</a:t>
            </a:r>
          </a:p>
          <a:p>
            <a:pPr/>
            <a:r>
              <a:rPr b="1"/>
              <a:t>Success Stories</a:t>
            </a:r>
            <a:r>
              <a:t>: Quarterly success story sharing reinforced value proposition</a:t>
            </a:r>
          </a:p>
          <a:p>
            <a:pPr/>
            <a:r>
              <a:rPr b="1"/>
              <a:t>Knowledge Sharing</a:t>
            </a:r>
            <a:r>
              <a:t>: Established communities of practice for ongoing knowledge transfer</a:t>
            </a:r>
          </a:p>
          <a:p>
            <a:pPr/>
            <a:r>
              <a:rPr b="1"/>
              <a:t>Process Documentation</a:t>
            </a:r>
            <a:r>
              <a:t>: Updated 100% of security operation procedures</a:t>
            </a:r>
          </a:p>
          <a:p>
            <a:pPr/>
            <a:r>
              <a:rPr b="1"/>
              <a:t>Role Definition</a:t>
            </a:r>
            <a:r>
              <a:t>: Clarified roles and responsibilities for all team members</a:t>
            </a:r>
          </a:p>
          <a:p>
            <a:pPr/>
            <a:r>
              <a:rPr b="1"/>
              <a:t>Performance Metrics</a:t>
            </a:r>
            <a:r>
              <a:t>: Established new KPIs aligned with platform capabilities</a:t>
            </a:r>
          </a:p>
          <a:p>
            <a:pPr/>
            <a:r>
              <a:rPr b="1"/>
              <a:t>Governance Structure</a:t>
            </a:r>
            <a:r>
              <a:t>: Implemented platform governance and oversight procedures</a:t>
            </a:r>
          </a:p>
          <a:p>
            <a:pPr/>
            <a:r>
              <a:rPr b="1"/>
              <a:t>Continuous Improvement</a:t>
            </a:r>
            <a:r>
              <a:t>: Established feedback loops for ongoing optimization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Support Structure Implementation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Level 1 Support</a:t>
            </a:r>
            <a:r>
              <a:t>: Internal IT team handles basic operational issues and user questions</a:t>
            </a:r>
          </a:p>
          <a:p>
            <a:pPr/>
            <a:r>
              <a:rPr b="1"/>
              <a:t>Level 2 Support</a:t>
            </a:r>
            <a:r>
              <a:t>: Security operations team manages platform configuration and optimization</a:t>
            </a:r>
          </a:p>
          <a:p>
            <a:pPr/>
            <a:r>
              <a:rPr b="1"/>
              <a:t>Level 3 Support</a:t>
            </a:r>
            <a:r>
              <a:t>: Microsoft Premier Support provides vendor-level technical assistance</a:t>
            </a:r>
          </a:p>
          <a:p>
            <a:pPr/>
            <a:r>
              <a:rPr b="1"/>
              <a:t>Level 4 Support</a:t>
            </a:r>
            <a:r>
              <a:t>: External consultants available for complex customization and enhancement</a:t>
            </a:r>
          </a:p>
          <a:p>
            <a:pPr/>
            <a:r>
              <a:rPr b="1"/>
              <a:t>Business Support</a:t>
            </a:r>
            <a:r>
              <a:t>: Internal business analysts manage process optimization and requirements evolution</a:t>
            </a:r>
          </a:p>
          <a:p>
            <a:pPr/>
            <a:r>
              <a:rPr b="1"/>
              <a:t>Uptime Target</a:t>
            </a:r>
            <a:r>
              <a:t>: 99.9% platform availability (maximum 8.77 hours downtime annually)</a:t>
            </a:r>
          </a:p>
          <a:p>
            <a:pPr/>
            <a:r>
              <a:rPr b="1"/>
              <a:t>Achieved Uptime</a:t>
            </a:r>
            <a:r>
              <a:t>: 99.95% (exceeded target by 4.3 hours annually)</a:t>
            </a:r>
          </a:p>
          <a:p>
            <a:pPr/>
            <a:r>
              <a:rPr b="1"/>
              <a:t>Incident Response</a:t>
            </a:r>
            <a:r>
              <a:t>: Critical issues resolved within 4 hours, standard issues within 24 hours</a:t>
            </a:r>
          </a:p>
          <a:p>
            <a:pPr/>
            <a:r>
              <a:rPr b="1"/>
              <a:t>Planned Maintenance</a:t>
            </a:r>
            <a:r>
              <a:t>: Monthly maintenance windows during low-usage periods</a:t>
            </a:r>
          </a:p>
          <a:p>
            <a:pPr/>
            <a:r>
              <a:rPr b="1"/>
              <a:t>Disaster Recovery</a:t>
            </a:r>
            <a:r>
              <a:t>: 15-minute recovery time objective, 1-hour recovery point objective</a:t>
            </a:r>
          </a:p>
          <a:p>
            <a:pPr/>
            <a:r>
              <a:rPr b="1"/>
              <a:t>Query Response</a:t>
            </a:r>
            <a:r>
              <a:t>: 95% of queries complete within 3 seconds</a:t>
            </a:r>
          </a:p>
          <a:p>
            <a:pPr/>
            <a:r>
              <a:rPr b="1"/>
              <a:t>Data Ingestion</a:t>
            </a:r>
            <a:r>
              <a:t>: Real-time processing with maximum 5-minute latency</a:t>
            </a:r>
          </a:p>
          <a:p>
            <a:pPr/>
            <a:r>
              <a:rPr b="1"/>
              <a:t>Alert Generation</a:t>
            </a:r>
            <a:r>
              <a:t>: Security alerts generated within 30 seconds of event detection</a:t>
            </a:r>
          </a:p>
          <a:p>
            <a:pPr/>
            <a:r>
              <a:rPr b="1"/>
              <a:t>Report Generation</a:t>
            </a:r>
            <a:r>
              <a:t>: Standard reports complete within 2 minutes</a:t>
            </a:r>
          </a:p>
          <a:p>
            <a:pPr/>
            <a:r>
              <a:rPr b="1"/>
              <a:t>Dashboard Loading</a:t>
            </a:r>
            <a:r>
              <a:t>: Security dashboards load within 5 seconds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Continuous Improvement Program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Monthly Performance Reviews</a:t>
            </a:r>
            <a:r>
              <a:t>: Regular assessment of platform performance and optimization opportunities</a:t>
            </a:r>
          </a:p>
          <a:p>
            <a:pPr/>
            <a:r>
              <a:rPr b="1"/>
              <a:t>Quarterly Feature Updates</a:t>
            </a:r>
            <a:r>
              <a:t>: Implementation of new Azure Sentinel features and capabilities</a:t>
            </a:r>
          </a:p>
          <a:p>
            <a:pPr/>
            <a:r>
              <a:rPr b="1"/>
              <a:t>Semi-Annual Architecture Reviews</a:t>
            </a:r>
            <a:r>
              <a:t>: Evaluation of architecture changes and scalability improvements</a:t>
            </a:r>
          </a:p>
          <a:p>
            <a:pPr/>
            <a:r>
              <a:rPr b="1"/>
              <a:t>Annual Strategy Assessment</a:t>
            </a:r>
            <a:r>
              <a:t>: Review of business requirements and strategic alignment</a:t>
            </a:r>
          </a:p>
          <a:p>
            <a:pPr/>
            <a:r>
              <a:rPr b="1"/>
              <a:t>Ongoing Training</a:t>
            </a:r>
            <a:r>
              <a:t>: Continuous skill development and certification programs</a:t>
            </a:r>
          </a:p>
          <a:p>
            <a:pPr/>
            <a:r>
              <a:rPr b="1"/>
              <a:t>User Feedback Integration</a:t>
            </a:r>
            <a:r>
              <a:t>: Monthly incorporation of user suggestions and improvement requests</a:t>
            </a:r>
          </a:p>
          <a:p>
            <a:pPr/>
            <a:r>
              <a:rPr b="1"/>
              <a:t>Technology Updates</a:t>
            </a:r>
            <a:r>
              <a:t>: Quarterly evaluation and implementation of new security technologies</a:t>
            </a:r>
          </a:p>
          <a:p>
            <a:pPr/>
            <a:r>
              <a:rPr b="1"/>
              <a:t>Process Optimization</a:t>
            </a:r>
            <a:r>
              <a:t>: Continuous refinement of security operations procedures</a:t>
            </a:r>
          </a:p>
          <a:p>
            <a:pPr/>
            <a:r>
              <a:rPr b="1"/>
              <a:t>Integration Expansion</a:t>
            </a:r>
            <a:r>
              <a:t>: Ongoing addition of new security tools and data sources</a:t>
            </a:r>
          </a:p>
          <a:p>
            <a:pPr/>
            <a:r>
              <a:rPr b="1"/>
              <a:t>Analytics Enhancement</a:t>
            </a:r>
            <a:r>
              <a:t>: Regular improvement of detection rules and threat hunting capabilities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6-Month Enhancement Plan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Advanced Analytics</a:t>
            </a:r>
            <a:r>
              <a:t>: Implement additional machine learning models for behavioral analysis</a:t>
            </a:r>
          </a:p>
          <a:p>
            <a:pPr/>
            <a:r>
              <a:rPr b="1"/>
              <a:t>SOAR Expansion</a:t>
            </a:r>
            <a:r>
              <a:t>: Extend security orchestration to additional business processes</a:t>
            </a:r>
          </a:p>
          <a:p>
            <a:pPr/>
            <a:r>
              <a:rPr b="1"/>
              <a:t>Cloud Security</a:t>
            </a:r>
            <a:r>
              <a:t>: Enhanced cloud workload protection and container security monitoring</a:t>
            </a:r>
          </a:p>
          <a:p>
            <a:pPr/>
            <a:r>
              <a:rPr b="1"/>
              <a:t>Identity Protection</a:t>
            </a:r>
            <a:r>
              <a:t>: Advanced identity threat detection and response capabilities</a:t>
            </a:r>
          </a:p>
          <a:p>
            <a:pPr/>
            <a:r>
              <a:rPr b="1"/>
              <a:t>Threat Intelligence</a:t>
            </a:r>
            <a:r>
              <a:t>: Integration with additional threat intelligence sources</a:t>
            </a:r>
          </a:p>
          <a:p>
            <a:pPr/>
            <a:r>
              <a:rPr b="1"/>
              <a:t>Automation Expansion</a:t>
            </a:r>
            <a:r>
              <a:t>: Automate additional routine security operations tasks</a:t>
            </a:r>
          </a:p>
          <a:p>
            <a:pPr/>
            <a:r>
              <a:rPr b="1"/>
              <a:t>Metrics Enhancement</a:t>
            </a:r>
            <a:r>
              <a:t>: Implement advanced security metrics and KPI dashboards</a:t>
            </a:r>
          </a:p>
          <a:p>
            <a:pPr/>
            <a:r>
              <a:rPr b="1"/>
              <a:t>Integration Deepening</a:t>
            </a:r>
            <a:r>
              <a:t>: Enhance existing tool integrations with additional capabilities</a:t>
            </a:r>
          </a:p>
          <a:p>
            <a:pPr/>
            <a:r>
              <a:rPr b="1"/>
              <a:t>Workflow Optimization</a:t>
            </a:r>
            <a:r>
              <a:t>: Streamline security incident response and investigation workflows</a:t>
            </a:r>
          </a:p>
          <a:p>
            <a:pPr/>
            <a:r>
              <a:rPr b="1"/>
              <a:t>Training Evolution</a:t>
            </a:r>
            <a:r>
              <a:t>: Develop advanced training modules for emerging threats and technologies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12-Month Strategic Initiatives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Multi-Cloud Security</a:t>
            </a:r>
            <a:r>
              <a:t>: Extend coverage to additional cloud platforms (AWS, Google Cloud)</a:t>
            </a:r>
          </a:p>
          <a:p>
            <a:pPr/>
            <a:r>
              <a:rPr b="1"/>
              <a:t>OT Security</a:t>
            </a:r>
            <a:r>
              <a:t>: Expand monitoring to operational technology and IoT environments</a:t>
            </a:r>
          </a:p>
          <a:p>
            <a:pPr/>
            <a:r>
              <a:rPr b="1"/>
              <a:t>Zero Trust Enhancement</a:t>
            </a:r>
            <a:r>
              <a:t>: Implement advanced zero trust security capabilities</a:t>
            </a:r>
          </a:p>
          <a:p>
            <a:pPr/>
            <a:r>
              <a:rPr b="1"/>
              <a:t>Privacy Controls</a:t>
            </a:r>
            <a:r>
              <a:t>: Enhanced data privacy and protection controls for global compliance</a:t>
            </a:r>
          </a:p>
          <a:p>
            <a:pPr/>
            <a:r>
              <a:rPr b="1"/>
              <a:t>AI/ML Advancement</a:t>
            </a:r>
            <a:r>
              <a:t>: Implement next-generation artificial intelligence and machine learning capabilities</a:t>
            </a:r>
          </a:p>
          <a:p>
            <a:pPr/>
            <a:r>
              <a:rPr b="1"/>
              <a:t>Managed Services</a:t>
            </a:r>
            <a:r>
              <a:t>: Evaluate managed security services for 24/7 operations</a:t>
            </a:r>
          </a:p>
          <a:p>
            <a:pPr/>
            <a:r>
              <a:rPr b="1"/>
              <a:t>Global Deployment</a:t>
            </a:r>
            <a:r>
              <a:t>: Extend platform to international offices and subsidiaries</a:t>
            </a:r>
          </a:p>
          <a:p>
            <a:pPr/>
            <a:r>
              <a:rPr b="1"/>
              <a:t>Partner Integration</a:t>
            </a:r>
            <a:r>
              <a:t>: Integrate security operations with key business partners</a:t>
            </a:r>
          </a:p>
          <a:p>
            <a:pPr/>
            <a:r>
              <a:rPr b="1"/>
              <a:t>Regulatory Expansion</a:t>
            </a:r>
            <a:r>
              <a:t>: Implement additional regulatory compliance frameworks</a:t>
            </a:r>
          </a:p>
          <a:p>
            <a:pPr/>
            <a:r>
              <a:rPr b="1"/>
              <a:t>Executive Reporting</a:t>
            </a:r>
            <a:r>
              <a:t>: Advanced executive dashboards and business intelligence capabilities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Metrics for Future Phases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Testimonials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Team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Critical Success Elements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Visible Sponsorship</a:t>
            </a:r>
            <a:r>
              <a:t>: Consistent executive support and advocacy throughout implementation</a:t>
            </a:r>
          </a:p>
          <a:p>
            <a:pPr/>
            <a:r>
              <a:rPr b="1"/>
              <a:t>Strategic Alignment</a:t>
            </a:r>
            <a:r>
              <a:t>: Clear alignment between platform capabilities and business objectives</a:t>
            </a:r>
          </a:p>
          <a:p>
            <a:pPr/>
            <a:r>
              <a:rPr b="1"/>
              <a:t>Investment Commitment</a:t>
            </a:r>
            <a:r>
              <a:t>: Adequate budget allocation for comprehensive implementation</a:t>
            </a:r>
          </a:p>
          <a:p>
            <a:pPr/>
            <a:r>
              <a:rPr b="1"/>
              <a:t>Change Championship</a:t>
            </a:r>
            <a:r>
              <a:t>: Executive leadership in driving organizational change</a:t>
            </a:r>
          </a:p>
          <a:p>
            <a:pPr/>
            <a:r>
              <a:rPr b="1"/>
              <a:t>Success Communication</a:t>
            </a:r>
            <a:r>
              <a:t>: Regular celebration and communication of project successes</a:t>
            </a:r>
          </a:p>
          <a:p>
            <a:pPr/>
            <a:r>
              <a:rPr b="1"/>
              <a:t>Architecture Design</a:t>
            </a:r>
            <a:r>
              <a:t>: Robust, scalable architecture supporting current and future requirements</a:t>
            </a:r>
          </a:p>
          <a:p>
            <a:pPr/>
            <a:r>
              <a:rPr b="1"/>
              <a:t>Implementation Quality</a:t>
            </a:r>
            <a:r>
              <a:t>: High-quality implementation following Microsoft best practices</a:t>
            </a:r>
          </a:p>
          <a:p>
            <a:pPr/>
            <a:r>
              <a:rPr b="1"/>
              <a:t>Integration Success</a:t>
            </a:r>
            <a:r>
              <a:t>: Seamless integration with existing security and IT infrastructure</a:t>
            </a:r>
          </a:p>
          <a:p>
            <a:pPr/>
            <a:r>
              <a:rPr b="1"/>
              <a:t>Performance Optimization</a:t>
            </a:r>
            <a:r>
              <a:t>: Proactive performance tuning and optimization</a:t>
            </a:r>
          </a:p>
          <a:p>
            <a:pPr/>
            <a:r>
              <a:rPr b="1"/>
              <a:t>Security Best Practices</a:t>
            </a:r>
            <a:r>
              <a:t>: Implementation of comprehensive security controls and procedures</a:t>
            </a:r>
          </a:p>
          <a:p>
            <a:pPr/>
            <a:r>
              <a:rPr b="1"/>
              <a:t>Comprehensive Training</a:t>
            </a:r>
            <a:r>
              <a:t>: Extensive training program for all user types and skill levels</a:t>
            </a:r>
          </a:p>
          <a:p>
            <a:pPr/>
            <a:r>
              <a:rPr b="1"/>
              <a:t>Change Management</a:t>
            </a:r>
            <a:r>
              <a:t>: Structured change management approach ensuring user adoption</a:t>
            </a:r>
          </a:p>
          <a:p>
            <a:pPr/>
            <a:r>
              <a:rPr b="1"/>
              <a:t>Support Structure</a:t>
            </a:r>
            <a:r>
              <a:t>: Multi-tier support model providing comprehensive assistance</a:t>
            </a:r>
          </a:p>
          <a:p>
            <a:pPr/>
            <a:r>
              <a:rPr b="1"/>
              <a:t>Feedback Integration</a:t>
            </a:r>
            <a:r>
              <a:t>: Continuous incorporation of user feedback and suggestions</a:t>
            </a:r>
          </a:p>
          <a:p>
            <a:pPr/>
            <a:r>
              <a:rPr b="1"/>
              <a:t>Knowledge Transfer</a:t>
            </a:r>
            <a:r>
              <a:t>: Complete knowledge transfer enabling organizational self-sufficiency</a:t>
            </a:r>
          </a:p>
          <a:p>
            <a:pPr/>
            <a:r>
              <a:rPr b="1"/>
              <a:t>Structured Methodology</a:t>
            </a:r>
            <a:r>
              <a:t>: Proven implementation methodology with clear milestones</a:t>
            </a:r>
          </a:p>
          <a:p>
            <a:pPr/>
            <a:r>
              <a:rPr b="1"/>
              <a:t>Risk Management</a:t>
            </a:r>
            <a:r>
              <a:t>: Proactive identification and mitigation of project risks</a:t>
            </a:r>
          </a:p>
          <a:p>
            <a:pPr/>
            <a:r>
              <a:rPr b="1"/>
              <a:t>Quality Assurance</a:t>
            </a:r>
            <a:r>
              <a:t>: Comprehensive testing and validation procedures</a:t>
            </a:r>
          </a:p>
          <a:p>
            <a:pPr/>
            <a:r>
              <a:rPr b="1"/>
              <a:t>Timeline Management</a:t>
            </a:r>
            <a:r>
              <a:t>: Effective timeline management delivering ahead of schedule</a:t>
            </a:r>
          </a:p>
          <a:p>
            <a:pPr/>
            <a:r>
              <a:rPr b="1"/>
              <a:t>Communication Excellence</a:t>
            </a:r>
            <a:r>
              <a:t>: Transparent and regular communication with all stakeholders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Insights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Phased Approach</a:t>
            </a:r>
            <a:r>
              <a:t>: Gradual implementation minimized business disruption and allowed for optimization</a:t>
            </a:r>
          </a:p>
          <a:p>
            <a:pPr/>
            <a:r>
              <a:rPr b="1"/>
              <a:t>User Involvement</a:t>
            </a:r>
            <a:r>
              <a:t>: Early and continuous user involvement ensured practical solution design</a:t>
            </a:r>
          </a:p>
          <a:p>
            <a:pPr/>
            <a:r>
              <a:rPr b="1"/>
              <a:t>Proof of Concept</a:t>
            </a:r>
            <a:r>
              <a:t>: Initial POC validated approach and built stakeholder confidence</a:t>
            </a:r>
          </a:p>
          <a:p>
            <a:pPr/>
            <a:r>
              <a:rPr b="1"/>
              <a:t>Training Investment</a:t>
            </a:r>
            <a:r>
              <a:t>: Comprehensive training program was critical for user adoption success</a:t>
            </a:r>
          </a:p>
          <a:p>
            <a:pPr/>
            <a:r>
              <a:rPr b="1"/>
              <a:t>Change Management</a:t>
            </a:r>
            <a:r>
              <a:t>: Structured change management ensured organizational readiness</a:t>
            </a:r>
          </a:p>
          <a:p>
            <a:pPr/>
            <a:r>
              <a:rPr b="1"/>
              <a:t>Data Mapping</a:t>
            </a:r>
            <a:r>
              <a:t>: Earlier investment in data mapping and normalization would accelerate implementation</a:t>
            </a:r>
          </a:p>
          <a:p>
            <a:pPr/>
            <a:r>
              <a:rPr b="1"/>
              <a:t>Integration Planning</a:t>
            </a:r>
            <a:r>
              <a:t>: More detailed integration planning upfront would reduce implementation complexity</a:t>
            </a:r>
          </a:p>
          <a:p>
            <a:pPr/>
            <a:r>
              <a:rPr b="1"/>
              <a:t>Performance Testing</a:t>
            </a:r>
            <a:r>
              <a:t>: Earlier performance testing would identify optimization opportunities sooner</a:t>
            </a:r>
          </a:p>
          <a:p>
            <a:pPr/>
            <a:r>
              <a:rPr b="1"/>
              <a:t>User Feedback</a:t>
            </a:r>
            <a:r>
              <a:t>: More frequent user feedback sessions during implementation would improve outcomes</a:t>
            </a:r>
          </a:p>
          <a:p>
            <a:pPr/>
            <a:r>
              <a:rPr b="1"/>
              <a:t>Documentation</a:t>
            </a:r>
            <a:r>
              <a:t>: Real-time documentation updates would ensure accuracy and completeness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Best Practices Established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Architecture Planning</a:t>
            </a:r>
            <a:r>
              <a:t>: Invest significant time in architecture design and planning</a:t>
            </a:r>
          </a:p>
          <a:p>
            <a:pPr/>
            <a:r>
              <a:rPr b="1"/>
              <a:t>Data Strategy</a:t>
            </a:r>
            <a:r>
              <a:t>: Develop comprehensive data ingestion and retention strategy early</a:t>
            </a:r>
          </a:p>
          <a:p>
            <a:pPr/>
            <a:r>
              <a:rPr b="1"/>
              <a:t>Performance Optimization</a:t>
            </a:r>
            <a:r>
              <a:t>: Implement query optimization from day one</a:t>
            </a:r>
          </a:p>
          <a:p>
            <a:pPr/>
            <a:r>
              <a:rPr b="1"/>
              <a:t>Integration Standards</a:t>
            </a:r>
            <a:r>
              <a:t>: Establish clear integration standards and procedures</a:t>
            </a:r>
          </a:p>
          <a:p>
            <a:pPr/>
            <a:r>
              <a:rPr b="1"/>
              <a:t>Security Controls</a:t>
            </a:r>
            <a:r>
              <a:t>: Implement comprehensive security controls throughout the platform</a:t>
            </a:r>
          </a:p>
          <a:p>
            <a:pPr/>
            <a:r>
              <a:rPr b="1"/>
              <a:t>Executive Engagement</a:t>
            </a:r>
            <a:r>
              <a:t>: Maintain consistent executive engagement and support</a:t>
            </a:r>
          </a:p>
          <a:p>
            <a:pPr/>
            <a:r>
              <a:rPr b="1"/>
              <a:t>User Training</a:t>
            </a:r>
            <a:r>
              <a:t>: Invest heavily in comprehensive user training and enablement</a:t>
            </a:r>
          </a:p>
          <a:p>
            <a:pPr/>
            <a:r>
              <a:rPr b="1"/>
              <a:t>Change Management</a:t>
            </a:r>
            <a:r>
              <a:t>: Implement structured change management from project initiation</a:t>
            </a:r>
          </a:p>
          <a:p>
            <a:pPr/>
            <a:r>
              <a:rPr b="1"/>
              <a:t>Communication</a:t>
            </a:r>
            <a:r>
              <a:t>: Establish clear communication channels and regular update schedules</a:t>
            </a:r>
          </a:p>
          <a:p>
            <a:pPr/>
            <a:r>
              <a:rPr b="1"/>
              <a:t>Feedback Loops</a:t>
            </a:r>
            <a:r>
              <a:t>: Create multiple feedback mechanisms for continuous improvement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Team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</a:t>
            </a:r>
            <a:r>
              <a:t>: Exceptional leadership ensuring on-time, under-budget delivery</a:t>
            </a:r>
          </a:p>
          <a:p>
            <a:pPr/>
            <a:r>
              <a:rPr b="1"/>
              <a:t>Technical Lead</a:t>
            </a:r>
            <a:r>
              <a:t>: Outstanding technical expertise and solution architecture</a:t>
            </a:r>
          </a:p>
          <a:p>
            <a:pPr/>
            <a:r>
              <a:rPr b="1"/>
              <a:t>Security Architect</a:t>
            </a:r>
            <a:r>
              <a:t>: Comprehensive security design and implementation oversight</a:t>
            </a:r>
          </a:p>
          <a:p>
            <a:pPr/>
            <a:r>
              <a:rPr b="1"/>
              <a:t>Change Manager</a:t>
            </a:r>
            <a:r>
              <a:t>: Effective change management ensuring user adoption success</a:t>
            </a:r>
          </a:p>
          <a:p>
            <a:pPr/>
            <a:r>
              <a:rPr b="1"/>
              <a:t>Quality Assurance Lead</a:t>
            </a:r>
            <a:r>
              <a:t>: Rigorous testing ensuring platform reliability and performance</a:t>
            </a:r>
          </a:p>
          <a:p>
            <a:pPr/>
            <a:r>
              <a:rPr b="1"/>
              <a:t>Azure Architects</a:t>
            </a:r>
            <a:r>
              <a:t>: Expert platform design and configuration</a:t>
            </a:r>
          </a:p>
          <a:p>
            <a:pPr/>
            <a:r>
              <a:rPr b="1"/>
              <a:t>Security Engineers</a:t>
            </a:r>
            <a:r>
              <a:t>: Advanced threat detection and response implementation</a:t>
            </a:r>
          </a:p>
          <a:p>
            <a:pPr/>
            <a:r>
              <a:rPr b="1"/>
              <a:t>Integration Specialists</a:t>
            </a:r>
            <a:r>
              <a:t>: Seamless integration with existing infrastructure</a:t>
            </a:r>
          </a:p>
          <a:p>
            <a:pPr/>
            <a:r>
              <a:rPr b="1"/>
              <a:t>Data Engineers</a:t>
            </a:r>
            <a:r>
              <a:t>: Optimal data ingestion and processing implementation</a:t>
            </a:r>
          </a:p>
          <a:p>
            <a:pPr/>
            <a:r>
              <a:rPr b="1"/>
              <a:t>DevOps Engineers</a:t>
            </a:r>
            <a:r>
              <a:t>: Automated deployment and infrastructure management</a:t>
            </a:r>
          </a:p>
          <a:p>
            <a:pPr/>
            <a:r>
              <a:rPr b="1"/>
              <a:t>Business Analysts</a:t>
            </a:r>
            <a:r>
              <a:t>: Comprehensive requirements gathering and validation</a:t>
            </a:r>
          </a:p>
          <a:p>
            <a:pPr/>
            <a:r>
              <a:rPr b="1"/>
              <a:t>Training Specialists</a:t>
            </a:r>
            <a:r>
              <a:t>: Outstanding training program development and delivery</a:t>
            </a:r>
          </a:p>
          <a:p>
            <a:pPr/>
            <a:r>
              <a:rPr b="1"/>
              <a:t>Communications Team</a:t>
            </a:r>
            <a:r>
              <a:t>: Effective stakeholder communication and engagement</a:t>
            </a:r>
          </a:p>
          <a:p>
            <a:pPr/>
            <a:r>
              <a:rPr b="1"/>
              <a:t>Subject Matter Experts</a:t>
            </a:r>
            <a:r>
              <a:t>: Critical business context and domain expertise</a:t>
            </a:r>
          </a:p>
          <a:p>
            <a:pPr/>
            <a:r>
              <a:rPr b="1"/>
              <a:t>End User Champions</a:t>
            </a:r>
            <a:r>
              <a:t>: User advocacy and feedback throughout implementation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Awards and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Microsoft Partner Award</a:t>
            </a:r>
            <a:r>
              <a:t>: Recognized for exceptional Azure Sentinel implementation</a:t>
            </a:r>
          </a:p>
          <a:p>
            <a:pPr/>
            <a:r>
              <a:rPr b="1"/>
              <a:t>Security Implementation Excellence</a:t>
            </a:r>
            <a:r>
              <a:t>: Industry association recognition for implementation quality</a:t>
            </a:r>
          </a:p>
          <a:p>
            <a:pPr/>
            <a:r>
              <a:rPr b="1"/>
              <a:t>Innovation Award</a:t>
            </a:r>
            <a:r>
              <a:t>: Recognition for creative solution design and business value delivery</a:t>
            </a:r>
          </a:p>
          <a:p>
            <a:pPr/>
            <a:r>
              <a:rPr b="1"/>
              <a:t>Customer Success Story</a:t>
            </a:r>
            <a:r>
              <a:t>: Featured as Microsoft customer success story</a:t>
            </a:r>
          </a:p>
          <a:p>
            <a:pPr/>
            <a:r>
              <a:rPr b="1"/>
              <a:t>Best Practice Example</a:t>
            </a:r>
            <a:r>
              <a:t>: Implementation featured in industry publications and conferences</a:t>
            </a:r>
          </a:p>
          <a:p>
            <a:pPr/>
            <a:r>
              <a:rPr b="1"/>
              <a:t>CEO Award</a:t>
            </a:r>
            <a:r>
              <a:t>: Project team recognized with highest company award for exceptional delivery</a:t>
            </a:r>
          </a:p>
          <a:p>
            <a:pPr/>
            <a:r>
              <a:rPr b="1"/>
              <a:t>Innovation Recognition</a:t>
            </a:r>
            <a:r>
              <a:t>: Internal innovation award for transformative business impact</a:t>
            </a:r>
          </a:p>
          <a:p>
            <a:pPr/>
            <a:r>
              <a:rPr b="1"/>
              <a:t>Team Excellence</a:t>
            </a:r>
            <a:r>
              <a:t>: Quarterly team excellence award for collaborative achievement</a:t>
            </a:r>
          </a:p>
          <a:p>
            <a:pPr/>
            <a:r>
              <a:rPr b="1"/>
              <a:t>Customer Impact</a:t>
            </a:r>
            <a:r>
              <a:t>: Customer impact award for significant business value delivery</a:t>
            </a:r>
          </a:p>
          <a:p>
            <a:pPr/>
            <a:r>
              <a:rPr b="1"/>
              <a:t>Technical Excellence</a:t>
            </a:r>
            <a:r>
              <a:t>: Technical excellence award for outstanding implementation quality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Completion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 Recap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99% threat detection accuracy</a:t>
            </a:r>
            <a:r>
              <a:t> with automated response capabilities</a:t>
            </a:r>
          </a:p>
          <a:p>
            <a:pPr/>
            <a:r>
              <a:rPr b="1"/>
              <a:t>285% return on investment</a:t>
            </a:r>
            <a:r>
              <a:t> with 35% operational cost reduction</a:t>
            </a:r>
          </a:p>
          <a:p>
            <a:pPr/>
            <a:r>
              <a:rPr b="1"/>
              <a:t>98% user adoption</a:t>
            </a:r>
            <a:r>
              <a:t> with comprehensive training and change management</a:t>
            </a:r>
          </a:p>
          <a:p>
            <a:pPr/>
            <a:r>
              <a:rPr b="1"/>
              <a:t>Zero critical security vulnerabilities</a:t>
            </a:r>
            <a:r>
              <a:t> identified in testing and validation</a:t>
            </a:r>
          </a:p>
          <a:p>
            <a:pPr/>
            <a:r>
              <a:rPr b="1"/>
              <a:t>Comprehensive compliance</a:t>
            </a:r>
            <a:r>
              <a:t> across all required regulatory frameworks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Immediate Next Steps (30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Performance Optimization: Complete final performance tuning based on production usage patterns</a:t>
            </a:r>
          </a:p>
          <a:p>
            <a:pPr/>
            <a:r>
              <a:t>Process Refinement: Finalize security operation procedures and workflow optimization</a:t>
            </a:r>
          </a:p>
          <a:p>
            <a:pPr/>
            <a:r>
              <a:t>Documentation Updates: Complete final documentation updates and knowledge base articles</a:t>
            </a:r>
          </a:p>
          <a:p>
            <a:pPr/>
            <a:r>
              <a:t>User Feedback Integration: Incorporate final user feedback and enhancement requests</a:t>
            </a:r>
          </a:p>
          <a:p>
            <a:pPr/>
            <a:r>
              <a:t>Success Metrics Baseline: Establish baseline metrics for ongoing performance measurement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Initiatives (90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Advanced Analytics: Implement additional machine learning models and behavioral analytics</a:t>
            </a:r>
          </a:p>
          <a:p>
            <a:pPr/>
            <a:r>
              <a:t>Integration Expansion: Add 10+ additional security tool integrations</a:t>
            </a:r>
          </a:p>
          <a:p>
            <a:pPr/>
            <a:r>
              <a:t>Automation Enhancement: Extend automation to additional security operation workflows</a:t>
            </a:r>
          </a:p>
          <a:p>
            <a:pPr/>
            <a:r>
              <a:t>Global Deployment: Plan expansion to international offices and subsidiaries</a:t>
            </a:r>
          </a:p>
          <a:p>
            <a:pPr/>
            <a:r>
              <a:t>Managed Services Evaluation: Assess managed security services for 24/7 operations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Long-Term Vision (12 Months)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</a:t>
            </a:r>
            <a:r>
              <a:t>: [project.manager@company.com]</a:t>
            </a:r>
          </a:p>
          <a:p>
            <a:pPr/>
            <a:r>
              <a:rPr b="1"/>
              <a:t>Technical Lead</a:t>
            </a:r>
            <a:r>
              <a:t>: [technical.lead@company.com]</a:t>
            </a:r>
          </a:p>
          <a:p>
            <a:pPr/>
            <a:r>
              <a:rPr b="1"/>
              <a:t>Business Sponsor</a:t>
            </a:r>
            <a:r>
              <a:t>: [business.sponsor@company.com]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