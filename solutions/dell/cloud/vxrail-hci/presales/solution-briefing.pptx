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Dell VxRail Hyperconverged Infrastructure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infrastructure complexity by consolidating servers and storage into single VMware-powered platform</a:t>
            </a:r>
          </a:p>
          <a:p>
            <a:pPr lvl="1"/>
            <a:r>
              <a:t>Reduce data center footprint by 70% and lower power consumption through hyperconverged architecture</a:t>
            </a:r>
          </a:p>
          <a:p>
            <a:pPr lvl="1"/>
            <a:r>
              <a:t>Accelerate VM provisioning from days to minutes with software-defined storage and automated lifecycle management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Reduce infrastructure TCO by 40-50% over 3 years through operational simplification and cost avoidance</a:t>
            </a:r>
          </a:p>
          <a:p>
            <a:pPr lvl="1"/>
            <a:r>
              <a:t>Achieve 99.9%+ uptime with automated failover and integrated Dell/VMware support eliminating vendor finger-pointing</a:t>
            </a:r>
          </a:p>
          <a:p>
            <a:pPr lvl="1"/>
            <a:r>
              <a:t>Deploy new applications 10x faster with self-service VM provisioning and simplified management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Cluster Size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4-node VxRail E560 cluster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Legacy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EMC Unity or NetApp SAN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Storage Capacity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40TB usable all-flash SSD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Network Fabric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25GbE ToR switches for vSAN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vSphere Version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vSphere 8 Enterprise Plus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 Sensitivity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Internal business data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Backup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Veeam Backup &amp; Replication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Encryption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vSAN encryption at rest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VM 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250 virtual machines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VM Density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60 VMs per node average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Admin Team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3-5 virtualization administrators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vSAN Performance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Mixed workload 10K IOPS per VM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Storage Type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All-flash SSD vSAN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Migration Approach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Phased vMotion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VM Size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Average 500GB per VM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Current Virtualization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VMware vSphere 7.0 on traditional SAN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VxRail Platform &amp; Software Stack</a:t>
            </a:r>
          </a:p>
          <a:p>
            <a:pPr lvl="1"/>
            <a:r>
              <a:t>4-node VxRail E560 cluster with dual Xeon processors (256 vCPUs)</a:t>
            </a:r>
          </a:p>
          <a:p>
            <a:pPr lvl="1"/>
            <a:r>
              <a:t>VMware vSphere 8 with vSAN 8 for deduplication and encryption</a:t>
            </a:r>
          </a:p>
          <a:p>
            <a:pPr lvl="1"/>
            <a:r>
              <a:t>768GB RAM per node and vCenter with vRealize Operations monitoring</a:t>
            </a:r>
          </a:p>
          <a:p>
            <a:pPr/>
            <a:r>
              <a:rPr b="1"/>
              <a:t>Integrated Architecture</a:t>
            </a:r>
          </a:p>
          <a:p>
            <a:pPr lvl="1"/>
            <a:r>
              <a:t>All-flash vSAN with 15.36TB NVMe per node (40TB usable)</a:t>
            </a:r>
          </a:p>
          <a:p>
            <a:pPr lvl="1"/>
            <a:r>
              <a:t>25GbE network fabric with redundant ToR switches for vSAN</a:t>
            </a:r>
          </a:p>
          <a:p>
            <a:pPr lvl="1"/>
            <a:r>
              <a:t>VxRail Manager for automated lifecycle management and firmware updates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Planning &amp; Preparation (Weeks 1-2)</a:t>
            </a:r>
          </a:p>
          <a:p>
            <a:pPr lvl="1"/>
            <a:r>
              <a:t>Conduct infrastructure assessment and VM inventory analysis</a:t>
            </a:r>
          </a:p>
          <a:p>
            <a:pPr lvl="1"/>
            <a:r>
              <a:t>Design VxRail cluster configuration and validate network requirements</a:t>
            </a:r>
          </a:p>
          <a:p>
            <a:pPr lvl="1"/>
            <a:r>
              <a:t>Order hardware and coordinate data center rack space and power provisioning</a:t>
            </a:r>
          </a:p>
          <a:p>
            <a:pPr/>
            <a:r>
              <a:rPr b="1"/>
              <a:t>Phase 2: Deployment &amp; Configuration (Weeks 3-4)</a:t>
            </a:r>
          </a:p>
          <a:p>
            <a:pPr lvl="1"/>
            <a:r>
              <a:t>Dell ProDeploy on-site installation of VxRail nodes and network switches</a:t>
            </a:r>
          </a:p>
          <a:p>
            <a:pPr lvl="1"/>
            <a:r>
              <a:t>Configure vSphere cluster, vSAN storage policies, and distributed switching</a:t>
            </a:r>
          </a:p>
          <a:p>
            <a:pPr lvl="1"/>
            <a:r>
              <a:t>Deploy vCenter Server, vRealize Operations, and backup infrastructure integration</a:t>
            </a:r>
          </a:p>
          <a:p>
            <a:pPr/>
            <a:r>
              <a:rPr b="1"/>
              <a:t>Phase 3: Migration &amp; Validation (Weeks 5-6)</a:t>
            </a:r>
          </a:p>
          <a:p>
            <a:pPr lvl="1"/>
            <a:r>
              <a:t>Migrate pilot workloads and execute phased migration of production VMs by application tier</a:t>
            </a:r>
          </a:p>
          <a:p>
            <a:pPr lvl="1"/>
            <a:r>
              <a:t>Validate backup/restore procedures and conduct failover testing</a:t>
            </a:r>
          </a:p>
          <a:p>
            <a:pPr lvl="1"/>
            <a:r>
              <a:t>Complete IT team training on vSphere/vSAN and production go-live with legacy infrastructure decommissioned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Planning &amp; Preparation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assessment completed, VxRail ordered, Network design validated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Deployment &amp; Configuration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VxRail cluster installed, vSphere configured, Monitoring and backup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Migration &amp; Validation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VMs migrated via vMotion, IT team trained, Legacy infrastructure decommissioned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Regional Healthcare Provider</a:t>
            </a:r>
          </a:p>
          <a:p>
            <a:pPr lvl="1"/>
            <a:r>
              <a:rPr b="1"/>
              <a:t>Client:</a:t>
            </a:r>
            <a:r>
              <a:t> 500-bed hospital system running 450 VMs across 3 data centers</a:t>
            </a:r>
          </a:p>
          <a:p>
            <a:pPr lvl="1"/>
            <a:r>
              <a:rPr b="1"/>
              <a:t>Challenge:</a:t>
            </a:r>
            <a:r>
              <a:t> Aging SAN with $180K annual support costs. Complex management across compute/storage silos. Slow VM provisioning (5-7 days) blocking deployments. 8-rack footprint.</a:t>
            </a:r>
          </a:p>
          <a:p>
            <a:pPr lvl="1"/>
            <a:r>
              <a:rPr b="1"/>
              <a:t>Solution:</a:t>
            </a:r>
            <a:r>
              <a:t> Deployed 3 VxRail clusters with 6 nodes each. Migrated 450 VMs via vMotion with zero downtime.</a:t>
            </a:r>
          </a:p>
          <a:p>
            <a:pPr lvl="1"/>
            <a:r>
              <a:rPr b="1"/>
              <a:t>Results:</a:t>
            </a:r>
            <a:r>
              <a:t> 65% cost reduction ($720K vs $2.1M). Footprint reduced to 3 racks. VM provisioning from 7 days to 15 minutes. 99.98% uptime.</a:t>
            </a:r>
          </a:p>
          <a:p>
            <a:pPr lvl="1"/>
            <a:r>
              <a:rPr b="1"/>
              <a:t>Testimonial:</a:t>
            </a:r>
            <a:r>
              <a:t> "VxRail transformed our infrastructure from constant firefighting to strategic enabler. We decommissioned our aging SAN, eliminated vendor finger-pointing, and now focus on innovation." — </a:t>
            </a:r>
            <a:r>
              <a:rPr b="1"/>
              <a:t>Michael Torres</a:t>
            </a:r>
            <a:r>
              <a:t>, VP of IT Infrastructure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12+ years deploying VMware and Dell infrastructure with 200+ VxRail implementations</a:t>
            </a:r>
          </a:p>
          <a:p>
            <a:pPr lvl="1"/>
            <a:r>
              <a:t>Deep expertise in vSAN architecture, vSphere optimization, and HCI migrations</a:t>
            </a:r>
          </a:p>
          <a:p>
            <a:pPr lvl="1"/>
            <a:r>
              <a:t>Dell Titanium Partner with VMware Principal Partner status</a:t>
            </a:r>
          </a:p>
          <a:p>
            <a:pPr lvl="1"/>
            <a:r>
              <a:t>Certified VxRail Deploy and VCP-DCV credentialed solutions architects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Pre-validated VxRail reference architectures accelerate design phase</a:t>
            </a:r>
          </a:p>
          <a:p>
            <a:pPr lvl="1"/>
            <a:r>
              <a:t>Migration runbooks and automation scripts reduce risk and timeline</a:t>
            </a:r>
          </a:p>
          <a:p>
            <a:pPr lvl="1"/>
            <a:r>
              <a:t>Direct Dell and VMware technical support escalation through partner channels</a:t>
            </a:r>
          </a:p>
          <a:p>
            <a:pPr lvl="1"/>
            <a:r>
              <a:t>Best practices from 200+ deployments avoid common pitfalls (network bottlenecks, capacity planning, vSAN tuning)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$219,640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$219,640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$219,640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Networking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$38,240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$38,240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$38,240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$27,000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$27,000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$163,000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$88,200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$876,560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($378,000)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$498,560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($265,200)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($265,200)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($31,840)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VxRail HCI deployment by [specific date]</a:t>
            </a:r>
          </a:p>
          <a:p>
            <a:pPr/>
            <a:r>
              <a:rPr b="1"/>
              <a:t>Kickoff:</a:t>
            </a:r>
            <a:r>
              <a:t> Submit Dell hardware purchase order within 1 week of approval</a:t>
            </a:r>
          </a:p>
          <a:p>
            <a:pPr/>
            <a:r>
              <a:rPr b="1"/>
              <a:t>Infrastructure Preparation:</a:t>
            </a:r>
            <a:r>
              <a:t> Validate rack space, power circuits (3.2kW for 4 nodes), and network 25GbE readiness (Weeks 1-2)</a:t>
            </a:r>
          </a:p>
          <a:p>
            <a:pPr/>
            <a:r>
              <a:rPr b="1"/>
              <a:t>Hardware Delivery:</a:t>
            </a:r>
            <a:r>
              <a:t> Dell ships VxRail nodes and network switches (2-3 week lead time)</a:t>
            </a:r>
          </a:p>
          <a:p>
            <a:pPr/>
            <a:r>
              <a:rPr b="1"/>
              <a:t>Deployment &amp; Migration:</a:t>
            </a:r>
            <a:r>
              <a:t> Dell ProDeploy installation (Weeks 3-4) and phased VM migration using vMotion (Weeks 5-6)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