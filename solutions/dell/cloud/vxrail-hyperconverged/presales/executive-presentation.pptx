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7: Why This Solution?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5466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Traditional Approach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Our 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[Current limitation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[Our advantage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[Current limitation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[Our advantage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[Current limitation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[Our advantage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8: Business Value - Financial Impact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5466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$[Amount]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Total Benefits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$[Amount]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 Value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$[Amount]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Payback Period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ROI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[Percentage]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11: Risk Mitigation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644"/>
                <a:gridCol w="2903644"/>
                <a:gridCol w="2903644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Mitigation Strategy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Success Probability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[Risk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[Mitigation approach]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[Percentage]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[Risk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[Mitigation approach]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[Percentage]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[Risk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[Mitigation approach]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[Percentage]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