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Dell VxRail Enterprise Hyperconverged Infrastructure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Modernize aging enterprise SAN infrastructure with all-NVMe hyperconverged platform delivering 100,000+ IOPS</a:t>
            </a:r>
          </a:p>
          <a:p>
            <a:pPr lvl="1"/>
            <a:r>
              <a:t>Achieve 99.99% uptime SLA for Oracle RAC, SQL Always-On, and SAP HANA with FTT=2 fault tolerance</a:t>
            </a:r>
          </a:p>
          <a:p>
            <a:pPr lvl="1"/>
            <a:r>
              <a:t>Reduce disaster recovery RTO from hours to minutes with VMware SRM and automated failover orchestration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Meet strict Tier 1 application SLAs with &lt;1ms storage latency and automated infrastructure failover</a:t>
            </a:r>
          </a:p>
          <a:p>
            <a:pPr lvl="1"/>
            <a:r>
              <a:t>Reduce TCO by 40-50% over 3 years through operational simplification and legacy SAN decommissioning</a:t>
            </a:r>
          </a:p>
          <a:p>
            <a:pPr lvl="1"/>
            <a:r>
              <a:t>Achieve RPO &lt;5 minutes and RTO &lt;15 minutes for mission-critical database disaster recovery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Enterprise Hyperconverged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Cluster Size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8-node VxRail P570 all-NVMe cluster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Network Fabric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100GbE spine-leaf network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Storage Capacity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200TB usable all-NVMe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vSAN Features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FTT=2 RAID-6 erasure coding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vSphere Stack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vSphere 8 Enterprise Plus with NSX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Mission-critical with SOC 2 ISO 27001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DR Solution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VMware SRM with RecoverPoint for VMs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Encryption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vSAN and VM encryption with KMS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VM 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800 VMs including mission-critical databases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Latency SLA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&lt;1ms storage latency for databases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Database Workloads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Oracle RAC SQL Always-On SAP HANA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99.99% uptime with N+2 fault tolerance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Storage Type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All-NVMe 30.72TB per node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DR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RPO &lt;5 min RTO &lt;15 min with SRM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IOPS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100000+ IOPS cluster aggregate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Current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EMC VMAX or NetApp enterprise SAN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Enterprise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VxRail Enterprise Platform &amp; VMware Stack</a:t>
            </a:r>
          </a:p>
          <a:p>
            <a:pPr lvl="1"/>
            <a:r>
              <a:t>8-node VxRail P570 cluster with dual Xeon Platinum (512 vCPUs)</a:t>
            </a:r>
          </a:p>
          <a:p>
            <a:pPr lvl="1"/>
            <a:r>
              <a:t>VMware vSphere 8 with vSAN 8 all-NVMe and FTT=2 RAID-6</a:t>
            </a:r>
          </a:p>
          <a:p>
            <a:pPr lvl="1"/>
            <a:r>
              <a:t>VMware NSX for micro-segmentation and vRealize Suite for predictive analytics</a:t>
            </a:r>
          </a:p>
          <a:p>
            <a:pPr/>
            <a:r>
              <a:rPr b="1"/>
              <a:t>Disaster Recovery Architecture</a:t>
            </a:r>
          </a:p>
          <a:p>
            <a:pPr lvl="1"/>
            <a:r>
              <a:t>Dell RecoverPoint for VMs with multi-site replication (RPO &lt;5 minutes)</a:t>
            </a:r>
          </a:p>
          <a:p>
            <a:pPr lvl="1"/>
            <a:r>
              <a:t>VMware Site Recovery Manager for automated failover orchestration (RTO &lt;15 minutes)</a:t>
            </a:r>
          </a:p>
          <a:p>
            <a:pPr lvl="1"/>
            <a:r>
              <a:t>Veeam Enterprise Plus for application-aware backup and instant recovery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Enterprise Hyperconverged Infrastructure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Architecture &amp; Planning (Weeks 1-2)</a:t>
            </a:r>
          </a:p>
          <a:p>
            <a:pPr lvl="1"/>
            <a:r>
              <a:t>Conduct infrastructure assessment database workload profiling and VxRail enterprise cluster design</a:t>
            </a:r>
          </a:p>
          <a:p>
            <a:pPr lvl="1"/>
            <a:r>
              <a:t>Design NSX micro-segmentation architecture and validate 100GbE spine-leaf network requirements</a:t>
            </a:r>
          </a:p>
          <a:p>
            <a:pPr lvl="1"/>
            <a:r>
              <a:t>Order hardware and coordinate data center rack space power and cooling</a:t>
            </a:r>
          </a:p>
          <a:p>
            <a:pPr/>
            <a:r>
              <a:rPr b="1"/>
              <a:t>Phase 2: Infrastructure Deployment (Weeks 3-5)</a:t>
            </a:r>
          </a:p>
          <a:p>
            <a:pPr lvl="1"/>
            <a:r>
              <a:t>Dell ProDeploy Enterprise installation of VxRail nodes and configure vSphere with FTT=2 NSX and RecoverPoint</a:t>
            </a:r>
          </a:p>
          <a:p>
            <a:pPr lvl="1"/>
            <a:r>
              <a:t>Deploy vCenter vRealize Operations and integrate with Veeam backup infrastructure</a:t>
            </a:r>
          </a:p>
          <a:p>
            <a:pPr lvl="1"/>
            <a:r>
              <a:t>Validate backup/restore procedures and DR site connectivity</a:t>
            </a:r>
          </a:p>
          <a:p>
            <a:pPr/>
            <a:r>
              <a:rPr b="1"/>
              <a:t>Phase 3: Workload Migration &amp; Validation (Weeks 6-8)</a:t>
            </a:r>
          </a:p>
          <a:p>
            <a:pPr lvl="1"/>
            <a:r>
              <a:t>Migrate pilot databases and execute phased migration of Tier 1 applications (Oracle RAC SQL SAP HANA)</a:t>
            </a:r>
          </a:p>
          <a:p>
            <a:pPr lvl="1"/>
            <a:r>
              <a:t>Conduct performance benchmark testing and disaster recovery failover testing with SRM</a:t>
            </a:r>
          </a:p>
          <a:p>
            <a:pPr lvl="1"/>
            <a:r>
              <a:t>Complete IT team training on enterprise operations and production go-live with legacy SAN decommissioned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Enterprise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 &amp; Planning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Database workload assessment, VxRail enterprise design, NSX architecture, Hardware ordered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3-5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VxRail cluster installed, vSphere/vSAN/NSX configured, Backup and DR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Workload Migration &amp; Validation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6-8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Databases migrated, Performance validated, DR tested, Legacy SAN decommissioned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Enterprise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Global Financial Services Firm</a:t>
            </a:r>
          </a:p>
          <a:p>
            <a:pPr lvl="1"/>
            <a:r>
              <a:rPr b="1"/>
              <a:t>Client:</a:t>
            </a:r>
            <a:r>
              <a:t> Investment bank running mission-critical trading platforms on 800 VMs</a:t>
            </a:r>
          </a:p>
          <a:p>
            <a:pPr lvl="1"/>
            <a:r>
              <a:rPr b="1"/>
              <a:t>Challenge:</a:t>
            </a:r>
            <a:r>
              <a:t> Aging VMAX SAN with $380K annual support costs and 99.5% uptime SLA failures. DR RTO of 4 hours failing continuity requirements. Multi-vendor finger-pointing.</a:t>
            </a:r>
          </a:p>
          <a:p>
            <a:pPr lvl="1"/>
            <a:r>
              <a:rPr b="1"/>
              <a:t>Solution:</a:t>
            </a:r>
            <a:r>
              <a:t> Deployed 2 VxRail clusters with all-NVMe for primary and DR sites. NSX micro-segmentation. RecoverPoint and SRM for automated failover.</a:t>
            </a:r>
          </a:p>
          <a:p>
            <a:pPr lvl="1"/>
            <a:r>
              <a:rPr b="1"/>
              <a:t>Results:</a:t>
            </a:r>
            <a:r>
              <a:t> 99.995% uptime eliminating SLA penalties. DR RTO reduced from 4 hours to 12 minutes. $1.8M TCO savings. Latency improved from 5ms to &lt;1ms.</a:t>
            </a:r>
          </a:p>
          <a:p>
            <a:pPr lvl="1"/>
            <a:r>
              <a:rPr b="1"/>
              <a:t>Testimonial:</a:t>
            </a:r>
            <a:r>
              <a:t> "VxRail transformed our infrastructure from liability to competitive advantage. Our trading latency dropped to sub-millisecond and we achieved six-nines uptime. Automated DR gives us confidence." — </a:t>
            </a:r>
            <a:r>
              <a:rPr b="1"/>
              <a:t>James Patterson</a:t>
            </a:r>
            <a:r>
              <a:t>, CTO Infrastructure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Enterprise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15+ years deploying VMware enterprise infrastructure with 75+ VxRail enterprise implementations</a:t>
            </a:r>
          </a:p>
          <a:p>
            <a:pPr lvl="1"/>
            <a:r>
              <a:t>Deep expertise in Oracle RAC, SQL Always-On, SAP HANA on vSAN with database-specific tuning</a:t>
            </a:r>
          </a:p>
          <a:p>
            <a:pPr lvl="1"/>
            <a:r>
              <a:t>Dell Titanium Partner with VMware Principal Partner and NSX Advanced certification</a:t>
            </a:r>
          </a:p>
          <a:p>
            <a:pPr lvl="1"/>
            <a:r>
              <a:t>Certified VCDX architects and VxRail Deploy specialists with mission-critical experience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Pre-validated VxRail reference architectures for Oracle RAC and SQL Always-On workloads</a:t>
            </a:r>
          </a:p>
          <a:p>
            <a:pPr lvl="1"/>
            <a:r>
              <a:t>Database migration runbooks with proven zero-downtime cutover procedures</a:t>
            </a:r>
          </a:p>
          <a:p>
            <a:pPr lvl="1"/>
            <a:r>
              <a:t>Direct Dell and VMware escalation channels through enterprise partnership</a:t>
            </a:r>
          </a:p>
          <a:p>
            <a:pPr lvl="1"/>
            <a:r>
              <a:t>Best practices from 75+ enterprise deployments avoid common pitfalls (vSAN tuning, NSX performance, DR orchestration)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Enterprise Hyperconverged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$996,560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$996,560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$996,560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 Investment After Savings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$2,081,540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($471,000)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$1,610,540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($176,700)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($176,700)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$1,257,140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Networking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$393,760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$393,760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$393,760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$421,820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$421,820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$183,900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$183,900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$789,620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$110,400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$110,400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$110,400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$110,400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$331,200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$4,163,080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($942,000)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$3,221,080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($353,400)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($353,400)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$2,514,280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Enterprise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VxRail enterprise HCI deployment by [specific date]</a:t>
            </a:r>
          </a:p>
          <a:p>
            <a:pPr/>
            <a:r>
              <a:rPr b="1"/>
              <a:t>Kickoff:</a:t>
            </a:r>
            <a:r>
              <a:t> Submit Dell hardware purchase order and engage Dell ProDeploy Enterprise (Week 1)</a:t>
            </a:r>
          </a:p>
          <a:p>
            <a:pPr/>
            <a:r>
              <a:rPr b="1"/>
              <a:t>Infrastructure Preparation:</a:t>
            </a:r>
            <a:r>
              <a:t> Validate rack space, power (6.4kW for 8 nodes), network fabric readiness, DR site connectivity (Weeks 1-2)</a:t>
            </a:r>
          </a:p>
          <a:p>
            <a:pPr/>
            <a:r>
              <a:rPr b="1"/>
              <a:t>Hardware Delivery:</a:t>
            </a:r>
            <a:r>
              <a:t> Dell ships VxRail P570 nodes and PowerSwitch spine-leaf fabric (3-4 week lead time)</a:t>
            </a:r>
          </a:p>
          <a:p>
            <a:pPr/>
            <a:r>
              <a:rPr b="1"/>
              <a:t>Deployment &amp; Migration:</a:t>
            </a:r>
            <a:r>
              <a:t> ProDeploy installation and configuration (Weeks 3-5), pilot databases (Weeks 5-6), Tier 1 migration (Weeks 6-8)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Dell VxRail Enterprise Hyperconverged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85</cp:revision>
  <dcterms:created xsi:type="dcterms:W3CDTF">2025-11-01T21:16:10Z</dcterms:created>
  <dcterms:modified xsi:type="dcterms:W3CDTF">2025-11-22T23:24:48Z</dcterms:modified>
</cp:coreProperties>
</file>