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Client Device Count: 2000 total devices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Juniper Mist AI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90% of WiFi troubleshooting time with AI root cause analysis and automated remediation</a:t>
            </a:r>
          </a:p>
          <a:p>
            <a:pPr lvl="1"/>
            <a:r>
              <a:t>Achieve 99.9% wireless uptime with proactive anomaly detection before user impact</a:t>
            </a:r>
          </a:p>
          <a:p>
            <a:pPr lvl="1"/>
            <a:r>
              <a:t>Enable location-based services with virtual Bluetooth LE for wayfinding and asset tracking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60% reduction in wireless helpdesk tickets through Marvis AI self-service troubleshooting</a:t>
            </a:r>
          </a:p>
          <a:p>
            <a:pPr lvl="1"/>
            <a:r>
              <a:t>Zero manual RF optimization - AI automatically adjusts channels and power for optimal performance</a:t>
            </a:r>
          </a:p>
          <a:p>
            <a:pPr lvl="1"/>
            <a:r>
              <a:t>Real-time client experience SLE tracking with measurable performance improvements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WiFi 6E Access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Juniper AP45 APs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Building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Office commercial building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Wired Assurance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EX4400 PoE switches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building multi-floor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SSIDs and VLANs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wireless networks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RF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construction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Authentication Methods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802.1X RADIUS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Location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Indoor positioning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security SOC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Wireless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500-1000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Coverage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coverage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wireless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Client Experience SLEs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99% successful connects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Access Point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access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Mist AI Wireless Platform</a:t>
            </a:r>
          </a:p>
          <a:p>
            <a:pPr lvl="1"/>
            <a:r>
              <a:t>50 AP45 WiFi 6E access points delivering 9.6 Gbps throughput</a:t>
            </a:r>
          </a:p>
          <a:p>
            <a:pPr lvl="1"/>
            <a:r>
              <a:t>Mist Cloud AI with machine learning for anomaly detection</a:t>
            </a:r>
          </a:p>
          <a:p>
            <a:pPr lvl="1"/>
            <a:r>
              <a:t>Marvis Virtual Network Assistant for conversational troubleshooting</a:t>
            </a:r>
          </a:p>
          <a:p>
            <a:pPr/>
            <a:r>
              <a:rPr b="1"/>
              <a:t>Location Services &amp; Management</a:t>
            </a:r>
          </a:p>
          <a:p>
            <a:pPr lvl="1"/>
            <a:r>
              <a:t>Virtual BLE (vBLE) for indoor positioning without beacon hardware</a:t>
            </a:r>
          </a:p>
          <a:p>
            <a:pPr lvl="1"/>
            <a:r>
              <a:t>Real-time wayfinding, asset tracking, and occupancy analytics</a:t>
            </a:r>
          </a:p>
          <a:p>
            <a:pPr lvl="1"/>
            <a:r>
              <a:t>Unified dashboard for wireless and wired with 4 EX4400 switches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Planning (Weeks 1-2)</a:t>
            </a:r>
          </a:p>
          <a:p>
            <a:pPr lvl="1"/>
            <a:r>
              <a:t>Predictive RF site survey using building plans and Mist AI planning tools</a:t>
            </a:r>
          </a:p>
          <a:p>
            <a:pPr lvl="1"/>
            <a:r>
              <a:t>AP placement design optimizing coverage, capacity, and client experience</a:t>
            </a:r>
          </a:p>
          <a:p>
            <a:pPr lvl="1"/>
            <a:r>
              <a:t>WLAN architecture design with VLAN segmentation and security policies</a:t>
            </a:r>
          </a:p>
          <a:p>
            <a:pPr/>
            <a:r>
              <a:rPr b="1"/>
              <a:t>Phase 2: Deployment &amp; Configuration (Weeks 3-6)</a:t>
            </a:r>
          </a:p>
          <a:p>
            <a:pPr lvl="1"/>
            <a:r>
              <a:t>Deploy EX4400 switches and mount 50 AP45 access points with minimal disruption</a:t>
            </a:r>
          </a:p>
          <a:p>
            <a:pPr lvl="1"/>
            <a:r>
              <a:t>Configure Mist Cloud with SSIDs, VLANs, authentication, and security policies</a:t>
            </a:r>
          </a:p>
          <a:p>
            <a:pPr lvl="1"/>
            <a:r>
              <a:t>Enable Marvis AI and location services with vBLE for wayfinding</a:t>
            </a:r>
          </a:p>
          <a:p>
            <a:pPr/>
            <a:r>
              <a:rPr b="1"/>
              <a:t>Phase 3: Validation &amp; Handoff (Weeks 7-8)</a:t>
            </a:r>
          </a:p>
          <a:p>
            <a:pPr lvl="1"/>
            <a:r>
              <a:t>RF validation testing coverage, throughput, and roaming performance</a:t>
            </a:r>
          </a:p>
          <a:p>
            <a:pPr lvl="1"/>
            <a:r>
              <a:t>Train IT staff on Mist dashboard, Marvis AI, and troubleshooting workflows</a:t>
            </a:r>
          </a:p>
          <a:p>
            <a:pPr lvl="1"/>
            <a:r>
              <a:t>Complete documentation and transition to operations with 30-day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Site Survey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RF design completed, AP placement finalized, Mist Cloud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Switches and APs installed, Wireless network operational, Legacy APs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Services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Marvis AI activated, Location services enabled, Authentication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Validation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RF validation completed, IT staff trained, Documentation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Higher Education</a:t>
            </a:r>
          </a:p>
          <a:p>
            <a:pPr lvl="1"/>
            <a:r>
              <a:rPr b="1"/>
              <a:t>Client:</a:t>
            </a:r>
            <a:r>
              <a:t> Major university campus with 30,000 students</a:t>
            </a:r>
          </a:p>
          <a:p>
            <a:pPr lvl="1"/>
            <a:r>
              <a:rPr b="1"/>
              <a:t>Challenge:</a:t>
            </a:r>
            <a:r>
              <a:t> Poor WiFi coverage with constant troubleshooting, manual RF tuning, and helpdesk team overwhelmed with wireless connectivity complaints.</a:t>
            </a:r>
          </a:p>
          <a:p>
            <a:pPr lvl="1"/>
            <a:r>
              <a:rPr b="1"/>
              <a:t>Solution:</a:t>
            </a:r>
            <a:r>
              <a:t> Deployed 2,500 Mist APs with Marvis AI and location services.</a:t>
            </a:r>
          </a:p>
          <a:p>
            <a:pPr lvl="1"/>
            <a:r>
              <a:rPr b="1"/>
              <a:t>Results:</a:t>
            </a:r>
            <a:r>
              <a:t> Achieved 99.9% uptime, reduced helpdesk tickets by 75%, and enabled campus wayfinding for 10,000 monthly visitors.</a:t>
            </a:r>
          </a:p>
          <a:p>
            <a:pPr lvl="1"/>
            <a:r>
              <a:rPr b="1"/>
              <a:t>Testimonial:</a:t>
            </a:r>
            <a:r>
              <a:t> "Marvis AI answers 'Why is WiFi slow?' in seconds instead of hours of packet captures. Our team now focuses on strategic projects." — </a:t>
            </a:r>
            <a:r>
              <a:rPr b="1"/>
              <a:t>VP of IT</a:t>
            </a:r>
            <a:r>
              <a:t>, Public University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enterprise wireless solutions with proven results</a:t>
            </a:r>
          </a:p>
          <a:p>
            <a:pPr lvl="1"/>
            <a:r>
              <a:t>75+ successful Mist AI wireless deployments across education, healthcare, hospitality</a:t>
            </a:r>
          </a:p>
          <a:p>
            <a:pPr lvl="1"/>
            <a:r>
              <a:t>Juniper Elite Partner with Wireless Specialization and AI Expertise</a:t>
            </a:r>
          </a:p>
          <a:p>
            <a:pPr lvl="1"/>
            <a:r>
              <a:t>Certified wireless architects with Mist AI and location services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WLAN design templates accelerate deployment</a:t>
            </a:r>
          </a:p>
          <a:p>
            <a:pPr lvl="1"/>
            <a:r>
              <a:t>Proven RF site survey methodology ensures optimal coverage</a:t>
            </a:r>
          </a:p>
          <a:p>
            <a:pPr lvl="1"/>
            <a:r>
              <a:t>Direct Mist AI engineering support through elite partner network</a:t>
            </a:r>
          </a:p>
          <a:p>
            <a:pPr lvl="1"/>
            <a:r>
              <a:t>Best practices from 75+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$116,600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($5,580)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$111,020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$111,020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($2,916)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$6,804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$26,244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($15,996)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$141,724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$223,964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Mist AI wireless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wireless lead, network team, and provide building floor plans</a:t>
            </a:r>
          </a:p>
          <a:p>
            <a:pPr/>
            <a:r>
              <a:rPr b="1"/>
              <a:t>Week 1-2:</a:t>
            </a:r>
            <a:r>
              <a:t> Design phase with RF site survey and WLAN architecture planning</a:t>
            </a:r>
          </a:p>
          <a:p>
            <a:pPr/>
            <a:r>
              <a:rPr b="1"/>
              <a:t>Week 3-8:</a:t>
            </a:r>
            <a:r>
              <a:t> AP deployment, Marvis AI activation, and production cutover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Mist AI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