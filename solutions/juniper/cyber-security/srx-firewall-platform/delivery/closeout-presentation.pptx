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62463" cy="37855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0288" y="678433"/>
            <a:ext cx="4110037" cy="37855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Presentation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Solution Name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Presenter Name | November 15,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Project Objectives Achievement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Next-Generation Firewall Deployment</a:t>
            </a:r>
            <a:r>
              <a:t>: Deployed enterprise SRX platform with 99.99% uptime</a:t>
            </a:r>
          </a:p>
          <a:p>
            <a:pPr/>
            <a:r>
              <a:rPr b="1"/>
              <a:t>Advanced Threat Protection</a:t>
            </a:r>
            <a:r>
              <a:t>: Achieved 99.7% threat detection and prevention rate</a:t>
            </a:r>
          </a:p>
          <a:p>
            <a:pPr/>
            <a:r>
              <a:rPr b="1"/>
              <a:t>Security Policy Automation</a:t>
            </a:r>
            <a:r>
              <a:t>: Implemented automated security policy management</a:t>
            </a:r>
          </a:p>
          <a:p>
            <a:pPr/>
            <a:r>
              <a:rPr b="1"/>
              <a:t>Network Segmentation</a:t>
            </a:r>
            <a:r>
              <a:t>: Deployed micro-segmentation with zero-trust architecture</a:t>
            </a:r>
          </a:p>
          <a:p>
            <a:pPr/>
            <a:r>
              <a:rPr b="1"/>
              <a:t>Compliance Achievement</a:t>
            </a:r>
            <a:r>
              <a:t>: Achieved SOC 2, PCI DSS, and FISMA compliance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Core Juniper SRX Components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SRX Series Firewalls</a:t>
            </a:r>
            <a:r>
              <a:t>: High-performance next-generation firewalls with NGFW capabilities</a:t>
            </a:r>
          </a:p>
          <a:p>
            <a:pPr/>
            <a:r>
              <a:rPr b="1"/>
              <a:t>Junos OS</a:t>
            </a:r>
            <a:r>
              <a:t>: Advanced network operating system with security-focused features</a:t>
            </a:r>
          </a:p>
          <a:p>
            <a:pPr/>
            <a:r>
              <a:rPr b="1"/>
              <a:t>AppSecure</a:t>
            </a:r>
            <a:r>
              <a:t>: Application identification, control, and advanced threat protection</a:t>
            </a:r>
          </a:p>
          <a:p>
            <a:pPr/>
            <a:r>
              <a:rPr b="1"/>
              <a:t>Sky ATP</a:t>
            </a:r>
            <a:r>
              <a:t>: Advanced threat prevention with cloud-based threat intelligence</a:t>
            </a:r>
          </a:p>
          <a:p>
            <a:pPr/>
            <a:r>
              <a:rPr b="1"/>
              <a:t>Security Director</a:t>
            </a:r>
            <a:r>
              <a:t>: Centralized security policy management and orchestration</a:t>
            </a:r>
          </a:p>
          <a:p>
            <a:pPr/>
            <a:r>
              <a:rPr b="1"/>
              <a:t>Policy Enforcer</a:t>
            </a:r>
            <a:r>
              <a:t>: Automated security policy enforcement and compliance</a:t>
            </a:r>
          </a:p>
          <a:p>
            <a:pPr/>
            <a:r>
              <a:rPr b="1"/>
              <a:t>SRX Clustering</a:t>
            </a:r>
            <a:r>
              <a:t>: High availability clustering for business continuity</a:t>
            </a:r>
          </a:p>
          <a:p>
            <a:pPr/>
            <a:r>
              <a:rPr b="1"/>
              <a:t>JSA (Juniper Secure Analytics)</a:t>
            </a:r>
            <a:r>
              <a:t>: Security information and event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Advanced Security Capabilities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Unified Threat Management</a:t>
            </a:r>
            <a:r>
              <a:t>: Integrated IPS, anti-malware, web filtering, and anti-spam</a:t>
            </a:r>
          </a:p>
          <a:p>
            <a:pPr/>
            <a:r>
              <a:rPr b="1"/>
              <a:t>SSL Inspection</a:t>
            </a:r>
            <a:r>
              <a:t>: Deep packet inspection with SSL/TLS decryption</a:t>
            </a:r>
          </a:p>
          <a:p>
            <a:pPr/>
            <a:r>
              <a:rPr b="1"/>
              <a:t>Application Control</a:t>
            </a:r>
            <a:r>
              <a:t>: Application-based security policies and bandwidth management</a:t>
            </a:r>
          </a:p>
          <a:p>
            <a:pPr/>
            <a:r>
              <a:rPr b="1"/>
              <a:t>User-Based Policies</a:t>
            </a:r>
            <a:r>
              <a:t>: Identity-aware security policies and access controls</a:t>
            </a:r>
          </a:p>
          <a:p>
            <a:pPr/>
            <a:r>
              <a:rPr b="1"/>
              <a:t>Threat Intelligence</a:t>
            </a:r>
            <a:r>
              <a:t>: Real-time threat intelligence integration and automated response</a:t>
            </a:r>
          </a:p>
          <a:p>
            <a:pPr/>
            <a:r>
              <a:rPr b="1"/>
              <a:t>Security Orchestration</a:t>
            </a:r>
            <a:r>
              <a:t>: Automated security workflow orchestration and response</a:t>
            </a:r>
          </a:p>
          <a:p>
            <a:pPr/>
            <a:r>
              <a:rPr b="1"/>
              <a:t>Compliance Automation</a:t>
            </a:r>
            <a:r>
              <a:t>: Automated compliance monitoring and reporting</a:t>
            </a:r>
          </a:p>
          <a:p>
            <a:pPr/>
            <a:r>
              <a:rPr b="1"/>
              <a:t>Network Analytics</a:t>
            </a:r>
            <a:r>
              <a:t>: Advanced network analytics and security 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Quantified ROI Analysis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Chart Placeholder 3"/>
          <p:cNvSpPr>
            <a:spLocks noGrp="1"/>
          </p:cNvSpPr>
          <p:nvPr>
            <p:ph type="chart" idx="15" sz="quarter"/>
          </p:nvPr>
        </p:nvSpPr>
        <p:spPr/>
      </p:sp>
      <p:sp>
        <p:nvSpPr>
          <p:cNvPr id="5" name="Content Placeholder 4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Security Impact Metrics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Chart Placeholder 3"/>
          <p:cNvSpPr>
            <a:spLocks noGrp="1"/>
          </p:cNvSpPr>
          <p:nvPr>
            <p:ph type="chart" idx="15" sz="quarter"/>
          </p:nvPr>
        </p:nvSpPr>
        <p:spPr/>
      </p:sp>
      <p:sp>
        <p:nvSpPr>
          <p:cNvPr id="5" name="Content Placeholder 4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Operational Efficiency Gains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Policy Management</a:t>
            </a:r>
            <a:r>
              <a:t>: 78% reduction in security policy management overhead</a:t>
            </a:r>
          </a:p>
          <a:p>
            <a:pPr/>
            <a:r>
              <a:rPr b="1"/>
              <a:t>Network Performance</a:t>
            </a:r>
            <a:r>
              <a:t>: 45% improvement in network performance and throughput</a:t>
            </a:r>
          </a:p>
          <a:p>
            <a:pPr/>
            <a:r>
              <a:rPr b="1"/>
              <a:t>Administrative Efficiency</a:t>
            </a:r>
            <a:r>
              <a:t>: 83% reduction in firewall administration tasks</a:t>
            </a:r>
          </a:p>
          <a:p>
            <a:pPr/>
            <a:r>
              <a:rPr b="1"/>
              <a:t>Audit Preparation</a:t>
            </a:r>
            <a:r>
              <a:t>: 92% reduction in compliance audit preparation time</a:t>
            </a:r>
          </a:p>
          <a:p>
            <a:pPr/>
            <a:r>
              <a:rPr b="1"/>
              <a:t>Change Management</a:t>
            </a:r>
            <a:r>
              <a:t>: 86% faster security policy change implementation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Next-Generation Firewall Features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Deep Packet Inspection</a:t>
            </a:r>
            <a:r>
              <a:t>: Layer 7 application inspection and control</a:t>
            </a:r>
          </a:p>
          <a:p>
            <a:pPr/>
            <a:r>
              <a:rPr b="1"/>
              <a:t>Advanced Persistent Threat Protection</a:t>
            </a:r>
            <a:r>
              <a:t>: Multi-vector threat detection and prevention</a:t>
            </a:r>
          </a:p>
          <a:p>
            <a:pPr/>
            <a:r>
              <a:rPr b="1"/>
              <a:t>Machine Learning</a:t>
            </a:r>
            <a:r>
              <a:t>: AI-powered threat detection and behavioral analysis</a:t>
            </a:r>
          </a:p>
          <a:p>
            <a:pPr/>
            <a:r>
              <a:rPr b="1"/>
              <a:t>Sandboxing</a:t>
            </a:r>
            <a:r>
              <a:t>: Advanced malware analysis in isolated environments</a:t>
            </a:r>
          </a:p>
          <a:p>
            <a:pPr/>
            <a:r>
              <a:rPr b="1"/>
              <a:t>Zero-Day Protection</a:t>
            </a:r>
            <a:r>
              <a:t>: Proactive protection against unknown threats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Network Security Architecture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Micro-Segmentation</a:t>
            </a:r>
            <a:r>
              <a:t>: Granular network segmentation with application-level controls</a:t>
            </a:r>
          </a:p>
          <a:p>
            <a:pPr/>
            <a:r>
              <a:rPr b="1"/>
              <a:t>Zero-Trust Implementation</a:t>
            </a:r>
            <a:r>
              <a:t>: Comprehensive zero-trust network architecture</a:t>
            </a:r>
          </a:p>
          <a:p>
            <a:pPr/>
            <a:r>
              <a:rPr b="1"/>
              <a:t>Identity Integration</a:t>
            </a:r>
            <a:r>
              <a:t>: Integration with Active Directory and identity providers</a:t>
            </a:r>
          </a:p>
          <a:p>
            <a:pPr/>
            <a:r>
              <a:rPr b="1"/>
              <a:t>Network Access Control</a:t>
            </a:r>
            <a:r>
              <a:t>: Dynamic network access control based on device compliance</a:t>
            </a:r>
          </a:p>
          <a:p>
            <a:pPr/>
            <a:r>
              <a:rPr b="1"/>
              <a:t>Secure Remote Access</a:t>
            </a:r>
            <a:r>
              <a:t>: VPN and secure remote access with multi-factor authentication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Automation and Orchestration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Policy Automation</a:t>
            </a:r>
            <a:r>
              <a:t>: Automated security policy creation and deployment</a:t>
            </a:r>
          </a:p>
          <a:p>
            <a:pPr/>
            <a:r>
              <a:rPr b="1"/>
              <a:t>Threat Response</a:t>
            </a:r>
            <a:r>
              <a:t>: Automated threat response and incident containment</a:t>
            </a:r>
          </a:p>
          <a:p>
            <a:pPr/>
            <a:r>
              <a:rPr b="1"/>
              <a:t>Compliance Automation</a:t>
            </a:r>
            <a:r>
              <a:t>: Automated compliance checking and reporting</a:t>
            </a:r>
          </a:p>
          <a:p>
            <a:pPr/>
            <a:r>
              <a:rPr b="1"/>
              <a:t>Workflow Integration</a:t>
            </a:r>
            <a:r>
              <a:t>: Integration with SOAR and ITSM platforms</a:t>
            </a:r>
          </a:p>
          <a:p>
            <a:pPr/>
            <a:r>
              <a:rPr b="1"/>
              <a:t>API Integration</a:t>
            </a:r>
            <a:r>
              <a:t>: RESTful APIs for custom security automation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Project Delivery Excellence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Timeline Achievement</a:t>
            </a:r>
            <a:r>
              <a:t>: Delivered 1 week ahead of original 18-week schedule</a:t>
            </a:r>
          </a:p>
          <a:p>
            <a:pPr/>
            <a:r>
              <a:rPr b="1"/>
              <a:t>Budget Performance</a:t>
            </a:r>
            <a:r>
              <a:t>: Completed 7% under allocated budget</a:t>
            </a:r>
          </a:p>
          <a:p>
            <a:pPr/>
            <a:r>
              <a:rPr b="1"/>
              <a:t>Quality Standards</a:t>
            </a:r>
            <a:r>
              <a:t>: Zero critical security vulnerabilities in deployment</a:t>
            </a:r>
          </a:p>
          <a:p>
            <a:pPr/>
            <a:r>
              <a:rPr b="1"/>
              <a:t>Migration Success</a:t>
            </a:r>
            <a:r>
              <a:t>: Seamless migration from legacy firewall infrastructure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Technical Excellence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Platform Reliability</a:t>
            </a:r>
            <a:r>
              <a:t>: Achieving 99.99% uptime with clustering and redundancy</a:t>
            </a:r>
          </a:p>
          <a:p>
            <a:pPr/>
            <a:r>
              <a:rPr b="1"/>
              <a:t>Performance</a:t>
            </a:r>
            <a:r>
              <a:t>: Meeting sub-millisecond latency requirements for critical applications</a:t>
            </a:r>
          </a:p>
          <a:p>
            <a:pPr/>
            <a:r>
              <a:rPr b="1"/>
              <a:t>Scalability</a:t>
            </a:r>
            <a:r>
              <a:t>: Supporting 50Gbps throughput with linear scaling capabilities</a:t>
            </a:r>
          </a:p>
          <a:p>
            <a:pPr/>
            <a:r>
              <a:rPr b="1"/>
              <a:t>Integration</a:t>
            </a:r>
            <a:r>
              <a:t>: Seamless integration with 25+ existing security and network tools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Security Effectiveness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Threat Detection</a:t>
            </a:r>
            <a:r>
              <a:t>: 99.7% accuracy in threat detection and classification</a:t>
            </a:r>
          </a:p>
          <a:p>
            <a:pPr/>
            <a:r>
              <a:rPr b="1"/>
              <a:t>Policy Enforcement</a:t>
            </a:r>
            <a:r>
              <a:t>: 100% enforcement of security policies across all traffic</a:t>
            </a:r>
          </a:p>
          <a:p>
            <a:pPr/>
            <a:r>
              <a:rPr b="1"/>
              <a:t>Compliance Achievement</a:t>
            </a:r>
            <a:r>
              <a:t>: Meeting all regulatory compliance requirements</a:t>
            </a:r>
          </a:p>
          <a:p>
            <a:pPr/>
            <a:r>
              <a:rPr b="1"/>
              <a:t>Incident Response</a:t>
            </a:r>
            <a:r>
              <a:t>: Sub-5-minute automated response to critical threats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Multi-Layer Security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Network Layer Protection</a:t>
            </a:r>
            <a:r>
              <a:t>: Network-based intrusion prevention and detection</a:t>
            </a:r>
          </a:p>
          <a:p>
            <a:pPr/>
            <a:r>
              <a:rPr b="1"/>
              <a:t>Application Layer Security</a:t>
            </a:r>
            <a:r>
              <a:t>: Application-aware security policies and controls</a:t>
            </a:r>
          </a:p>
          <a:p>
            <a:pPr/>
            <a:r>
              <a:rPr b="1"/>
              <a:t>Content Security</a:t>
            </a:r>
            <a:r>
              <a:t>: Anti-malware, anti-spam, and content filtering</a:t>
            </a:r>
          </a:p>
          <a:p>
            <a:pPr/>
            <a:r>
              <a:rPr b="1"/>
              <a:t>Behavioral Analysis</a:t>
            </a:r>
            <a:r>
              <a:t>: User and entity behavioral analytics for anomaly detection</a:t>
            </a:r>
          </a:p>
          <a:p>
            <a:pPr/>
            <a:r>
              <a:rPr b="1"/>
              <a:t>Threat Intelligence</a:t>
            </a:r>
            <a:r>
              <a:t>: Integration with global threat intelligence feeds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Advanced Persistent Threat Defense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Command and Control Detection</a:t>
            </a:r>
            <a:r>
              <a:t>: Detection of C&amp;C communications and data exfiltration</a:t>
            </a:r>
          </a:p>
          <a:p>
            <a:pPr/>
            <a:r>
              <a:rPr b="1"/>
              <a:t>Lateral Movement Prevention</a:t>
            </a:r>
            <a:r>
              <a:t>: Prevention of lateral movement within the network</a:t>
            </a:r>
          </a:p>
          <a:p>
            <a:pPr/>
            <a:r>
              <a:rPr b="1"/>
              <a:t>Advanced Malware Protection</a:t>
            </a:r>
            <a:r>
              <a:t>: Multi-engine malware detection and prevention</a:t>
            </a:r>
          </a:p>
          <a:p>
            <a:pPr/>
            <a:r>
              <a:rPr b="1"/>
              <a:t>Encrypted Traffic Analysis</a:t>
            </a:r>
            <a:r>
              <a:t>: Analysis of encrypted traffic without decryption</a:t>
            </a:r>
          </a:p>
          <a:p>
            <a:pPr/>
            <a:r>
              <a:rPr b="1"/>
              <a:t>Threat Hunting</a:t>
            </a:r>
            <a:r>
              <a:t>: Proactive threat hunting and investigation capabilities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Incident Response Integration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SIEM Integration</a:t>
            </a:r>
            <a:r>
              <a:t>: Real-time security event forwarding to SIEM platforms</a:t>
            </a:r>
          </a:p>
          <a:p>
            <a:pPr/>
            <a:r>
              <a:rPr b="1"/>
              <a:t>SOAR Integration</a:t>
            </a:r>
            <a:r>
              <a:t>: Automated incident response workflow integration</a:t>
            </a:r>
          </a:p>
          <a:p>
            <a:pPr/>
            <a:r>
              <a:rPr b="1"/>
              <a:t>Forensic Capabilities</a:t>
            </a:r>
            <a:r>
              <a:t>: Network forensics and incident investigation tools</a:t>
            </a:r>
          </a:p>
          <a:p>
            <a:pPr/>
            <a:r>
              <a:rPr b="1"/>
              <a:t>Threat Sharing</a:t>
            </a:r>
            <a:r>
              <a:t>: Automated threat intelligence sharing with security community</a:t>
            </a:r>
          </a:p>
          <a:p>
            <a:pPr/>
            <a:r>
              <a:rPr b="1"/>
              <a:t>Response Automation</a:t>
            </a:r>
            <a:r>
              <a:t>: Automated containment and remediation actions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High-Performance Architecture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Hardware Acceleration</a:t>
            </a:r>
            <a:r>
              <a:t>: Dedicated security processing with ASIC acceleration</a:t>
            </a:r>
          </a:p>
          <a:p>
            <a:pPr/>
            <a:r>
              <a:rPr b="1"/>
              <a:t>Parallel Processing</a:t>
            </a:r>
            <a:r>
              <a:t>: Multi-core processing for concurrent threat analysis</a:t>
            </a:r>
          </a:p>
          <a:p>
            <a:pPr/>
            <a:r>
              <a:rPr b="1"/>
              <a:t>Session Management</a:t>
            </a:r>
            <a:r>
              <a:t>: Optimized session handling for high-connection environments</a:t>
            </a:r>
          </a:p>
          <a:p>
            <a:pPr/>
            <a:r>
              <a:rPr b="1"/>
              <a:t>Bandwidth Management</a:t>
            </a:r>
            <a:r>
              <a:t>: Quality of service and bandwidth optimization</a:t>
            </a:r>
          </a:p>
          <a:p>
            <a:pPr/>
            <a:r>
              <a:rPr b="1"/>
              <a:t>Load Balancing</a:t>
            </a:r>
            <a:r>
              <a:t>: Traffic load balancing across multiple security engines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Performance Optimization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Traffic Inspection</a:t>
            </a:r>
            <a:r>
              <a:t>: Intelligent traffic inspection with performance optimization</a:t>
            </a:r>
          </a:p>
          <a:p>
            <a:pPr/>
            <a:r>
              <a:rPr b="1"/>
              <a:t>Policy Optimization</a:t>
            </a:r>
            <a:r>
              <a:t>: Automated security policy optimization for performance</a:t>
            </a:r>
          </a:p>
          <a:p>
            <a:pPr/>
            <a:r>
              <a:rPr b="1"/>
              <a:t>Caching</a:t>
            </a:r>
            <a:r>
              <a:t>: Intelligent caching for improved response times</a:t>
            </a:r>
          </a:p>
          <a:p>
            <a:pPr/>
            <a:r>
              <a:rPr b="1"/>
              <a:t>Protocol Optimization</a:t>
            </a:r>
            <a:r>
              <a:t>: Network protocol optimization for better performance</a:t>
            </a:r>
          </a:p>
          <a:p>
            <a:pPr/>
            <a:r>
              <a:rPr b="1"/>
              <a:t>Resource Allocation</a:t>
            </a:r>
            <a:r>
              <a:t>: Dynamic resource allocation based on traffic patterns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Scalability and Growth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Horizontal Scaling</a:t>
            </a:r>
            <a:r>
              <a:t>: Addition of security appliances for increased capacity</a:t>
            </a:r>
          </a:p>
          <a:p>
            <a:pPr/>
            <a:r>
              <a:rPr b="1"/>
              <a:t>Vertical Scaling</a:t>
            </a:r>
            <a:r>
              <a:t>: Upgraded hardware for enhanced performance</a:t>
            </a:r>
          </a:p>
          <a:p>
            <a:pPr/>
            <a:r>
              <a:rPr b="1"/>
              <a:t>Cloud Integration</a:t>
            </a:r>
            <a:r>
              <a:t>: Hybrid cloud security with on-premises integration</a:t>
            </a:r>
          </a:p>
          <a:p>
            <a:pPr/>
            <a:r>
              <a:rPr b="1"/>
              <a:t>Edge Deployment</a:t>
            </a:r>
            <a:r>
              <a:t>: Edge security deployment for distributed environments</a:t>
            </a:r>
          </a:p>
          <a:p>
            <a:pPr/>
            <a:r>
              <a:rPr b="1"/>
              <a:t>5G Integration</a:t>
            </a:r>
            <a:r>
              <a:t>: 5G network security integration and optimization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Regulatory Compliance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SOC 2 Type II</a:t>
            </a:r>
            <a:r>
              <a:t>: Achieved certification for security and availability controls</a:t>
            </a:r>
          </a:p>
          <a:p>
            <a:pPr/>
            <a:r>
              <a:rPr b="1"/>
              <a:t>PCI DSS</a:t>
            </a:r>
            <a:r>
              <a:t>: Payment card industry compliance for financial data protection</a:t>
            </a:r>
          </a:p>
          <a:p>
            <a:pPr/>
            <a:r>
              <a:rPr b="1"/>
              <a:t>FISMA</a:t>
            </a:r>
            <a:r>
              <a:t>: Federal information security management compliance</a:t>
            </a:r>
          </a:p>
          <a:p>
            <a:pPr/>
            <a:r>
              <a:rPr b="1"/>
              <a:t>HIPAA</a:t>
            </a:r>
            <a:r>
              <a:t>: Healthcare compliance for protected health information</a:t>
            </a:r>
          </a:p>
          <a:p>
            <a:pPr/>
            <a:r>
              <a:rPr b="1"/>
              <a:t>GDPR</a:t>
            </a:r>
            <a:r>
              <a:t>: Data protection compliance for European operations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Security Governance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Policy Framework</a:t>
            </a:r>
            <a:r>
              <a:t>: Comprehensive security policy framework and enforcement</a:t>
            </a:r>
          </a:p>
          <a:p>
            <a:pPr/>
            <a:r>
              <a:rPr b="1"/>
              <a:t>Risk Management</a:t>
            </a:r>
            <a:r>
              <a:t>: Automated risk assessment and mitigation strategies</a:t>
            </a:r>
          </a:p>
          <a:p>
            <a:pPr/>
            <a:r>
              <a:rPr b="1"/>
              <a:t>Audit Trail</a:t>
            </a:r>
            <a:r>
              <a:t>: Complete audit trail for all security activities and changes</a:t>
            </a:r>
          </a:p>
          <a:p>
            <a:pPr/>
            <a:r>
              <a:rPr b="1"/>
              <a:t>Change Management</a:t>
            </a:r>
            <a:r>
              <a:t>: Formal change management for security policy updates</a:t>
            </a:r>
          </a:p>
          <a:p>
            <a:pPr/>
            <a:r>
              <a:rPr b="1"/>
              <a:t>Exception Management</a:t>
            </a:r>
            <a:r>
              <a:t>: Controlled exception processes for policy violations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Continuous Compliance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Automated Monitoring</a:t>
            </a:r>
            <a:r>
              <a:t>: Continuous compliance monitoring and alerting</a:t>
            </a:r>
          </a:p>
          <a:p>
            <a:pPr/>
            <a:r>
              <a:rPr b="1"/>
              <a:t>Report Generation</a:t>
            </a:r>
            <a:r>
              <a:t>: Automated compliance report generation and distribution</a:t>
            </a:r>
          </a:p>
          <a:p>
            <a:pPr/>
            <a:r>
              <a:rPr b="1"/>
              <a:t>Control Testing</a:t>
            </a:r>
            <a:r>
              <a:t>: Automated security control testing and validation</a:t>
            </a:r>
          </a:p>
          <a:p>
            <a:pPr/>
            <a:r>
              <a:rPr b="1"/>
              <a:t>Remediation Tracking</a:t>
            </a:r>
            <a:r>
              <a:t>: Automated tracking of compliance remediation efforts</a:t>
            </a:r>
          </a:p>
          <a:p>
            <a:pPr/>
            <a:r>
              <a:rPr b="1"/>
              <a:t>Evidence Collection</a:t>
            </a:r>
            <a:r>
              <a:t>: Automated evidence collection for audit purposes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Centralized Management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Security Director</a:t>
            </a:r>
            <a:r>
              <a:t>: Centralized security policy management and orchestration</a:t>
            </a:r>
          </a:p>
          <a:p>
            <a:pPr/>
            <a:r>
              <a:rPr b="1"/>
              <a:t>Dashboard Integration</a:t>
            </a:r>
            <a:r>
              <a:t>: Unified security dashboard with real-time visibility</a:t>
            </a:r>
          </a:p>
          <a:p>
            <a:pPr/>
            <a:r>
              <a:rPr b="1"/>
              <a:t>Policy Orchestration</a:t>
            </a:r>
            <a:r>
              <a:t>: Automated policy deployment across all security devices</a:t>
            </a:r>
          </a:p>
          <a:p>
            <a:pPr/>
            <a:r>
              <a:rPr b="1"/>
              <a:t>Configuration Management</a:t>
            </a:r>
            <a:r>
              <a:t>: Centralized configuration management and version control</a:t>
            </a:r>
          </a:p>
          <a:p>
            <a:pPr/>
            <a:r>
              <a:rPr b="1"/>
              <a:t>Monitoring Integration</a:t>
            </a:r>
            <a:r>
              <a:t>: Integration with network and security monitoring tools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Automation and Efficiency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Policy Automation</a:t>
            </a:r>
            <a:r>
              <a:t>: Automated security policy creation and deployment</a:t>
            </a:r>
          </a:p>
          <a:p>
            <a:pPr/>
            <a:r>
              <a:rPr b="1"/>
              <a:t>Change Automation</a:t>
            </a:r>
            <a:r>
              <a:t>: Automated change management and approval workflows</a:t>
            </a:r>
          </a:p>
          <a:p>
            <a:pPr/>
            <a:r>
              <a:rPr b="1"/>
              <a:t>Reporting Automation</a:t>
            </a:r>
            <a:r>
              <a:t>: Automated security reporting and analytics</a:t>
            </a:r>
          </a:p>
          <a:p>
            <a:pPr/>
            <a:r>
              <a:rPr b="1"/>
              <a:t>Maintenance Automation</a:t>
            </a:r>
            <a:r>
              <a:t>: Automated maintenance and update procedures</a:t>
            </a:r>
          </a:p>
          <a:p>
            <a:pPr/>
            <a:r>
              <a:rPr b="1"/>
              <a:t>Backup Automation</a:t>
            </a:r>
            <a:r>
              <a:t>: Automated configuration backup and recovery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Support and Maintenance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24/7 Monitoring</a:t>
            </a:r>
            <a:r>
              <a:t>: Continuous monitoring with automated alerting and escalation</a:t>
            </a:r>
          </a:p>
          <a:p>
            <a:pPr/>
            <a:r>
              <a:rPr b="1"/>
              <a:t>Proactive Maintenance</a:t>
            </a:r>
            <a:r>
              <a:t>: Predictive maintenance and proactive issue resolution</a:t>
            </a:r>
          </a:p>
          <a:p>
            <a:pPr/>
            <a:r>
              <a:rPr b="1"/>
              <a:t>Vendor Support</a:t>
            </a:r>
            <a:r>
              <a:t>: Comprehensive Juniper support with guaranteed response times</a:t>
            </a:r>
          </a:p>
          <a:p>
            <a:pPr/>
            <a:r>
              <a:rPr b="1"/>
              <a:t>Knowledge Management</a:t>
            </a:r>
            <a:r>
              <a:t>: Comprehensive documentation and knowledge base</a:t>
            </a:r>
          </a:p>
          <a:p>
            <a:pPr/>
            <a:r>
              <a:rPr b="1"/>
              <a:t>Training Program</a:t>
            </a:r>
            <a:r>
              <a:t>: Ongoing training and certification for security personnel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Advanced Security Technologies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Q1 2025</a:t>
            </a:r>
            <a:r>
              <a:t>: AI-powered threat detection with machine learning enhancement</a:t>
            </a:r>
          </a:p>
          <a:p>
            <a:pPr/>
            <a:r>
              <a:rPr b="1"/>
              <a:t>Q2 2025</a:t>
            </a:r>
            <a:r>
              <a:t>: Advanced behavioral analytics and user entity behavior analytics</a:t>
            </a:r>
          </a:p>
          <a:p>
            <a:pPr/>
            <a:r>
              <a:rPr b="1"/>
              <a:t>Q3 2025</a:t>
            </a:r>
            <a:r>
              <a:t>: Cloud security integration with CASB and cloud workload protection</a:t>
            </a:r>
          </a:p>
          <a:p>
            <a:pPr/>
            <a:r>
              <a:rPr b="1"/>
              <a:t>Q4 2025</a:t>
            </a:r>
            <a:r>
              <a:t>: IoT security and network access control for connected devices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Platform Evolution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SD-WAN Integration</a:t>
            </a:r>
            <a:r>
              <a:t>: Software-defined WAN security integration</a:t>
            </a:r>
          </a:p>
          <a:p>
            <a:pPr/>
            <a:r>
              <a:rPr b="1"/>
              <a:t>Cloud Security</a:t>
            </a:r>
            <a:r>
              <a:t>: Extended cloud security capabilities and hybrid integration</a:t>
            </a:r>
          </a:p>
          <a:p>
            <a:pPr/>
            <a:r>
              <a:rPr b="1"/>
              <a:t>Container Security</a:t>
            </a:r>
            <a:r>
              <a:t>: Container and Kubernetes security integration</a:t>
            </a:r>
          </a:p>
          <a:p>
            <a:pPr/>
            <a:r>
              <a:rPr b="1"/>
              <a:t>5G Security</a:t>
            </a:r>
            <a:r>
              <a:t>: 5G network security and edge computing protection</a:t>
            </a:r>
          </a:p>
          <a:p>
            <a:pPr/>
            <a:r>
              <a:rPr b="1"/>
              <a:t>Zero Trust Evolution</a:t>
            </a:r>
            <a:r>
              <a:t>: Enhanced zero-trust architecture and capabilities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Innovation Initiatives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Quantum-Safe Cryptography</a:t>
            </a:r>
            <a:r>
              <a:t>: Implementation of quantum-resistant encryption</a:t>
            </a:r>
          </a:p>
          <a:p>
            <a:pPr/>
            <a:r>
              <a:rPr b="1"/>
              <a:t>AI Security</a:t>
            </a:r>
            <a:r>
              <a:t>: Artificial intelligence security and adversarial ML protection</a:t>
            </a:r>
          </a:p>
          <a:p>
            <a:pPr/>
            <a:r>
              <a:rPr b="1"/>
              <a:t>Blockchain Integration</a:t>
            </a:r>
            <a:r>
              <a:t>: Blockchain-based security verification and attestation</a:t>
            </a:r>
          </a:p>
          <a:p>
            <a:pPr/>
            <a:r>
              <a:rPr b="1"/>
              <a:t>Edge Computing</a:t>
            </a:r>
            <a:r>
              <a:t>: Edge security for distributed computing environments</a:t>
            </a:r>
          </a:p>
          <a:p>
            <a:pPr/>
            <a:r>
              <a:rPr b="1"/>
              <a:t>Autonomous Security</a:t>
            </a:r>
            <a:r>
              <a:t>: Self-healing and autonomous security response capabilities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Security Risk Management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Risk Assessment</a:t>
            </a:r>
            <a:r>
              <a:t>: Continuous risk assessment and threat landscape analysis</a:t>
            </a:r>
          </a:p>
          <a:p>
            <a:pPr/>
            <a:r>
              <a:rPr b="1"/>
              <a:t>Vulnerability Management</a:t>
            </a:r>
            <a:r>
              <a:t>: Automated vulnerability scanning and remediation</a:t>
            </a:r>
          </a:p>
          <a:p>
            <a:pPr/>
            <a:r>
              <a:rPr b="1"/>
              <a:t>Threat Modeling</a:t>
            </a:r>
            <a:r>
              <a:t>: Comprehensive threat modeling and attack surface analysis</a:t>
            </a:r>
          </a:p>
          <a:p>
            <a:pPr/>
            <a:r>
              <a:rPr b="1"/>
              <a:t>Penetration Testing</a:t>
            </a:r>
            <a:r>
              <a:t>: Regular penetration testing and security assessments</a:t>
            </a:r>
          </a:p>
          <a:p>
            <a:pPr/>
            <a:r>
              <a:rPr b="1"/>
              <a:t>Red Team Exercises</a:t>
            </a:r>
            <a:r>
              <a:t>: Advanced red team exercises and threat simulation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Business Continuity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High Availability</a:t>
            </a:r>
            <a:r>
              <a:t>: Active-active clustering with automatic failover</a:t>
            </a:r>
          </a:p>
          <a:p>
            <a:pPr/>
            <a:r>
              <a:rPr b="1"/>
              <a:t>Disaster Recovery</a:t>
            </a:r>
            <a:r>
              <a:t>: Comprehensive disaster recovery with geographic redundancy</a:t>
            </a:r>
          </a:p>
          <a:p>
            <a:pPr/>
            <a:r>
              <a:rPr b="1"/>
              <a:t>Backup Strategy</a:t>
            </a:r>
            <a:r>
              <a:t>: Automated backup and recovery procedures</a:t>
            </a:r>
          </a:p>
          <a:p>
            <a:pPr/>
            <a:r>
              <a:rPr b="1"/>
              <a:t>Business Impact Analysis</a:t>
            </a:r>
            <a:r>
              <a:t>: Detailed analysis of security disruption impacts</a:t>
            </a:r>
          </a:p>
          <a:p>
            <a:pPr/>
            <a:r>
              <a:rPr b="1"/>
              <a:t>Recovery Procedures</a:t>
            </a:r>
            <a:r>
              <a:t>: Documented recovery procedures with regular testing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Vendor Management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Strategic Partnership</a:t>
            </a:r>
            <a:r>
              <a:t>: Strategic partnership with Juniper for ongoing support</a:t>
            </a:r>
          </a:p>
          <a:p>
            <a:pPr/>
            <a:r>
              <a:rPr b="1"/>
              <a:t>Technology Roadmap</a:t>
            </a:r>
            <a:r>
              <a:t>: Alignment with Juniper technology roadmap and innovation</a:t>
            </a:r>
          </a:p>
          <a:p>
            <a:pPr/>
            <a:r>
              <a:rPr b="1"/>
              <a:t>Support Optimization</a:t>
            </a:r>
            <a:r>
              <a:t>: Optimized support model with proactive engagement</a:t>
            </a:r>
          </a:p>
          <a:p>
            <a:pPr/>
            <a:r>
              <a:rPr b="1"/>
              <a:t>Training Investment</a:t>
            </a:r>
            <a:r>
              <a:t>: Ongoing investment in team training and certification</a:t>
            </a:r>
          </a:p>
          <a:p>
            <a:pPr/>
            <a:r>
              <a:rPr b="1"/>
              <a:t>Innovation Collaboration</a:t>
            </a:r>
            <a:r>
              <a:t>: Collaboration on emerging security technologies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Executive Endorsements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CISO</a:t>
            </a:r>
            <a:r>
              <a:t>: "Juniper SRX has transformed our network security posture and capabilities"</a:t>
            </a:r>
          </a:p>
          <a:p>
            <a:pPr/>
            <a:r>
              <a:rPr b="1"/>
              <a:t>CTO</a:t>
            </a:r>
            <a:r>
              <a:t>: "Outstanding implementation delivering exceptional threat protection and performance"</a:t>
            </a:r>
          </a:p>
          <a:p>
            <a:pPr/>
            <a:r>
              <a:rPr b="1"/>
              <a:t>CEO</a:t>
            </a:r>
            <a:r>
              <a:t>: "Significant improvement in security posture with measurable business value"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Industry Recognition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Juniper Partner Award</a:t>
            </a:r>
            <a:r>
              <a:t>: Recognized as exemplary SRX implementation</a:t>
            </a:r>
          </a:p>
          <a:p>
            <a:pPr/>
            <a:r>
              <a:rPr b="1"/>
              <a:t>Security Excellence</a:t>
            </a:r>
            <a:r>
              <a:t>: Achieved advanced security certification and recognition</a:t>
            </a:r>
          </a:p>
          <a:p>
            <a:pPr/>
            <a:r>
              <a:rPr b="1"/>
              <a:t>Industry Benchmarks</a:t>
            </a:r>
            <a:r>
              <a:t>: Security metrics in top 5% of enterprise implementations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Key Success Factors for Continued Excellence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Security-First Culture: Commitment to security-first approach for all network changes</a:t>
            </a:r>
          </a:p>
          <a:p>
            <a:pPr/>
            <a:r>
              <a:t>Continuous Monitoring: Ongoing investment in security monitoring and threat detection</a:t>
            </a:r>
          </a:p>
          <a:p>
            <a:pPr/>
            <a:r>
              <a:t>Regular Updates: Proactive security updates and threat intelligence integration</a:t>
            </a:r>
          </a:p>
          <a:p>
            <a:pPr/>
            <a:r>
              <a:t>Team Training: Continuous training and certification for security personnel</a:t>
            </a:r>
          </a:p>
          <a:p>
            <a:pPr/>
            <a:r>
              <a:t>Technology Evolution: Regular evaluation and adoption of emerging security technologies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AI Integration</a:t>
            </a:r>
            <a:r>
              <a:t>: Implement advanced AI and machine learning for threat detection</a:t>
            </a:r>
          </a:p>
          <a:p>
            <a:pPr/>
            <a:r>
              <a:rPr b="1"/>
              <a:t>Cloud Security</a:t>
            </a:r>
            <a:r>
              <a:t>: Expand security capabilities to cloud and hybrid environments</a:t>
            </a:r>
          </a:p>
          <a:p>
            <a:pPr/>
            <a:r>
              <a:rPr b="1"/>
              <a:t>Zero Trust Evolution</a:t>
            </a:r>
            <a:r>
              <a:t>: Continue evolution toward comprehensive zero-trust architecture</a:t>
            </a:r>
          </a:p>
          <a:p>
            <a:pPr/>
            <a:r>
              <a:rPr b="1"/>
              <a:t>Automation Enhancement</a:t>
            </a:r>
            <a:r>
              <a:t>: Increase security automation and orchestration capabilities</a:t>
            </a:r>
          </a:p>
          <a:p>
            <a:pPr/>
            <a:r>
              <a:rPr b="1"/>
              <a:t>Innovation Investment</a:t>
            </a:r>
            <a:r>
              <a:t>: Invest in emerging security technologies and capabilities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39</Words>
  <Application>Microsoft Office PowerPoint</Application>
  <PresentationFormat>On-screen Show (16:9)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79</cp:revision>
  <dcterms:created xsi:type="dcterms:W3CDTF">2025-11-01T21:16:10Z</dcterms:created>
  <dcterms:modified xsi:type="dcterms:W3CDTF">2025-11-11T19:45:33Z</dcterms:modified>
</cp:coreProperties>
</file>