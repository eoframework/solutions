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Additional Scope Parameters (not displayed on slide):</a:t>
            </a:r>
          </a:p>
          <a:p/>
          <a:p>
            <a:r>
              <a:t>• IPS Throughput: 40 Gbps IPS inspection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Juniper SRX Firewall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Replace aging firewall infrastructure with 8x performance improvement (10 Gbps to 80 Gbps)</a:t>
            </a:r>
          </a:p>
          <a:p>
            <a:pPr lvl="1"/>
            <a:r>
              <a:t>Reduce security licensing costs by 40% while gaining advanced threat prevention capabilities</a:t>
            </a:r>
          </a:p>
          <a:p>
            <a:pPr lvl="1"/>
            <a:r>
              <a:t>Enable seamless multi-cloud security with native AWS, Azure, and GCP VPN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80 Gbps firewall throughput with full IPS and SSL inspection enabled</a:t>
            </a:r>
          </a:p>
          <a:p>
            <a:pPr lvl="1"/>
            <a:r>
              <a:t>70% reduction in security incident response time through automated threat intelligence</a:t>
            </a:r>
          </a:p>
          <a:p>
            <a:pPr lvl="1"/>
            <a:r>
              <a:t>Unified security policy management across 20+ datacenter and branch firewalls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Datacenter Firewalls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SRX4600 (HA pair)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datacenter + 10 branches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Branch Firewalls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SRX300 branch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Firewall Rules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firewall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Active/passive HA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integrations (SIEM NAC)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IPS ATP Cloud SecIntel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Tunnels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site-to-site + 100 SSL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PCI DSS SOC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firewall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Inspection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L3/L4 + IPS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Remote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SSL VPN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Session Capacity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million concurrent sessions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Firewall Throughput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 Gbps datacenter firewall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(lab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High-Performance Security Infrastructure</a:t>
            </a:r>
          </a:p>
          <a:p>
            <a:pPr lvl="1"/>
            <a:r>
              <a:t>SRX4600 HA pair delivering 80 Gbps firewall throughput with security</a:t>
            </a:r>
          </a:p>
          <a:p>
            <a:pPr lvl="1"/>
            <a:r>
              <a:t>10 branch SRX300 firewalls with SD-WAN and centralized management</a:t>
            </a:r>
          </a:p>
          <a:p>
            <a:pPr lvl="1"/>
            <a:r>
              <a:t>Advanced IPS (40 Gbps), SSL inspection, and ATP Cloud sandbox</a:t>
            </a:r>
          </a:p>
          <a:p>
            <a:pPr/>
            <a:r>
              <a:rPr b="1"/>
              <a:t>Threat Prevention &amp; Intelligence</a:t>
            </a:r>
          </a:p>
          <a:p>
            <a:pPr lvl="1"/>
            <a:r>
              <a:t>Real-time SecIntel feeds blocking command-and-control communications</a:t>
            </a:r>
          </a:p>
          <a:p>
            <a:pPr lvl="1"/>
            <a:r>
              <a:t>ATP Cloud sandbox detecting zero-day threats before network infiltration</a:t>
            </a:r>
          </a:p>
          <a:p>
            <a:pPr lvl="1"/>
            <a:r>
              <a:t>Automated threat intelligence sharing across all SRX devices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Validation (Weeks 1-4)</a:t>
            </a:r>
          </a:p>
          <a:p>
            <a:pPr lvl="1"/>
            <a:r>
              <a:t>Security architecture design with zone planning and policy migration strategy</a:t>
            </a:r>
          </a:p>
          <a:p>
            <a:pPr lvl="1"/>
            <a:r>
              <a:t>Lab validation of SRX configuration with failover and performance testing</a:t>
            </a:r>
          </a:p>
          <a:p>
            <a:pPr lvl="1"/>
            <a:r>
              <a:t>Detailed implementation plan with cutover strategy and rollback procedures</a:t>
            </a:r>
          </a:p>
          <a:p>
            <a:pPr/>
            <a:r>
              <a:rPr b="1"/>
              <a:t>Phase 2: Datacenter Deployment (Weeks 5-8)</a:t>
            </a:r>
          </a:p>
          <a:p>
            <a:pPr lvl="1"/>
            <a:r>
              <a:t>Deploy SRX4600 HA pair and migrate traffic zone-by-zone with rollback capability</a:t>
            </a:r>
          </a:p>
          <a:p>
            <a:pPr lvl="1"/>
            <a:r>
              <a:t>Enable advanced security services (IPS, ATP, SSL inspection) with validation</a:t>
            </a:r>
          </a:p>
          <a:p>
            <a:pPr lvl="1"/>
            <a:r>
              <a:t>Integration with SIEM, monitoring systems, and cloud VPN connectivity</a:t>
            </a:r>
          </a:p>
          <a:p>
            <a:pPr/>
            <a:r>
              <a:rPr b="1"/>
              <a:t>Phase 3: Branch &amp; Handoff (Weeks 9-12)</a:t>
            </a:r>
          </a:p>
          <a:p>
            <a:pPr lvl="1"/>
            <a:r>
              <a:t>Deploy 10 branch SRX300 firewalls with SD-WAN and centralized management</a:t>
            </a:r>
          </a:p>
          <a:p>
            <a:pPr lvl="1"/>
            <a:r>
              <a:t>Fine-tune security policies and optimize SD-WAN routing for application performance</a:t>
            </a:r>
          </a:p>
          <a:p>
            <a:pPr lvl="1"/>
            <a:r>
              <a:t>Complete training, documentation delivery, and production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architecture designed, Policies migrated and optimized, Lab validation completed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Datacenter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SRX4600 HA pair deployed, Traffic migrated zone-by-zone, Advanced security services enabled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Rollout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branch SRX300 deployed, SD-WAN operational, Centralized management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Policies tuned and optimized, Documentation delivered,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</a:t>
            </a:r>
          </a:p>
          <a:p>
            <a:pPr lvl="1"/>
            <a:r>
              <a:rPr b="1"/>
              <a:t>Client:</a:t>
            </a:r>
            <a:r>
              <a:t> Fortune 500 global bank across 3 datacenters</a:t>
            </a:r>
          </a:p>
          <a:p>
            <a:pPr lvl="1"/>
            <a:r>
              <a:rPr b="1"/>
              <a:t>Challenge:</a:t>
            </a:r>
            <a:r>
              <a:t> Aging Cisco ASA firewalls with 60% performance shortfall causing SSL inspection to be disabled due to throughput impact.</a:t>
            </a:r>
          </a:p>
          <a:p>
            <a:pPr lvl="1"/>
            <a:r>
              <a:rPr b="1"/>
              <a:t>Solution:</a:t>
            </a:r>
            <a:r>
              <a:t> Deployed SRX5400 firewalls with 200 Gbps throughput and ATP Cloud sandbox.</a:t>
            </a:r>
          </a:p>
          <a:p>
            <a:pPr lvl="1"/>
            <a:r>
              <a:rPr b="1"/>
              <a:t>Results:</a:t>
            </a:r>
            <a:r>
              <a:t> Achieved 99.99% uptime, enabled SSL inspection without performance degradation, and reduced security incidents by 75%.</a:t>
            </a:r>
          </a:p>
          <a:p>
            <a:pPr lvl="1"/>
            <a:r>
              <a:rPr b="1"/>
              <a:t>Testimonial:</a:t>
            </a:r>
            <a:r>
              <a:t> "SRX delivered 20x performance improvement while cutting licensing costs in half. ATP Cloud stopped threats our previous firewall missed." — </a:t>
            </a:r>
            <a:r>
              <a:rPr b="1"/>
              <a:t>CISO</a:t>
            </a:r>
            <a:r>
              <a:t>, Fortune 500 Bank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delivering enterprise firewall solutions with proven results</a:t>
            </a:r>
          </a:p>
          <a:p>
            <a:pPr lvl="1"/>
            <a:r>
              <a:t>100+ successful Juniper SRX deployments across finance, healthcare, government</a:t>
            </a:r>
          </a:p>
          <a:p>
            <a:pPr lvl="1"/>
            <a:r>
              <a:t>Juniper Elite Partner with Advanced Security Specialization</a:t>
            </a:r>
          </a:p>
          <a:p>
            <a:pPr lvl="1"/>
            <a:r>
              <a:t>Certified security architects with SRX and threat prevention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Pre-validated security policy templates accelerate deployment</a:t>
            </a:r>
          </a:p>
          <a:p>
            <a:pPr lvl="1"/>
            <a:r>
              <a:t>Proven migration methodology reduces risk and downtime</a:t>
            </a:r>
          </a:p>
          <a:p>
            <a:pPr lvl="1"/>
            <a:r>
              <a:t>Direct Juniper engineering support through elite partner network</a:t>
            </a:r>
          </a:p>
          <a:p>
            <a:pPr lvl="1"/>
            <a:r>
              <a:t>Best practices from 100+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$101,300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$164,200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$151,700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($13,500)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$411,500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$382,500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$539,700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SRX deployment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security lead, network team, and provide firewall configurations</a:t>
            </a:r>
          </a:p>
          <a:p>
            <a:pPr/>
            <a:r>
              <a:rPr b="1"/>
              <a:t>Week 1-4:</a:t>
            </a:r>
            <a:r>
              <a:t> Design phase with policy migration planning and lab validation</a:t>
            </a:r>
          </a:p>
          <a:p>
            <a:pPr/>
            <a:r>
              <a:rPr b="1"/>
              <a:t>Week 5-12:</a:t>
            </a:r>
            <a:r>
              <a:t> Datacenter and branch deployment with zero-downtime cutover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Juniper SRX Firewall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