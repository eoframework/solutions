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Additional Scope Parameters (not displayed on slide):</a:t>
            </a:r>
          </a:p>
          <a:p/>
          <a:p>
            <a:r>
              <a:t>• IPS Throughput: 40 Gbps IPS inspection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62463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0288" y="678433"/>
            <a:ext cx="4110037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Solution Briefing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Juniper SRX Firewall Platform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['Presenter Name'] | November 24, 2025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Business Opportunity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Opportunity</a:t>
            </a:r>
          </a:p>
          <a:p>
            <a:pPr lvl="1"/>
            <a:r>
              <a:t>Replace aging firewall infrastructure with 8x performance improvement (10 Gbps to 80 Gbps)</a:t>
            </a:r>
          </a:p>
          <a:p>
            <a:pPr lvl="1"/>
            <a:r>
              <a:t>Reduce security licensing costs by 40% while gaining advanced threat prevention capabilities</a:t>
            </a:r>
          </a:p>
          <a:p>
            <a:pPr lvl="1"/>
            <a:r>
              <a:t>Enable seamless multi-cloud security with native AWS, Azure, and GCP VPN integration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Success Criteria</a:t>
            </a:r>
          </a:p>
          <a:p>
            <a:pPr lvl="1"/>
            <a:r>
              <a:t>80 Gbps firewall throughput with full IPS and SSL inspection enabled</a:t>
            </a:r>
          </a:p>
          <a:p>
            <a:pPr lvl="1"/>
            <a:r>
              <a:t>70% reduction in security incident response time through automated threat intelligence</a:t>
            </a:r>
          </a:p>
          <a:p>
            <a:pPr lvl="1"/>
            <a:r>
              <a:t>Unified security policy management across 20+ datacenter and branch firewalls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Juniper SRX Firewall Platform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Engagement Scope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967"/>
                <a:gridCol w="2526170"/>
                <a:gridCol w="435546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Datacenter Firewalls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 SRX4600 (HA pair)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Deployment Locations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 datacenter + 10 branches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Branch Firewalls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 SRX300 branch sites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Availability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High availability (99.9%)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Firewall Rules to Migrate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500 firewall rules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Infrastructure Complexity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Active/passive HA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External System Integrations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 integrations (SIEM NAC)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Security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IPS ATP Cloud SecIntel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VPN Tunnels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30 site-to-site + 100 SSL VPN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Compliance Frameworks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PCI DSS SOC 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Network Administrators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4 firewall administrators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Inspection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Standard L3/L4 + IPS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Remote Users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100 SSL VPN users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Session Capacity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 million concurrent sessions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Firewall Throughput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80 Gbps datacenter firewall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Deployment Environments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 environments (lab prod)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Juniper SRX Firewall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Solution Overview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High-Performance Security Infrastructure</a:t>
            </a:r>
          </a:p>
          <a:p>
            <a:pPr lvl="1"/>
            <a:r>
              <a:t>SRX4600 HA pair delivering 80 Gbps firewall throughput with security</a:t>
            </a:r>
          </a:p>
          <a:p>
            <a:pPr lvl="1"/>
            <a:r>
              <a:t>10 branch SRX300 firewalls with SD-WAN and centralized management</a:t>
            </a:r>
          </a:p>
          <a:p>
            <a:pPr lvl="1"/>
            <a:r>
              <a:t>Advanced IPS (40 Gbps), SSL inspection, and ATP Cloud sandbox</a:t>
            </a:r>
          </a:p>
          <a:p>
            <a:pPr/>
            <a:r>
              <a:rPr b="1"/>
              <a:t>Threat Prevention &amp; Intelligence</a:t>
            </a:r>
          </a:p>
          <a:p>
            <a:pPr lvl="1"/>
            <a:r>
              <a:t>Real-time SecIntel feeds blocking command-and-control communications</a:t>
            </a:r>
          </a:p>
          <a:p>
            <a:pPr lvl="1"/>
            <a:r>
              <a:t>ATP Cloud sandbox detecting zero-day threats before network infiltration</a:t>
            </a:r>
          </a:p>
          <a:p>
            <a:pPr lvl="1"/>
            <a:r>
              <a:t>Automated threat intelligence sharing across all SRX devices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Juniper SRX Firewall Platform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Implementation Approach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Phase 1: Design &amp; Validation (Weeks 1-4)</a:t>
            </a:r>
          </a:p>
          <a:p>
            <a:pPr lvl="1"/>
            <a:r>
              <a:t>Security architecture design with zone planning and policy migration strategy</a:t>
            </a:r>
          </a:p>
          <a:p>
            <a:pPr lvl="1"/>
            <a:r>
              <a:t>Lab validation of SRX configuration with failover and performance testing</a:t>
            </a:r>
          </a:p>
          <a:p>
            <a:pPr lvl="1"/>
            <a:r>
              <a:t>Detailed implementation plan with cutover strategy and rollback procedures</a:t>
            </a:r>
          </a:p>
          <a:p>
            <a:pPr/>
            <a:r>
              <a:rPr b="1"/>
              <a:t>Phase 2: Datacenter Deployment (Weeks 5-8)</a:t>
            </a:r>
          </a:p>
          <a:p>
            <a:pPr lvl="1"/>
            <a:r>
              <a:t>Deploy SRX4600 HA pair and migrate traffic zone-by-zone with rollback capability</a:t>
            </a:r>
          </a:p>
          <a:p>
            <a:pPr lvl="1"/>
            <a:r>
              <a:t>Enable advanced security services (IPS, ATP, SSL inspection) with validation</a:t>
            </a:r>
          </a:p>
          <a:p>
            <a:pPr lvl="1"/>
            <a:r>
              <a:t>Integration with SIEM, monitoring systems, and cloud VPN connectivity</a:t>
            </a:r>
          </a:p>
          <a:p>
            <a:pPr/>
            <a:r>
              <a:rPr b="1"/>
              <a:t>Phase 3: Branch &amp; Handoff (Weeks 9-12)</a:t>
            </a:r>
          </a:p>
          <a:p>
            <a:pPr lvl="1"/>
            <a:r>
              <a:t>Deploy 10 branch SRX300 firewalls with SD-WAN and centralized management</a:t>
            </a:r>
          </a:p>
          <a:p>
            <a:pPr lvl="1"/>
            <a:r>
              <a:t>Fine-tune security policies and optimize SD-WAN routing for application performance</a:t>
            </a:r>
          </a:p>
          <a:p>
            <a:pPr lvl="1"/>
            <a:r>
              <a:t>Complete training, documentation delivery, and production handoff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Juniper SRX Firewall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Timeline &amp; Milestones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093"/>
                <a:gridCol w="2177733"/>
                <a:gridCol w="1306639"/>
                <a:gridCol w="4355466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No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Description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Key Deliverables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Design &amp; Preparation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1-4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Security architecture designed, Policies migrated and optimized, Lab validation completed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Datacenter Deployment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5-8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SRX4600 HA pair deployed, Traffic migrated zone-by-zone, Advanced security services enabled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Branch Rollout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9-11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 branch SRX300 deployed, SD-WAN operational, Centralized management configured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Optimization &amp; Handoff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 12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Policies tuned and optimized, Documentation delivered, Operations team trained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Juniper SRX Firewall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Success Stories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Client Success: Financial Services</a:t>
            </a:r>
          </a:p>
          <a:p>
            <a:pPr lvl="1"/>
            <a:r>
              <a:rPr b="1"/>
              <a:t>Client:</a:t>
            </a:r>
            <a:r>
              <a:t> Fortune 500 global bank across 3 datacenters</a:t>
            </a:r>
          </a:p>
          <a:p>
            <a:pPr lvl="1"/>
            <a:r>
              <a:rPr b="1"/>
              <a:t>Challenge:</a:t>
            </a:r>
            <a:r>
              <a:t> Aging Cisco ASA firewalls with 60% performance shortfall causing SSL inspection to be disabled due to throughput impact.</a:t>
            </a:r>
          </a:p>
          <a:p>
            <a:pPr lvl="1"/>
            <a:r>
              <a:rPr b="1"/>
              <a:t>Solution:</a:t>
            </a:r>
            <a:r>
              <a:t> Deployed SRX5400 firewalls with 200 Gbps throughput and ATP Cloud sandbox.</a:t>
            </a:r>
          </a:p>
          <a:p>
            <a:pPr lvl="1"/>
            <a:r>
              <a:rPr b="1"/>
              <a:t>Results:</a:t>
            </a:r>
            <a:r>
              <a:t> Achieved 99.99% uptime, enabled SSL inspection without performance degradation, and reduced security incidents by 75%.</a:t>
            </a:r>
          </a:p>
          <a:p>
            <a:pPr lvl="1"/>
            <a:r>
              <a:rPr b="1"/>
              <a:t>Testimonial:</a:t>
            </a:r>
            <a:r>
              <a:t> "SRX delivered 20x performance improvement while cutting licensing costs in half. ATP Cloud stopped threats our previous firewall missed." — </a:t>
            </a:r>
            <a:r>
              <a:rPr b="1"/>
              <a:t>CISO</a:t>
            </a:r>
            <a:r>
              <a:t>, Fortune 500 Bank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Juniper SRX Firewall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Our Partnership Advantage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We Bring</a:t>
            </a:r>
          </a:p>
          <a:p>
            <a:pPr lvl="1"/>
            <a:r>
              <a:t>15+ years delivering enterprise firewall solutions with proven results</a:t>
            </a:r>
          </a:p>
          <a:p>
            <a:pPr lvl="1"/>
            <a:r>
              <a:t>100+ successful Juniper SRX deployments across finance, healthcare, government</a:t>
            </a:r>
          </a:p>
          <a:p>
            <a:pPr lvl="1"/>
            <a:r>
              <a:t>Juniper Elite Partner with Advanced Security Specialization</a:t>
            </a:r>
          </a:p>
          <a:p>
            <a:pPr lvl="1"/>
            <a:r>
              <a:t>Certified security architects with SRX and threat prevention expertise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Value to You</a:t>
            </a:r>
          </a:p>
          <a:p>
            <a:pPr lvl="1"/>
            <a:r>
              <a:t>Pre-validated security policy templates accelerate deployment</a:t>
            </a:r>
          </a:p>
          <a:p>
            <a:pPr lvl="1"/>
            <a:r>
              <a:t>Proven migration methodology reduces risk and downtime</a:t>
            </a:r>
          </a:p>
          <a:p>
            <a:pPr lvl="1"/>
            <a:r>
              <a:t>Direct Juniper engineering support through elite partner network</a:t>
            </a:r>
          </a:p>
          <a:p>
            <a:pPr lvl="1"/>
            <a:r>
              <a:t>Best practices from 100+ implementations avoid common pitfalls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Juniper SRX Firewall Platform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Investment Summary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920"/>
                <a:gridCol w="1198752"/>
                <a:gridCol w="1198752"/>
                <a:gridCol w="1198752"/>
                <a:gridCol w="959001"/>
                <a:gridCol w="959001"/>
                <a:gridCol w="1198752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Cost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List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Credits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Net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2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3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3-Year Total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Professional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Hardware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$164,200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($8,000)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$156,200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$156,200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Software Licenses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$98,000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($7,500)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$90,500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$30,600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$30,600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$151,700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Support &amp; Maintenance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$48,000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($13,500)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$34,500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$48,000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$48,000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$130,500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TOTAL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$310,200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($29,000)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$281,200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$78,600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$78,600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$438,400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Juniper SRX Firewall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Decision:</a:t>
            </a:r>
            <a:r>
              <a:t> Executive approval for SRX deployment by [specific date]</a:t>
            </a:r>
          </a:p>
          <a:p>
            <a:pPr/>
            <a:r>
              <a:rPr b="1"/>
              <a:t>Kickoff:</a:t>
            </a:r>
            <a:r>
              <a:t> Target project start within 30 days of approval</a:t>
            </a:r>
          </a:p>
          <a:p>
            <a:pPr/>
            <a:r>
              <a:rPr b="1"/>
              <a:t>Team Formation:</a:t>
            </a:r>
            <a:r>
              <a:t> Identify security lead, network team, and provide firewall configurations</a:t>
            </a:r>
          </a:p>
          <a:p>
            <a:pPr/>
            <a:r>
              <a:rPr b="1"/>
              <a:t>Week 1-4:</a:t>
            </a:r>
            <a:r>
              <a:t> Design phase with policy migration planning and lab validation</a:t>
            </a:r>
          </a:p>
          <a:p>
            <a:pPr/>
            <a:r>
              <a:rPr b="1"/>
              <a:t>Week 5-12:</a:t>
            </a:r>
            <a:r>
              <a:t> Datacenter and branch deployment with zero-downtime cutover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Juniper SRX Firewall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85</cp:revision>
  <dcterms:created xsi:type="dcterms:W3CDTF">2025-11-01T21:16:10Z</dcterms:created>
  <dcterms:modified xsi:type="dcterms:W3CDTF">2025-11-22T23:24:48Z</dcterms:modified>
</cp:coreProperties>
</file>