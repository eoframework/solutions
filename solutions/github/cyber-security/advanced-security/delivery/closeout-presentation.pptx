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Objectives Achievement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Integration</a:t>
            </a:r>
            <a:r>
              <a:t>: Integrated security scanning into 95% of development workflows</a:t>
            </a:r>
          </a:p>
          <a:p>
            <a:pPr/>
            <a:r>
              <a:rPr b="1"/>
              <a:t>Vulnerability Reduction</a:t>
            </a:r>
            <a:r>
              <a:t>: Achieved 87% reduction in security vulnerabilities reaching production</a:t>
            </a:r>
          </a:p>
          <a:p>
            <a:pPr/>
            <a:r>
              <a:rPr b="1"/>
              <a:t>Developer Adoption</a:t>
            </a:r>
            <a:r>
              <a:t>: Enabled 250+ developers with security-first development practices</a:t>
            </a:r>
          </a:p>
          <a:p>
            <a:pPr/>
            <a:r>
              <a:rPr b="1"/>
              <a:t>Compliance Automation</a:t>
            </a:r>
            <a:r>
              <a:t>: Implemented automated compliance checking for SOC 2 and ISO 27001</a:t>
            </a:r>
          </a:p>
          <a:p>
            <a:pPr/>
            <a:r>
              <a:rPr b="1"/>
              <a:t>Supply Chain Security</a:t>
            </a:r>
            <a:r>
              <a:t>: Secured software supply chain with automated dependency scanning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Core GitHub Advanced Security Components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Code Scanning</a:t>
            </a:r>
            <a:r>
              <a:t>: Automated static analysis with CodeQL and third-party tools</a:t>
            </a:r>
          </a:p>
          <a:p>
            <a:pPr/>
            <a:r>
              <a:rPr b="1"/>
              <a:t>Secret Scanning</a:t>
            </a:r>
            <a:r>
              <a:t>: Automated detection of credentials and API keys in repositories</a:t>
            </a:r>
          </a:p>
          <a:p>
            <a:pPr/>
            <a:r>
              <a:rPr b="1"/>
              <a:t>Dependency Scanning</a:t>
            </a:r>
            <a:r>
              <a:t>: Vulnerability detection in open-source dependencies</a:t>
            </a:r>
          </a:p>
          <a:p>
            <a:pPr/>
            <a:r>
              <a:rPr b="1"/>
              <a:t>Security Advisories</a:t>
            </a:r>
            <a:r>
              <a:t>: Centralized vulnerability database and advisory management</a:t>
            </a:r>
          </a:p>
          <a:p>
            <a:pPr/>
            <a:r>
              <a:rPr b="1"/>
              <a:t>GitHub Actions Security</a:t>
            </a:r>
            <a:r>
              <a:t>: Secure CI/CD pipeline automation and workflow protection</a:t>
            </a:r>
          </a:p>
          <a:p>
            <a:pPr/>
            <a:r>
              <a:rPr b="1"/>
              <a:t>Enterprise Security</a:t>
            </a:r>
            <a:r>
              <a:t>: Organization-wide security policies and enforcement</a:t>
            </a:r>
          </a:p>
          <a:p>
            <a:pPr/>
            <a:r>
              <a:rPr b="1"/>
              <a:t>Audit Logging</a:t>
            </a:r>
            <a:r>
              <a:t>: Comprehensive audit trails for security and compliance</a:t>
            </a:r>
          </a:p>
          <a:p>
            <a:pPr/>
            <a:r>
              <a:rPr b="1"/>
              <a:t>Security Overview</a:t>
            </a:r>
            <a:r>
              <a:t>: Centralized dashboard for security posture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Integration Capabilities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IDE Integration</a:t>
            </a:r>
            <a:r>
              <a:t>: Security scanning integration with Visual Studio Code and IntelliJ</a:t>
            </a:r>
          </a:p>
          <a:p>
            <a:pPr/>
            <a:r>
              <a:rPr b="1"/>
              <a:t>SIEM Integration</a:t>
            </a:r>
            <a:r>
              <a:t>: Security event forwarding to enterprise SIEM systems</a:t>
            </a:r>
          </a:p>
          <a:p>
            <a:pPr/>
            <a:r>
              <a:rPr b="1"/>
              <a:t>Vulnerability Management</a:t>
            </a:r>
            <a:r>
              <a:t>: Integration with vulnerability management platforms</a:t>
            </a:r>
          </a:p>
          <a:p>
            <a:pPr/>
            <a:r>
              <a:rPr b="1"/>
              <a:t>Chat Integration</a:t>
            </a:r>
            <a:r>
              <a:t>: Security alerts and notifications in Slack and Microsoft Teams</a:t>
            </a:r>
          </a:p>
          <a:p>
            <a:pPr/>
            <a:r>
              <a:rPr b="1"/>
              <a:t>Webhook Integration</a:t>
            </a:r>
            <a:r>
              <a:t>: Custom integrations with security and development tools</a:t>
            </a:r>
          </a:p>
          <a:p>
            <a:pPr/>
            <a:r>
              <a:rPr b="1"/>
              <a:t>API Access</a:t>
            </a:r>
            <a:r>
              <a:t>: RESTful APIs for custom security automation and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Quantified ROI Analysis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Impact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Scalability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Repository Scale</a:t>
            </a:r>
            <a:r>
              <a:t>: Protecting 450+ repositories across 35 development teams</a:t>
            </a:r>
          </a:p>
          <a:p>
            <a:pPr/>
            <a:r>
              <a:rPr b="1"/>
              <a:t>Developer Scale</a:t>
            </a:r>
            <a:r>
              <a:t>: Supporting 250+ developers with integrated security workflows</a:t>
            </a:r>
          </a:p>
          <a:p>
            <a:pPr/>
            <a:r>
              <a:rPr b="1"/>
              <a:t>Scan Scale</a:t>
            </a:r>
            <a:r>
              <a:t>: Processing 15,000+ code commits daily with automated security analysis</a:t>
            </a:r>
          </a:p>
          <a:p>
            <a:pPr/>
            <a:r>
              <a:rPr b="1"/>
              <a:t>Policy Scale</a:t>
            </a:r>
            <a:r>
              <a:t>: Managing 85+ security policies with automated enforcement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Code Analysis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CodeQL Analysis</a:t>
            </a:r>
            <a:r>
              <a:t>: Semantic code analysis detecting complex security vulnerabilities</a:t>
            </a:r>
          </a:p>
          <a:p>
            <a:pPr/>
            <a:r>
              <a:rPr b="1"/>
              <a:t>Custom Queries</a:t>
            </a:r>
            <a:r>
              <a:t>: Organization-specific security rules and vulnerability patterns</a:t>
            </a:r>
          </a:p>
          <a:p>
            <a:pPr/>
            <a:r>
              <a:rPr b="1"/>
              <a:t>Machine Learning</a:t>
            </a:r>
            <a:r>
              <a:t>: AI-powered vulnerability detection with continuous learning</a:t>
            </a:r>
          </a:p>
          <a:p>
            <a:pPr/>
            <a:r>
              <a:rPr b="1"/>
              <a:t>Language Support</a:t>
            </a:r>
            <a:r>
              <a:t>: Comprehensive support for 15+ programming languages</a:t>
            </a:r>
          </a:p>
          <a:p>
            <a:pPr/>
            <a:r>
              <a:rPr b="1"/>
              <a:t>Zero-Day Detection</a:t>
            </a:r>
            <a:r>
              <a:t>: Proactive detection of novel vulnerability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Secret Management and Detection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Pattern Recognition</a:t>
            </a:r>
            <a:r>
              <a:t>: Advanced pattern matching for credentials and API keys</a:t>
            </a:r>
          </a:p>
          <a:p>
            <a:pPr/>
            <a:r>
              <a:rPr b="1"/>
              <a:t>Custom Patterns</a:t>
            </a:r>
            <a:r>
              <a:t>: Organization-specific secret patterns and detection rules</a:t>
            </a:r>
          </a:p>
          <a:p>
            <a:pPr/>
            <a:r>
              <a:rPr b="1"/>
              <a:t>Historical Scanning</a:t>
            </a:r>
            <a:r>
              <a:t>: Retrospective scanning of repository history</a:t>
            </a:r>
          </a:p>
          <a:p>
            <a:pPr/>
            <a:r>
              <a:rPr b="1"/>
              <a:t>Real-Time Alerts</a:t>
            </a:r>
            <a:r>
              <a:t>: Immediate notification of credential exposure</a:t>
            </a:r>
          </a:p>
          <a:p>
            <a:pPr/>
            <a:r>
              <a:rPr b="1"/>
              <a:t>Remediation Workflows</a:t>
            </a:r>
            <a:r>
              <a:t>: Automated workflows for credential rotation and revocation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Supply Chain Security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Dependency Analysis</a:t>
            </a:r>
            <a:r>
              <a:t>: Comprehensive analysis of open-source dependencies</a:t>
            </a:r>
          </a:p>
          <a:p>
            <a:pPr/>
            <a:r>
              <a:rPr b="1"/>
              <a:t>License Compliance</a:t>
            </a:r>
            <a:r>
              <a:t>: Automated license compliance checking and reporting</a:t>
            </a:r>
          </a:p>
          <a:p>
            <a:pPr/>
            <a:r>
              <a:rPr b="1"/>
              <a:t>Vulnerability Database</a:t>
            </a:r>
            <a:r>
              <a:t>: Integration with multiple vulnerability databases</a:t>
            </a:r>
          </a:p>
          <a:p>
            <a:pPr/>
            <a:r>
              <a:rPr b="1"/>
              <a:t>SBOM Generation</a:t>
            </a:r>
            <a:r>
              <a:t>: Software Bill of Materials for supply chain transparency</a:t>
            </a:r>
          </a:p>
          <a:p>
            <a:pPr/>
            <a:r>
              <a:rPr b="1"/>
              <a:t>Policy Enforcement</a:t>
            </a:r>
            <a:r>
              <a:t>: Automated blocking of vulnerable dependencies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Delivery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Timeline Achievement</a:t>
            </a:r>
            <a:r>
              <a:t>: Delivered 3 weeks ahead of original 12-week schedule</a:t>
            </a:r>
          </a:p>
          <a:p>
            <a:pPr/>
            <a:r>
              <a:rPr b="1"/>
              <a:t>Budget Performance</a:t>
            </a:r>
            <a:r>
              <a:t>: Completed 11% under allocated budget</a:t>
            </a:r>
          </a:p>
          <a:p>
            <a:pPr/>
            <a:r>
              <a:rPr b="1"/>
              <a:t>Quality Standards</a:t>
            </a:r>
            <a:r>
              <a:t>: Zero critical defects in security platform deployment</a:t>
            </a:r>
          </a:p>
          <a:p>
            <a:pPr/>
            <a:r>
              <a:rPr b="1"/>
              <a:t>Migration Success</a:t>
            </a:r>
            <a:r>
              <a:t>: Successfully onboarded 450+ repositories with zero data loss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Platform Reliability</a:t>
            </a:r>
            <a:r>
              <a:t>: Achieving 99.98% uptime for security scanning services</a:t>
            </a:r>
          </a:p>
          <a:p>
            <a:pPr/>
            <a:r>
              <a:rPr b="1"/>
              <a:t>Performance</a:t>
            </a:r>
            <a:r>
              <a:t>: Sub-minute scan completion for 90% of code changes</a:t>
            </a:r>
          </a:p>
          <a:p>
            <a:pPr/>
            <a:r>
              <a:rPr b="1"/>
              <a:t>Accuracy</a:t>
            </a:r>
            <a:r>
              <a:t>: 96% accuracy in vulnerability detection with minimal false positives</a:t>
            </a:r>
          </a:p>
          <a:p>
            <a:pPr/>
            <a:r>
              <a:rPr b="1"/>
              <a:t>Integration</a:t>
            </a:r>
            <a:r>
              <a:t>: Seamless integration with 18 existing development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Adoption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Training Completion</a:t>
            </a:r>
            <a:r>
              <a:t>: 92% of developers completed security training certification</a:t>
            </a:r>
          </a:p>
          <a:p>
            <a:pPr/>
            <a:r>
              <a:rPr b="1"/>
              <a:t>User Satisfaction</a:t>
            </a:r>
            <a:r>
              <a:t>: 4.7/5.0 average user satisfaction score</a:t>
            </a:r>
          </a:p>
          <a:p>
            <a:pPr/>
            <a:r>
              <a:rPr b="1"/>
              <a:t>Security Policy Compliance</a:t>
            </a:r>
            <a:r>
              <a:t>: 94% compliance with organizational security policies</a:t>
            </a:r>
          </a:p>
          <a:p>
            <a:pPr/>
            <a:r>
              <a:rPr b="1"/>
              <a:t>Tool Utilization</a:t>
            </a:r>
            <a:r>
              <a:t>: 89% of security features actively used by development teams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Insights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Custom Rules</a:t>
            </a:r>
            <a:r>
              <a:t>: Organization-specific CodeQL rules improved detection by 34%</a:t>
            </a:r>
          </a:p>
          <a:p>
            <a:pPr/>
            <a:r>
              <a:rPr b="1"/>
              <a:t>Integration Strategy</a:t>
            </a:r>
            <a:r>
              <a:t>: IDE integration increased developer adoption by 67%</a:t>
            </a:r>
          </a:p>
          <a:p>
            <a:pPr/>
            <a:r>
              <a:rPr b="1"/>
              <a:t>Alert Tuning</a:t>
            </a:r>
            <a:r>
              <a:t>: Proper alert configuration reduced false positives by 78%</a:t>
            </a:r>
          </a:p>
          <a:p>
            <a:pPr/>
            <a:r>
              <a:rPr b="1"/>
              <a:t>Workflow Design</a:t>
            </a:r>
            <a:r>
              <a:t>: Automated remediation workflows improved response time by 85%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Process Improvements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Champions</a:t>
            </a:r>
            <a:r>
              <a:t>: Security champion program accelerated adoption across teams</a:t>
            </a:r>
          </a:p>
          <a:p>
            <a:pPr/>
            <a:r>
              <a:rPr b="1"/>
              <a:t>Training Strategy</a:t>
            </a:r>
            <a:r>
              <a:t>: Hands-on security training increased developer engagement</a:t>
            </a:r>
          </a:p>
          <a:p>
            <a:pPr/>
            <a:r>
              <a:rPr b="1"/>
              <a:t>Policy Framework</a:t>
            </a:r>
            <a:r>
              <a:t>: Clear security policies improved compliance and consistency</a:t>
            </a:r>
          </a:p>
          <a:p>
            <a:pPr/>
            <a:r>
              <a:rPr b="1"/>
              <a:t>Feedback Loops</a:t>
            </a:r>
            <a:r>
              <a:t>: Regular feedback sessions improved tool configuration and usability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Organizational Benefits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Culture</a:t>
            </a:r>
            <a:r>
              <a:t>: Established security-first culture across development teams</a:t>
            </a:r>
          </a:p>
          <a:p>
            <a:pPr/>
            <a:r>
              <a:rPr b="1"/>
              <a:t>Skill Development</a:t>
            </a:r>
            <a:r>
              <a:t>: 87 developers achieved security certification credentials</a:t>
            </a:r>
          </a:p>
          <a:p>
            <a:pPr/>
            <a:r>
              <a:rPr b="1"/>
              <a:t>Process Standardization</a:t>
            </a:r>
            <a:r>
              <a:t>: Standardized security practices across all development projects</a:t>
            </a:r>
          </a:p>
          <a:p>
            <a:pPr/>
            <a:r>
              <a:rPr b="1"/>
              <a:t>Knowledge Sharing</a:t>
            </a:r>
            <a:r>
              <a:t>: Created comprehensive security knowledge base and best practices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Automated Security Scanning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Static Analysis</a:t>
            </a:r>
            <a:r>
              <a:t>: Comprehensive static code analysis with CodeQL and SAST tools</a:t>
            </a:r>
          </a:p>
          <a:p>
            <a:pPr/>
            <a:r>
              <a:rPr b="1"/>
              <a:t>Dynamic Analysis</a:t>
            </a:r>
            <a:r>
              <a:t>: Integration with DAST tools for runtime vulnerability detection</a:t>
            </a:r>
          </a:p>
          <a:p>
            <a:pPr/>
            <a:r>
              <a:rPr b="1"/>
              <a:t>Interactive Analysis</a:t>
            </a:r>
            <a:r>
              <a:t>: IAST integration for comprehensive application security testing</a:t>
            </a:r>
          </a:p>
          <a:p>
            <a:pPr/>
            <a:r>
              <a:rPr b="1"/>
              <a:t>Container Scanning</a:t>
            </a:r>
            <a:r>
              <a:t>: Container image vulnerability scanning and policy enforcement</a:t>
            </a:r>
          </a:p>
          <a:p>
            <a:pPr/>
            <a:r>
              <a:rPr b="1"/>
              <a:t>Infrastructure Scanning</a:t>
            </a:r>
            <a:r>
              <a:t>: Infrastructure as Code security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Vulnerability Management Workflow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Detection</a:t>
            </a:r>
            <a:r>
              <a:t>: Automated vulnerability detection across all code repositories</a:t>
            </a:r>
          </a:p>
          <a:p>
            <a:pPr/>
            <a:r>
              <a:rPr b="1"/>
              <a:t>Prioritization</a:t>
            </a:r>
            <a:r>
              <a:t>: Risk-based vulnerability prioritization with CVSS scoring</a:t>
            </a:r>
          </a:p>
          <a:p>
            <a:pPr/>
            <a:r>
              <a:rPr b="1"/>
              <a:t>Assignment</a:t>
            </a:r>
            <a:r>
              <a:t>: Automated assignment of vulnerabilities to responsible developers</a:t>
            </a:r>
          </a:p>
          <a:p>
            <a:pPr/>
            <a:r>
              <a:rPr b="1"/>
              <a:t>Tracking</a:t>
            </a:r>
            <a:r>
              <a:t>: Real-time tracking of remediation progress and status</a:t>
            </a:r>
          </a:p>
          <a:p>
            <a:pPr/>
            <a:r>
              <a:rPr b="1"/>
              <a:t>Verification</a:t>
            </a:r>
            <a:r>
              <a:t>: Automated verification of vulnerability fixes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Compliance and Governance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Policy Framework</a:t>
            </a:r>
            <a:r>
              <a:t>: Comprehensive security policy framework with automated enforcement</a:t>
            </a:r>
          </a:p>
          <a:p>
            <a:pPr/>
            <a:r>
              <a:rPr b="1"/>
              <a:t>Audit Trails</a:t>
            </a:r>
            <a:r>
              <a:t>: Complete audit trails for security activities and changes</a:t>
            </a:r>
          </a:p>
          <a:p>
            <a:pPr/>
            <a:r>
              <a:rPr b="1"/>
              <a:t>Compliance Reporting</a:t>
            </a:r>
            <a:r>
              <a:t>: Automated compliance reporting for regulatory requirements</a:t>
            </a:r>
          </a:p>
          <a:p>
            <a:pPr/>
            <a:r>
              <a:rPr b="1"/>
              <a:t>Risk Assessment</a:t>
            </a:r>
            <a:r>
              <a:t>: Continuous risk assessment with automated scoring</a:t>
            </a:r>
          </a:p>
          <a:p>
            <a:pPr/>
            <a:r>
              <a:rPr b="1"/>
              <a:t>Exception Management</a:t>
            </a:r>
            <a:r>
              <a:t>: Controlled exception processes for security policy violations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IDE Integration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Real-Time Feedback</a:t>
            </a:r>
            <a:r>
              <a:t>: Immediate security feedback during code development</a:t>
            </a:r>
          </a:p>
          <a:p>
            <a:pPr/>
            <a:r>
              <a:rPr b="1"/>
              <a:t>Contextual Guidance</a:t>
            </a:r>
            <a:r>
              <a:t>: In-context security guidance and remediation suggestions</a:t>
            </a:r>
          </a:p>
          <a:p>
            <a:pPr/>
            <a:r>
              <a:rPr b="1"/>
              <a:t>Auto-Fix Capabilities</a:t>
            </a:r>
            <a:r>
              <a:t>: Automated fix suggestions for common vulnerability patterns</a:t>
            </a:r>
          </a:p>
          <a:p>
            <a:pPr/>
            <a:r>
              <a:rPr b="1"/>
              <a:t>Performance Optimization</a:t>
            </a:r>
            <a:r>
              <a:t>: Optimized scanning performance with minimal development impact</a:t>
            </a:r>
          </a:p>
          <a:p>
            <a:pPr/>
            <a:r>
              <a:rPr b="1"/>
              <a:t>Offline Capabilities</a:t>
            </a:r>
            <a:r>
              <a:t>: Offline security analysis for disconnected development environments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Workflow Integration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Pull Request Integration</a:t>
            </a:r>
            <a:r>
              <a:t>: Automated security checks in pull request workflows</a:t>
            </a:r>
          </a:p>
          <a:p>
            <a:pPr/>
            <a:r>
              <a:rPr b="1"/>
              <a:t>CI/CD Integration</a:t>
            </a:r>
            <a:r>
              <a:t>: Security scanning integrated into continuous integration pipelines</a:t>
            </a:r>
          </a:p>
          <a:p>
            <a:pPr/>
            <a:r>
              <a:rPr b="1"/>
              <a:t>Release Gates</a:t>
            </a:r>
            <a:r>
              <a:t>: Security-based release gates preventing vulnerable code deployment</a:t>
            </a:r>
          </a:p>
          <a:p>
            <a:pPr/>
            <a:r>
              <a:rPr b="1"/>
              <a:t>Dashboard Integration</a:t>
            </a:r>
            <a:r>
              <a:t>: Centralized security dashboards for development teams</a:t>
            </a:r>
          </a:p>
          <a:p>
            <a:pPr/>
            <a:r>
              <a:rPr b="1"/>
              <a:t>Notification Systems</a:t>
            </a:r>
            <a:r>
              <a:t>: Intelligent notification systems with customizable alerting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Training and Enablement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Training</a:t>
            </a:r>
            <a:r>
              <a:t>: Comprehensive security training program for developers</a:t>
            </a:r>
          </a:p>
          <a:p>
            <a:pPr/>
            <a:r>
              <a:rPr b="1"/>
              <a:t>Best Practices</a:t>
            </a:r>
            <a:r>
              <a:t>: Security coding best practices and guidelines</a:t>
            </a:r>
          </a:p>
          <a:p>
            <a:pPr/>
            <a:r>
              <a:rPr b="1"/>
              <a:t>Threat Modeling</a:t>
            </a:r>
            <a:r>
              <a:t>: Threat modeling training and implementation guidance</a:t>
            </a:r>
          </a:p>
          <a:p>
            <a:pPr/>
            <a:r>
              <a:rPr b="1"/>
              <a:t>Secure Design</a:t>
            </a:r>
            <a:r>
              <a:t>: Secure software design principles and architectural patterns</a:t>
            </a:r>
          </a:p>
          <a:p>
            <a:pPr/>
            <a:r>
              <a:rPr b="1"/>
              <a:t>Incident Response</a:t>
            </a:r>
            <a:r>
              <a:t>: Security incident response training and procedures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Cost Reduction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Value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Threat Detection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Behavioral Analysis</a:t>
            </a:r>
            <a:r>
              <a:t>: Anomaly detection for unusual repository and user behavior</a:t>
            </a:r>
          </a:p>
          <a:p>
            <a:pPr/>
            <a:r>
              <a:rPr b="1"/>
              <a:t>Threat Intelligence</a:t>
            </a:r>
            <a:r>
              <a:t>: Integration with external threat intelligence feeds</a:t>
            </a:r>
          </a:p>
          <a:p>
            <a:pPr/>
            <a:r>
              <a:rPr b="1"/>
              <a:t>Attack Pattern Detection</a:t>
            </a:r>
            <a:r>
              <a:t>: Detection of known attack patterns and techniques</a:t>
            </a:r>
          </a:p>
          <a:p>
            <a:pPr/>
            <a:r>
              <a:rPr b="1"/>
              <a:t>Supply Chain Threats</a:t>
            </a:r>
            <a:r>
              <a:t>: Monitoring for supply chain attacks and compromised dependencies</a:t>
            </a:r>
          </a:p>
          <a:p>
            <a:pPr/>
            <a:r>
              <a:rPr b="1"/>
              <a:t>Zero-Day Protection</a:t>
            </a:r>
            <a:r>
              <a:t>: Proactive protection against emerging threat vectors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Incident Response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Automated Response</a:t>
            </a:r>
            <a:r>
              <a:t>: Automated response workflows for security incidents</a:t>
            </a:r>
          </a:p>
          <a:p>
            <a:pPr/>
            <a:r>
              <a:rPr b="1"/>
              <a:t>Escalation Procedures</a:t>
            </a:r>
            <a:r>
              <a:t>: Defined escalation procedures for different threat levels</a:t>
            </a:r>
          </a:p>
          <a:p>
            <a:pPr/>
            <a:r>
              <a:rPr b="1"/>
              <a:t>Forensic Capabilities</a:t>
            </a:r>
            <a:r>
              <a:t>: Digital forensic capabilities for security investigations</a:t>
            </a:r>
          </a:p>
          <a:p>
            <a:pPr/>
            <a:r>
              <a:rPr b="1"/>
              <a:t>Communication Plans</a:t>
            </a:r>
            <a:r>
              <a:t>: Stakeholder communication during security incidents</a:t>
            </a:r>
          </a:p>
          <a:p>
            <a:pPr/>
            <a:r>
              <a:rPr b="1"/>
              <a:t>Recovery Procedures</a:t>
            </a:r>
            <a:r>
              <a:t>: Comprehensive recovery procedures for security breaches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Security Capabilities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Q1 2025</a:t>
            </a:r>
            <a:r>
              <a:t>: Machine learning-enhanced vulnerability detection with custom models</a:t>
            </a:r>
          </a:p>
          <a:p>
            <a:pPr/>
            <a:r>
              <a:rPr b="1"/>
              <a:t>Q2 2025</a:t>
            </a:r>
            <a:r>
              <a:t>: Advanced threat hunting capabilities with behavioral analytics</a:t>
            </a:r>
          </a:p>
          <a:p>
            <a:pPr/>
            <a:r>
              <a:rPr b="1"/>
              <a:t>Q3 2025</a:t>
            </a:r>
            <a:r>
              <a:t>: Container and Kubernetes security scanning integration</a:t>
            </a:r>
          </a:p>
          <a:p>
            <a:pPr/>
            <a:r>
              <a:rPr b="1"/>
              <a:t>Q4 2025</a:t>
            </a:r>
            <a:r>
              <a:t>: Advanced supply chain security with dependency provenance tracking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Platform Evolution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Orchestration</a:t>
            </a:r>
            <a:r>
              <a:t>: Integration with SOAR platforms for automated response</a:t>
            </a:r>
          </a:p>
          <a:p>
            <a:pPr/>
            <a:r>
              <a:rPr b="1"/>
              <a:t>Cloud Security</a:t>
            </a:r>
            <a:r>
              <a:t>: Extended cloud security scanning for infrastructure and configurations</a:t>
            </a:r>
          </a:p>
          <a:p>
            <a:pPr/>
            <a:r>
              <a:rPr b="1"/>
              <a:t>Mobile Security</a:t>
            </a:r>
            <a:r>
              <a:t>: Mobile application security testing integration</a:t>
            </a:r>
          </a:p>
          <a:p>
            <a:pPr/>
            <a:r>
              <a:rPr b="1"/>
              <a:t>API Security</a:t>
            </a:r>
            <a:r>
              <a:t>: Comprehensive API security testing and monitoring</a:t>
            </a:r>
          </a:p>
          <a:p>
            <a:pPr/>
            <a:r>
              <a:rPr b="1"/>
              <a:t>DevSecOps Metrics</a:t>
            </a:r>
            <a:r>
              <a:t>: Advanced metrics and analytics for security program measurement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Risk Controls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Access Controls</a:t>
            </a:r>
            <a:r>
              <a:t>: Comprehensive access controls with principle of least privilege</a:t>
            </a:r>
          </a:p>
          <a:p>
            <a:pPr/>
            <a:r>
              <a:rPr b="1"/>
              <a:t>Data Protection</a:t>
            </a:r>
            <a:r>
              <a:t>: Protection of sensitive code and security data</a:t>
            </a:r>
          </a:p>
          <a:p>
            <a:pPr/>
            <a:r>
              <a:rPr b="1"/>
              <a:t>Backup and Recovery</a:t>
            </a:r>
            <a:r>
              <a:t>: Secure backup and recovery procedures for security data</a:t>
            </a:r>
          </a:p>
          <a:p>
            <a:pPr/>
            <a:r>
              <a:rPr b="1"/>
              <a:t>Business Continuity</a:t>
            </a:r>
            <a:r>
              <a:t>: Business continuity planning for security operations</a:t>
            </a:r>
          </a:p>
          <a:p>
            <a:pPr/>
            <a:r>
              <a:rPr b="1"/>
              <a:t>Vendor Management</a:t>
            </a:r>
            <a:r>
              <a:t>: Security vendor assessment and management procedures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Regulatory Compliance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SOC 2 Compliance</a:t>
            </a:r>
            <a:r>
              <a:t>: Achieved SOC 2 Type II certification for security controls</a:t>
            </a:r>
          </a:p>
          <a:p>
            <a:pPr/>
            <a:r>
              <a:rPr b="1"/>
              <a:t>ISO 27001</a:t>
            </a:r>
            <a:r>
              <a:t>: Implemented ISO 27001 controls for information security</a:t>
            </a:r>
          </a:p>
          <a:p>
            <a:pPr/>
            <a:r>
              <a:rPr b="1"/>
              <a:t>GDPR Compliance</a:t>
            </a:r>
            <a:r>
              <a:t>: Data protection controls for European operations</a:t>
            </a:r>
          </a:p>
          <a:p>
            <a:pPr/>
            <a:r>
              <a:rPr b="1"/>
              <a:t>Industry Standards</a:t>
            </a:r>
            <a:r>
              <a:t>: Compliance with industry-specific security standards</a:t>
            </a:r>
          </a:p>
          <a:p>
            <a:pPr/>
            <a:r>
              <a:rPr b="1"/>
              <a:t>Audit Readiness</a:t>
            </a:r>
            <a:r>
              <a:t>: Continuous audit readiness with automated evidence collection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Endorsements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CEO</a:t>
            </a:r>
            <a:r>
              <a:t>: "This security transformation has significantly strengthened our development practices"</a:t>
            </a:r>
          </a:p>
          <a:p>
            <a:pPr/>
            <a:r>
              <a:rPr b="1"/>
              <a:t>CISO</a:t>
            </a:r>
            <a:r>
              <a:t>: "Outstanding implementation of comprehensive application security controls"</a:t>
            </a:r>
          </a:p>
          <a:p>
            <a:pPr/>
            <a:r>
              <a:rPr b="1"/>
              <a:t>CTO</a:t>
            </a:r>
            <a:r>
              <a:t>: "Exceptional integration of security into our development workflows"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Industry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GitHub Partner Award</a:t>
            </a:r>
            <a:r>
              <a:t>: Recognized as exemplary GitHub Advanced Security implementation</a:t>
            </a:r>
          </a:p>
          <a:p>
            <a:pPr/>
            <a:r>
              <a:rPr b="1"/>
              <a:t>Security Excellence</a:t>
            </a:r>
            <a:r>
              <a:t>: Achieved advanced security certification recognition</a:t>
            </a:r>
          </a:p>
          <a:p>
            <a:pPr/>
            <a:r>
              <a:rPr b="1"/>
              <a:t>Industry Benchmarks</a:t>
            </a:r>
            <a:r>
              <a:t>: Security metrics in top 10% of enterprise implementations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Success Factors for Replication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Developer-Centric Approach: Focus on developer experience and workflow integration</a:t>
            </a:r>
          </a:p>
          <a:p>
            <a:pPr/>
            <a:r>
              <a:t>Comprehensive Training: Investment in security training and skill development</a:t>
            </a:r>
          </a:p>
          <a:p>
            <a:pPr/>
            <a:r>
              <a:t>Automation First: Emphasis on automation to reduce manual security processes</a:t>
            </a:r>
          </a:p>
          <a:p>
            <a:pPr/>
            <a:r>
              <a:t>Continuous Improvement: Regular tuning and optimization of security tools</a:t>
            </a:r>
          </a:p>
          <a:p>
            <a:pPr/>
            <a:r>
              <a:t>Cultural Transformation: Building security-first culture across development teams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Advanced Analytics</a:t>
            </a:r>
            <a:r>
              <a:t>: Implement advanced security analytics with machine learning</a:t>
            </a:r>
          </a:p>
          <a:p>
            <a:pPr/>
            <a:r>
              <a:rPr b="1"/>
              <a:t>Container Security</a:t>
            </a:r>
            <a:r>
              <a:t>: Extend security scanning to container and Kubernetes environments</a:t>
            </a:r>
          </a:p>
          <a:p>
            <a:pPr/>
            <a:r>
              <a:rPr b="1"/>
              <a:t>API Security</a:t>
            </a:r>
            <a:r>
              <a:t>: Implement comprehensive API security testing and monitoring</a:t>
            </a:r>
          </a:p>
          <a:p>
            <a:pPr/>
            <a:r>
              <a:rPr b="1"/>
              <a:t>Cloud Security</a:t>
            </a:r>
            <a:r>
              <a:t>: Extend platform to include cloud infrastructure security</a:t>
            </a:r>
          </a:p>
          <a:p>
            <a:pPr/>
            <a:r>
              <a:rPr b="1"/>
              <a:t>Threat Intelligence</a:t>
            </a:r>
            <a:r>
              <a:t>: Enhanced threat intelligence integration for proactive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