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Agenda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Business Challenge &amp; Opportunity</a:t>
            </a:r>
          </a:p>
          <a:p>
            <a:pPr/>
            <a:r>
              <a:t>Proposed Solution Overview</a:t>
            </a:r>
          </a:p>
          <a:p>
            <a:pPr/>
            <a:r>
              <a:t>Business Value &amp; ROI</a:t>
            </a:r>
          </a:p>
          <a:p>
            <a:pPr/>
            <a:r>
              <a:t>Implementation Approach</a:t>
            </a:r>
          </a:p>
          <a:p>
            <a:pPr/>
            <a:r>
              <a:t>Investment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Executive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[Key business challenge in 1 bullet point]</a:t>
            </a:r>
          </a:p>
          <a:p>
            <a:pPr/>
            <a:r>
              <a:t>[Solution approach in 1 bullet point]</a:t>
            </a:r>
          </a:p>
          <a:p>
            <a:pPr/>
            <a:r>
              <a:t>[Quantified benefit 1]</a:t>
            </a:r>
          </a:p>
          <a:p>
            <a:pPr/>
            <a:r>
              <a:t>[Quantified benefit 2]</a:t>
            </a:r>
          </a:p>
          <a:p>
            <a:pPr/>
            <a:r>
              <a:rPr b="1"/>
              <a:t>ROI: [X]% over [Y] years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Current State - Business Challenge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[Challenge 1]:</a:t>
            </a:r>
            <a:r>
              <a:t> $[Cost Impact] annually</a:t>
            </a:r>
          </a:p>
          <a:p>
            <a:pPr/>
            <a:r>
              <a:rPr b="1"/>
              <a:t>[Challenge 2]:</a:t>
            </a:r>
            <a:r>
              <a:t> [Operational Impact]</a:t>
            </a:r>
          </a:p>
          <a:p>
            <a:pPr/>
            <a:r>
              <a:rPr b="1"/>
              <a:t>[Challenge 3]:</a:t>
            </a:r>
            <a:r>
              <a:t> [Strategic Impact]</a:t>
            </a:r>
          </a:p>
          <a:p>
            <a:pPr/>
            <a:r>
              <a:t>[Quantified impact statement]</a:t>
            </a:r>
          </a:p>
          <a:p>
            <a:pPr/>
            <a:r>
              <a:t>[Risk statement]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5: Vision - Future State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[Benefit 1]:</a:t>
            </a:r>
            <a:r>
              <a:t> [Quantified improvement]</a:t>
            </a:r>
          </a:p>
          <a:p>
            <a:pPr/>
            <a:r>
              <a:rPr b="1"/>
              <a:t>[Benefit 2]:</a:t>
            </a:r>
            <a:r>
              <a:t> [Quantified improvement]</a:t>
            </a:r>
          </a:p>
          <a:p>
            <a:pPr/>
            <a:r>
              <a:rPr b="1"/>
              <a:t>[Benefit 3]:</a:t>
            </a:r>
            <a:r>
              <a:t> [Quantified improvement]</a:t>
            </a:r>
          </a:p>
          <a:p>
            <a:pPr/>
            <a:r>
              <a:t>[Competitive advantage 1]</a:t>
            </a:r>
          </a:p>
          <a:p>
            <a:pPr/>
            <a:r>
              <a:t>[Competitive advantage 2]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[Component 1]:</a:t>
            </a:r>
            <a:r>
              <a:t> [Brief description]</a:t>
            </a:r>
          </a:p>
          <a:p>
            <a:pPr/>
            <a:r>
              <a:rPr b="1"/>
              <a:t>[Component 2]:</a:t>
            </a:r>
            <a:r>
              <a:t> [Brief description]</a:t>
            </a:r>
          </a:p>
          <a:p>
            <a:pPr/>
            <a:r>
              <a:rPr b="1"/>
              <a:t>[Component 3]:</a:t>
            </a:r>
            <a:r>
              <a:t> [Brief description]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7: Why This Solution?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Traditional Approach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Our 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[Current limitation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[Our advantage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[Current limitation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[Our advantage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[Current limitation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[Our advantage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8: Business Value - Financial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Benefits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 Value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$[Amount]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Payback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ROI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9: Business Value - Strategic Benefits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[Specific operational improvement]</a:t>
            </a:r>
          </a:p>
          <a:p>
            <a:pPr/>
            <a:r>
              <a:t>[Efficiency gain with metrics]</a:t>
            </a:r>
          </a:p>
          <a:p>
            <a:pPr/>
            <a:r>
              <a:t>[Strategic differentiator 1]</a:t>
            </a:r>
          </a:p>
          <a:p>
            <a:pPr/>
            <a:r>
              <a:t>[Strategic differentiator 2]</a:t>
            </a:r>
          </a:p>
          <a:p>
            <a:pPr/>
            <a:r>
              <a:t>[Risk reduction 1]</a:t>
            </a:r>
          </a:p>
          <a:p>
            <a:pPr/>
            <a:r>
              <a:t>[Risk reduction 2]</a:t>
            </a:r>
          </a:p>
          <a:p>
            <a:pPr/>
            <a:r>
              <a:t>[Future capability 1]</a:t>
            </a:r>
          </a:p>
          <a:p>
            <a:pPr/>
            <a:r>
              <a:t>[Future capability 2]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</a:t>
            </a:r>
          </a:p>
          <a:p>
            <a:pPr/>
            <a:r>
              <a:t>Executive sponsorship</a:t>
            </a:r>
          </a:p>
          <a:p>
            <a:pPr/>
            <a:r>
              <a:t>Change management focus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11: Risk Mitigation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644"/>
                <a:gridCol w="2903644"/>
                <a:gridCol w="290364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Success Probability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[Risk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[Risk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[Risk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[Mitigation approach]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[Percentage]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12: 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13: 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14: 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Challenge: [Similar challenge]</a:t>
            </a:r>
          </a:p>
          <a:p>
            <a:pPr/>
            <a:r>
              <a:t>Solution: [Similar solution]</a:t>
            </a:r>
          </a:p>
          <a:p>
            <a:pPr/>
            <a:r>
              <a:t>Results: [Quantified results]</a:t>
            </a:r>
          </a:p>
          <a:p>
            <a:pPr/>
            <a:r>
              <a:t>[Award/recognition 1]</a:t>
            </a:r>
          </a:p>
          <a:p>
            <a:pPr/>
            <a:r>
              <a:t>[Award/recognition 2]</a:t>
            </a:r>
          </a:p>
          <a:p>
            <a:pPr/>
            <a:r>
              <a:t>[Client Name, Title, Company]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15: 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[Years] years of experience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level]</a:t>
            </a:r>
          </a:p>
          <a:p>
            <a:pPr/>
            <a:r>
              <a:t>End-to-end implementation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t>24/7 support post-launch</a:t>
            </a:r>
          </a:p>
          <a:p>
            <a:pPr/>
            <a:r>
              <a:t>Ongoing optimization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16: 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Slide 17: Contact Information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