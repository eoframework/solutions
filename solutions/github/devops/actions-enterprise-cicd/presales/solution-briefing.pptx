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GitHub Actions Enterprise CI/CD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Ship to production daily vs weekly through automated CI/CD pipelines</a:t>
            </a:r>
          </a:p>
          <a:p>
            <a:pPr lvl="1"/>
            <a:r>
              <a:t>Reduce CI/CD infrastructure costs by 60% vs cloud-only runners</a:t>
            </a:r>
          </a:p>
          <a:p>
            <a:pPr lvl="1"/>
            <a:r>
              <a:t>Eliminate Jenkins complexity - YAML workflows replace Groovy pipelines and XML configuration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10x faster pipeline execution through self-hosted runners and parallelization</a:t>
            </a:r>
          </a:p>
          <a:p>
            <a:pPr lvl="1"/>
            <a:r>
              <a:t>80% reduction in deployment failures through automated testing and quality gates</a:t>
            </a:r>
          </a:p>
          <a:p>
            <a:pPr lvl="1"/>
            <a:r>
              <a:t>ROI realization within 18 months through infrastructure cost savings and productivity gains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Active Developers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developers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Reusable Workflows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 workflow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Development Teams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8-10 teams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Technology Stack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.NET Node.js Python Docker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Applications with CI/CD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20-50 applications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Container Registries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GitHub Packages + AWS ECR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Builds Per Day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builds/day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Kubernetes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EKS clusters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Migration Source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Jenkins GitLab CI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OIDC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Azure keyless auth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Targets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(EC2 ECS EKS Lambda)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Scanning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CodeQL Dependabot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Self-Hosted Runners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 runners (c5.2xlarge)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test staging production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Runner OS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Linux + Windows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Average Build Duration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GitHub Actions Platform</a:t>
            </a:r>
          </a:p>
          <a:p>
            <a:pPr lvl="1"/>
            <a:r>
              <a:t>YAML-based workflow definitions in .github/workflows directory</a:t>
            </a:r>
          </a:p>
          <a:p>
            <a:pPr lvl="1"/>
            <a:r>
              <a:t>Self-hosted runners in AWS VPC for private builds</a:t>
            </a:r>
          </a:p>
          <a:p>
            <a:pPr lvl="1"/>
            <a:r>
              <a:t>Reusable workflow templates for .NET Node.js Python Docker</a:t>
            </a:r>
          </a:p>
          <a:p>
            <a:pPr/>
            <a:r>
              <a:rPr b="1"/>
              <a:t>CI/CD Capabilities</a:t>
            </a:r>
          </a:p>
          <a:p>
            <a:pPr lvl="1"/>
            <a:r>
              <a:t>Matrix builds for multi-version testing across platforms</a:t>
            </a:r>
          </a:p>
          <a:p>
            <a:pPr lvl="1"/>
            <a:r>
              <a:t>Environment protection rules with required reviewers and gates</a:t>
            </a:r>
          </a:p>
          <a:p>
            <a:pPr lvl="1"/>
            <a:r>
              <a:t>OIDC keyless authentication for AWS Azure GCP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(Months 1-2)</a:t>
            </a:r>
          </a:p>
          <a:p>
            <a:pPr lvl="1"/>
            <a:r>
              <a:t>Migrate 5-10 pilot pipelines from Jenkins/GitLab CI to GitHub Actions</a:t>
            </a:r>
          </a:p>
          <a:p>
            <a:pPr lvl="1"/>
            <a:r>
              <a:t>Deploy self-hosted runner infrastructure in AWS VPC with auto-scaling</a:t>
            </a:r>
          </a:p>
          <a:p>
            <a:pPr lvl="1"/>
            <a:r>
              <a:t>Configure OIDC for AWS keyless authentication and IAM role assumption</a:t>
            </a:r>
          </a:p>
          <a:p>
            <a:pPr/>
            <a:r>
              <a:rPr b="1"/>
              <a:t>Phase 2: Scale (Months 3-4)</a:t>
            </a:r>
          </a:p>
          <a:p>
            <a:pPr lvl="1"/>
            <a:r>
              <a:t>Migrate remaining 40-45 application pipelines with parallel execution</a:t>
            </a:r>
          </a:p>
          <a:p>
            <a:pPr lvl="1"/>
            <a:r>
              <a:t>Build 15 reusable workflow templates for .NET Node.js Python Docker</a:t>
            </a:r>
          </a:p>
          <a:p>
            <a:pPr lvl="1"/>
            <a:r>
              <a:t>Integrate security scanning (CodeQL Dependabot) and quality gates (SonarQube)</a:t>
            </a:r>
          </a:p>
          <a:p>
            <a:pPr/>
            <a:r>
              <a:rPr b="1"/>
              <a:t>Phase 3: Optimize (Months 5-6)</a:t>
            </a:r>
          </a:p>
          <a:p>
            <a:pPr lvl="1"/>
            <a:r>
              <a:t>Implement advanced deployment strategies (blue-green canary)</a:t>
            </a:r>
          </a:p>
          <a:p>
            <a:pPr lvl="1"/>
            <a:r>
              <a:t>Configure monitoring and observability with Datadog New Relic</a:t>
            </a:r>
          </a:p>
          <a:p>
            <a:pPr lvl="1"/>
            <a:r>
              <a:t>Establish CI/CD governance with workflow approvals and audit logging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Pilot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pilot pipelines migrated to GitHub Actions, Self-hosted runner infrastructure deployed in AWS VPC, OIDC authentication configured for keyless AWS access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Scale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total application pipelines migrated, 15 reusable workflow templates deployed, Security scanning (CodeQL Dependabot) integrated in all workflows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deployment strategies (blue-green canary) implemented, Monitoring and observability configured, CI/CD governance and audit logging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Enterprise SaaS Technology Company</a:t>
            </a:r>
          </a:p>
          <a:p>
            <a:pPr lvl="1"/>
            <a:r>
              <a:rPr b="1"/>
              <a:t>Client:</a:t>
            </a:r>
            <a:r>
              <a:t> Global SaaS provider with 150 developers and 80+ microservices</a:t>
            </a:r>
          </a:p>
          <a:p>
            <a:pPr lvl="1"/>
            <a:r>
              <a:rPr b="1"/>
              <a:t>Challenge:</a:t>
            </a:r>
            <a:r>
              <a:t> Legacy Jenkins infrastructure costing $800K annually with slow 45-minute build times, frequent deployment failures (30% failure rate), and complex Groovy pipeline maintenance requiring dedicated Jenkins administrators.</a:t>
            </a:r>
          </a:p>
          <a:p>
            <a:pPr lvl="1"/>
            <a:r>
              <a:rPr b="1"/>
              <a:t>Solution:</a:t>
            </a:r>
            <a:r>
              <a:t> Deployed GitHub Actions with self-hosted runners, reusable workflow templates, and OIDC for keyless AWS authentication.</a:t>
            </a:r>
          </a:p>
          <a:p>
            <a:pPr lvl="1"/>
            <a:r>
              <a:rPr b="1"/>
              <a:t>Results:</a:t>
            </a:r>
            <a:r>
              <a:t> Reduced pipeline time from 45 to 8 minutes (5.6x faster), daily deployments vs weekly, 96% success rate, 65% cost reduction ($520K savings). Full ROI in 14 months.</a:t>
            </a:r>
          </a:p>
          <a:p>
            <a:pPr lvl="1"/>
            <a:r>
              <a:rPr b="1"/>
              <a:t>Testimonial:</a:t>
            </a:r>
            <a:r>
              <a:t> "GitHub Actions transformed our CI/CD from a bottleneck to an enabler. Developers ship features daily instead of waiting for weekly release windows, and our infrastructure costs dropped dramatically with self-hosted runners." — </a:t>
            </a:r>
            <a:r>
              <a:rPr b="1"/>
              <a:t>Sarah Martinez</a:t>
            </a:r>
            <a:r>
              <a:t>, VP of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7+ years implementing GitHub Actions across enterprise organizations</a:t>
            </a:r>
          </a:p>
          <a:p>
            <a:pPr lvl="1"/>
            <a:r>
              <a:t>40+ successful CI/CD migrations from Jenkins GitLab CircleCI Azure DevOps</a:t>
            </a:r>
          </a:p>
          <a:p>
            <a:pPr lvl="1"/>
            <a:r>
              <a:t>GitHub Services Partner with GitHub Actions implementation expertise</a:t>
            </a:r>
          </a:p>
          <a:p>
            <a:pPr lvl="1"/>
            <a:r>
              <a:t>Certified DevOps engineers with GitHub Actions and cloud platform specialization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workflow template library for .NET Node.js Python Docker Go</a:t>
            </a:r>
          </a:p>
          <a:p>
            <a:pPr lvl="1"/>
            <a:r>
              <a:t>Proven Jenkins-to-Actions migration methodology reducing risk and timeline</a:t>
            </a:r>
          </a:p>
          <a:p>
            <a:pPr lvl="1"/>
            <a:r>
              <a:t>Direct GitHub Enterprise specialist support through partner network</a:t>
            </a:r>
          </a:p>
          <a:p>
            <a:pPr lvl="1"/>
            <a:r>
              <a:t>Best practices from 40+ implementations avoiding common pitfalls and adoption challenges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GitHub Actions pilot phase by [specific date]</a:t>
            </a:r>
          </a:p>
          <a:p>
            <a:pPr/>
            <a:r>
              <a:rPr b="1"/>
              <a:t>Kickoff:</a:t>
            </a:r>
            <a:r>
              <a:t> Target pilot start within 30 days of approval with 5-10 applications</a:t>
            </a:r>
          </a:p>
          <a:p>
            <a:pPr/>
            <a:r>
              <a:rPr b="1"/>
              <a:t>Team Formation:</a:t>
            </a:r>
            <a:r>
              <a:t> Identify DevOps engineers, platform admin, and pilot application teams</a:t>
            </a:r>
          </a:p>
          <a:p>
            <a:pPr/>
            <a:r>
              <a:rPr b="1"/>
              <a:t>Week 1-2:</a:t>
            </a:r>
            <a:r>
              <a:t> Contract finalization and GitHub Enterprise Cloud account setup</a:t>
            </a:r>
          </a:p>
          <a:p>
            <a:pPr/>
            <a:r>
              <a:rPr b="1"/>
              <a:t>Week 3-4:</a:t>
            </a:r>
            <a:r>
              <a:t> Self-hosted runner infrastructure deployment and first pipeline migrations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GitHub Actions Enterprise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