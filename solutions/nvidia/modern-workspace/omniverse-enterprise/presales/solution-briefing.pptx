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NVIDIA Omniverse Enterprise Collaboration Platform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Enable 50 designers to collaborate in real-time on the same 3D scene simultaneously eliminating file conversion bottlenecks</a:t>
            </a:r>
          </a:p>
          <a:p>
            <a:pPr lvl="1"/>
            <a:r>
              <a:t>Reduce rendering time by 90% with RTX ray tracing vs CPU rendering (8 hours to 45 minutes)</a:t>
            </a:r>
          </a:p>
          <a:p>
            <a:pPr lvl="1"/>
            <a:r>
              <a:t>Connect native CAD tools directly to Omniverse via Universal Scene Description with zero file conversion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Achieve 10x faster design iteration with real-time collaboration and instant updates</a:t>
            </a:r>
          </a:p>
          <a:p>
            <a:pPr lvl="1"/>
            <a:r>
              <a:t>Create photorealistic product visualizations for marketing before manufacturing</a:t>
            </a:r>
          </a:p>
          <a:p>
            <a:pPr lvl="1"/>
            <a:r>
              <a:t>ROI realization within 24-36 months through productivity gains and rendering cost reduction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Omniverse Enterprise Collaboration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GPU Workstations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50x RTX A6000 workstations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Data Classification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Proprietary 3D designs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Nucleus Servers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2x Nucleus servers (HA)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security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Design Team Size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 designers and engineers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Real-Time Collaboration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 concurrent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Storage Infrastructure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 TB USD scene storage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Rendering Performance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RTX ray tracing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3D Scene Data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Multi-TB project files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CAD Tool Connectors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 primary connectors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Rendering Workloads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Interactive + batch rendering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Rendering Farm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 GPU render nodes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Network Infrastructure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 GbE network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Datacenter Readiness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IT infrastructure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Deployment Model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On-premises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Omniverse Enterprise Collaboration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Collaboration Infrastructure</a:t>
            </a:r>
          </a:p>
          <a:p>
            <a:pPr lvl="1"/>
            <a:r>
              <a:t>Omniverse Nucleus server cluster (2 servers HA) for USD scene storage</a:t>
            </a:r>
          </a:p>
          <a:p>
            <a:pPr lvl="1"/>
            <a:r>
              <a:t>50x Dell Precision 7960 workstations with NVIDIA RTX A6000 48GB GPUs</a:t>
            </a:r>
          </a:p>
          <a:p>
            <a:pPr lvl="1"/>
            <a:r>
              <a:t>Native connectors for Revit SolidWorks Rhino Blender Maya and Unreal Engine</a:t>
            </a:r>
          </a:p>
          <a:p>
            <a:pPr/>
            <a:r>
              <a:rPr b="1"/>
              <a:t>Platform Capabilities</a:t>
            </a:r>
          </a:p>
          <a:p>
            <a:pPr lvl="1"/>
            <a:r>
              <a:t>Real-time collaboration with Git-like branching merging and live sync across tools</a:t>
            </a:r>
          </a:p>
          <a:p>
            <a:pPr lvl="1"/>
            <a:r>
              <a:t>RTX-accelerated ray tracing for photorealistic rendering and interactive performance</a:t>
            </a:r>
          </a:p>
          <a:p>
            <a:pPr lvl="1"/>
            <a:r>
              <a:t>Omniverse Farm (10 nodes) with 100 TB storage (3-5 GB/s)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Omniverse Enterprise Collaboration Platform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Infrastructure &amp; Installation (Months 1-2)</a:t>
            </a:r>
          </a:p>
          <a:p>
            <a:pPr lvl="1"/>
            <a:r>
              <a:t>Nucleus server deployment storage setup and network infrastructure configuration</a:t>
            </a:r>
          </a:p>
          <a:p>
            <a:pPr lvl="1"/>
            <a:r>
              <a:t>RTX workstation deployment imaging GPU driver installation and performance validation</a:t>
            </a:r>
          </a:p>
          <a:p>
            <a:pPr lvl="1"/>
            <a:r>
              <a:t>Omniverse connector installation for all CAD/DCC tools and USD pipeline testing</a:t>
            </a:r>
          </a:p>
          <a:p>
            <a:pPr/>
            <a:r>
              <a:rPr b="1"/>
              <a:t>Phase 2: Integration &amp; Pilot (Months 2-3)</a:t>
            </a:r>
          </a:p>
          <a:p>
            <a:pPr lvl="1"/>
            <a:r>
              <a:t>Pilot project selection with 10-15 users from single department or project team</a:t>
            </a:r>
          </a:p>
          <a:p>
            <a:pPr lvl="1"/>
            <a:r>
              <a:t>Workflow customization USD pipeline development and rendering farm configuration</a:t>
            </a:r>
          </a:p>
          <a:p>
            <a:pPr lvl="1"/>
            <a:r>
              <a:t>Real-time collaboration testing with multi-tool workflows and scene sync validation</a:t>
            </a:r>
          </a:p>
          <a:p>
            <a:pPr/>
            <a:r>
              <a:rPr b="1"/>
              <a:t>Phase 3: Rollout &amp; Training (Months 3-4)</a:t>
            </a:r>
          </a:p>
          <a:p>
            <a:pPr lvl="1"/>
            <a:r>
              <a:t>Full team rollout with department-by-department onboarding and support</a:t>
            </a:r>
          </a:p>
          <a:p>
            <a:pPr lvl="1"/>
            <a:r>
              <a:t>Comprehensive training covering connector workflows rendering and collaboration best practices</a:t>
            </a:r>
          </a:p>
          <a:p>
            <a:pPr lvl="1"/>
            <a:r>
              <a:t>Production workload migration and transition to design team operations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Omniverse Enterprise Collaboration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Infrastructure &amp; Installation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Nucleus servers deployed, Workstations configured, Connectors installed, Storage integrated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Integration &amp; Pilot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2-3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Pilot project launched, Custom workflows developed, Multi-tool collaboration validated, Rendering farm operational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Rollout &amp; Training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3-4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Full team onboarded, Training completed, Production projects migrated, Operations handoff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Omniverse Enterprise Collaboration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Automotive Design Studio</a:t>
            </a:r>
          </a:p>
          <a:p>
            <a:pPr lvl="1"/>
            <a:r>
              <a:rPr b="1"/>
              <a:t>Client:</a:t>
            </a:r>
            <a:r>
              <a:t> European automotive manufacturer with 75-person design studio</a:t>
            </a:r>
          </a:p>
          <a:p>
            <a:pPr lvl="1"/>
            <a:r>
              <a:rPr b="1"/>
              <a:t>Challenge:</a:t>
            </a:r>
            <a:r>
              <a:t> Design tools operated in silos requiring manual file exports and conversions causing 2-3 day delays between departments. CPU-based rendering taking 12-16 hours per frame limiting design iteration. Remote collaboration impossible during pandemic forcing expensive travel.</a:t>
            </a:r>
          </a:p>
          <a:p>
            <a:pPr lvl="1"/>
            <a:r>
              <a:rPr b="1"/>
              <a:t>Solution:</a:t>
            </a:r>
            <a:r>
              <a:t> Deployed Omniverse Enterprise with 75 RTX workstations, Nucleus cluster, and native CAD tool integrations.</a:t>
            </a:r>
          </a:p>
          <a:p>
            <a:pPr lvl="1"/>
            <a:r>
              <a:rPr b="1"/>
              <a:t>Results:</a:t>
            </a:r>
            <a:r>
              <a:t> 95% reduction in rendering time (12 hours to 35 minutes with RTX) and eliminated 2-3 day file conversion delays. Enabled real-time collaboration across 3 continents saving $240K in annual travel costs. Increased design iterations by 400% accelerating time-to-market by 6 months. Full ROI achieved in 22 months.</a:t>
            </a:r>
          </a:p>
          <a:p>
            <a:pPr lvl="1"/>
            <a:r>
              <a:rPr b="1"/>
              <a:t>Testimonial:</a:t>
            </a:r>
            <a:r>
              <a:t> "Omniverse transformed how our global design teams collaborate. Engineers in Germany see surface changes from designers in California instantly in their native tools. The rendering performance is jaw-dropping - what took overnight now happens in minutes." — </a:t>
            </a:r>
            <a:r>
              <a:rPr b="1"/>
              <a:t>Klaus Bergmann</a:t>
            </a:r>
            <a:r>
              <a:t>, Design Director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Omniverse Enterprise Collaboration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5+ years NVIDIA Omniverse experience with 15+ enterprise deployments</a:t>
            </a:r>
          </a:p>
          <a:p>
            <a:pPr lvl="1"/>
            <a:r>
              <a:t>Deep USD expertise including Pixar-trained pipeline developers and technical artists</a:t>
            </a:r>
          </a:p>
          <a:p>
            <a:pPr lvl="1"/>
            <a:r>
              <a:t>Certified on Omniverse Enterprise platform with NVIDIA partner specialization</a:t>
            </a:r>
          </a:p>
          <a:p>
            <a:pPr lvl="1"/>
            <a:r>
              <a:t>End-to-end capabilities from infrastructure to custom workflow development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USD pipelines for common CAD workflows accelerate deployment</a:t>
            </a:r>
          </a:p>
          <a:p>
            <a:pPr lvl="1"/>
            <a:r>
              <a:t>Proven connector integration experience across 20+ design tool combinations</a:t>
            </a:r>
          </a:p>
          <a:p>
            <a:pPr lvl="1"/>
            <a:r>
              <a:t>Custom workflow automation and PhysX simulation development capabilities</a:t>
            </a:r>
          </a:p>
          <a:p>
            <a:pPr lvl="1"/>
            <a:r>
              <a:t>Post-deployment optimization services and ongoing user enablement programs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Omniverse Enterprise Collaboration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$113,200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$113,200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$113,200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Hardware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$1,172,000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($37,500)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$1,134,500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$1,134,500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$99,000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($9,000)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$104,000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$104,000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$298,000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$109,000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$109,000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$109,000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$109,000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$327,000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$1,493,200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($46,500)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$1,446,700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$213,000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$213,000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$1,872,700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Omniverse Enterprise Collaboration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and budget allocation by [specific date]</a:t>
            </a:r>
          </a:p>
          <a:p>
            <a:pPr/>
            <a:r>
              <a:rPr b="1"/>
              <a:t>Pilot Selection:</a:t>
            </a:r>
            <a:r>
              <a:t> Identify pilot project and 10-15 user team for Phase 1</a:t>
            </a:r>
          </a:p>
          <a:p>
            <a:pPr/>
            <a:r>
              <a:rPr b="1"/>
              <a:t>Procurement:</a:t>
            </a:r>
            <a:r>
              <a:t> Workstation and server order placement (4-6 week lead time)</a:t>
            </a:r>
          </a:p>
          <a:p>
            <a:pPr/>
            <a:r>
              <a:rPr b="1"/>
              <a:t>Infrastructure Prep:</a:t>
            </a:r>
            <a:r>
              <a:t> Network and storage preparation during hardware delivery</a:t>
            </a:r>
          </a:p>
          <a:p>
            <a:pPr/>
            <a:r>
              <a:rPr b="1"/>
              <a:t>Deployment:</a:t>
            </a:r>
            <a:r>
              <a:t> Nucleus setup workstation deployment and connector integration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Omniverse Enterprise Collaboration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