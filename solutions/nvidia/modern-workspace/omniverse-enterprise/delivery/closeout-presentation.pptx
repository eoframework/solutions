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Key Achievements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94% improvement</a:t>
            </a:r>
            <a:r>
              <a:t> in cross-team collaboration efficiency</a:t>
            </a:r>
          </a:p>
          <a:p>
            <a:pPr/>
            <a:r>
              <a:rPr b="1"/>
              <a:t>67% reduction</a:t>
            </a:r>
            <a:r>
              <a:t> in asset iteration cycles</a:t>
            </a:r>
          </a:p>
          <a:p>
            <a:pPr/>
            <a:r>
              <a:rPr b="1"/>
              <a:t>$2.3M annual savings</a:t>
            </a:r>
            <a:r>
              <a:t> from streamlined workflows</a:t>
            </a:r>
          </a:p>
          <a:p>
            <a:pPr/>
            <a:r>
              <a:rPr b="1"/>
              <a:t>300+ active users</a:t>
            </a:r>
            <a:r>
              <a:t> across 15 departments</a:t>
            </a:r>
          </a:p>
          <a:p>
            <a:pPr/>
            <a:r>
              <a:rPr b="1"/>
              <a:t>99.7% platform uptime</a:t>
            </a:r>
            <a:r>
              <a:t> achieved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Impact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Enhanced creative productivity through real-time collaboration</a:t>
            </a:r>
          </a:p>
          <a:p>
            <a:pPr/>
            <a:r>
              <a:t>Accelerated time-to-market for 3D content projects</a:t>
            </a:r>
          </a:p>
          <a:p>
            <a:pPr/>
            <a:r>
              <a:t>Improved asset quality and consistency</a:t>
            </a:r>
          </a:p>
          <a:p>
            <a:pPr/>
            <a:r>
              <a:t>Reduced infrastructure and software licensing costs</a:t>
            </a:r>
          </a:p>
          <a:p>
            <a:pPr/>
            <a:r>
              <a:t>Strengthened competitive position in digital content creation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Primary Objectives Achieved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Secondary Objectives Achieved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Infrastructure Deployment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Nucleus Servers</a:t>
            </a:r>
            <a:r>
              <a:t>: 3 high-availability servers deployed (2 production, 1 disaster recovery)</a:t>
            </a:r>
          </a:p>
          <a:p>
            <a:pPr/>
            <a:r>
              <a:rPr b="1"/>
              <a:t>GPU Cluster</a:t>
            </a:r>
            <a:r>
              <a:t>: 24 NVIDIA RTX A6000 workstations deployed</a:t>
            </a:r>
          </a:p>
          <a:p>
            <a:pPr/>
            <a:r>
              <a:rPr b="1"/>
              <a:t>Storage System</a:t>
            </a:r>
            <a:r>
              <a:t>: 500TB high-performance shared storage implemented</a:t>
            </a:r>
          </a:p>
          <a:p>
            <a:pPr/>
            <a:r>
              <a:rPr b="1"/>
              <a:t>Network Infrastructure</a:t>
            </a:r>
            <a:r>
              <a:t>: 10Gbps backbone with QoS optimization</a:t>
            </a:r>
          </a:p>
          <a:p>
            <a:pPr/>
            <a:r>
              <a:rPr b="1"/>
              <a:t>Cloud Integration</a:t>
            </a:r>
            <a:r>
              <a:t>: Hybrid deployment with Omniverse Cloud connectivity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Software Integration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Maya Integration</a:t>
            </a:r>
            <a:r>
              <a:t>: 150+ seats with Omniverse Connector</a:t>
            </a:r>
          </a:p>
          <a:p>
            <a:pPr/>
            <a:r>
              <a:rPr b="1"/>
              <a:t>3ds Max Integration</a:t>
            </a:r>
            <a:r>
              <a:t>: 75+ seats with real-time sync capabilities</a:t>
            </a:r>
          </a:p>
          <a:p>
            <a:pPr/>
            <a:r>
              <a:rPr b="1"/>
              <a:t>Blender Integration</a:t>
            </a:r>
            <a:r>
              <a:t>: 50+ seats for open-source workflows</a:t>
            </a:r>
          </a:p>
          <a:p>
            <a:pPr/>
            <a:r>
              <a:rPr b="1"/>
              <a:t>Substance Designer</a:t>
            </a:r>
            <a:r>
              <a:t>: 25+ seats for material authoring</a:t>
            </a:r>
          </a:p>
          <a:p>
            <a:pPr/>
            <a:r>
              <a:rPr b="1"/>
              <a:t>CAD Applications</a:t>
            </a:r>
            <a:r>
              <a:t>: SolidWorks and Fusion 360 integration for design workflows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Performance Metrics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Training Program Results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</a:t>
            </a:r>
            <a:r>
              <a:t>: Executive and team lead orientation (100% completion)</a:t>
            </a:r>
          </a:p>
          <a:p>
            <a:pPr/>
            <a:r>
              <a:rPr b="1"/>
              <a:t>Phase 2</a:t>
            </a:r>
            <a:r>
              <a:t>: Technical training for artists and designers (95% completion)</a:t>
            </a:r>
          </a:p>
          <a:p>
            <a:pPr/>
            <a:r>
              <a:rPr b="1"/>
              <a:t>Phase 3</a:t>
            </a:r>
            <a:r>
              <a:t>: Advanced workflow training (88% completion)</a:t>
            </a:r>
          </a:p>
          <a:p>
            <a:pPr/>
            <a:r>
              <a:rPr b="1"/>
              <a:t>Phase 4</a:t>
            </a:r>
            <a:r>
              <a:t>: Admin and IT training (100% completion)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User Feedback Metrics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Adoption Rates by Department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Architecture &amp; Design</a:t>
            </a:r>
            <a:r>
              <a:t>: 98% adoption (147/150 users)</a:t>
            </a:r>
          </a:p>
          <a:p>
            <a:pPr/>
            <a:r>
              <a:rPr b="1"/>
              <a:t>Product Development</a:t>
            </a:r>
            <a:r>
              <a:t>: 92% adoption (69/75 users)</a:t>
            </a:r>
          </a:p>
          <a:p>
            <a:pPr/>
            <a:r>
              <a:rPr b="1"/>
              <a:t>Marketing &amp; Creative</a:t>
            </a:r>
            <a:r>
              <a:t>: 96% adoption (48/50 users)</a:t>
            </a:r>
          </a:p>
          <a:p>
            <a:pPr/>
            <a:r>
              <a:rPr b="1"/>
              <a:t>Engineering</a:t>
            </a:r>
            <a:r>
              <a:t>: 89% adoption (22/25 users)</a:t>
            </a:r>
          </a:p>
          <a:p>
            <a:pPr/>
            <a:r>
              <a:rPr b="1"/>
              <a:t>External Partners</a:t>
            </a:r>
            <a:r>
              <a:t>: 85% adoption (17/20 users)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Quantitative Benefits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Time Savings</a:t>
            </a:r>
            <a:r>
              <a:t>: 35% reduction in project delivery timelines</a:t>
            </a:r>
          </a:p>
          <a:p>
            <a:pPr/>
            <a:r>
              <a:rPr b="1"/>
              <a:t>Cost Reduction</a:t>
            </a:r>
            <a:r>
              <a:t>: $2.3M annual savings from improved efficiency</a:t>
            </a:r>
          </a:p>
          <a:p>
            <a:pPr/>
            <a:r>
              <a:rPr b="1"/>
              <a:t>Quality Improvement</a:t>
            </a:r>
            <a:r>
              <a:t>: 42% reduction in revision cycles</a:t>
            </a:r>
          </a:p>
          <a:p>
            <a:pPr/>
            <a:r>
              <a:rPr b="1"/>
              <a:t>Asset Reuse</a:t>
            </a:r>
            <a:r>
              <a:t>: 60% increase in asset library utilization</a:t>
            </a:r>
          </a:p>
          <a:p>
            <a:pPr/>
            <a:r>
              <a:rPr b="1"/>
              <a:t>Collaboration Efficiency</a:t>
            </a:r>
            <a:r>
              <a:t>: 94% improvement in cross-team workflows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Return on Investment Analysis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Productivity Metrics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Security Implementation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Authentication</a:t>
            </a:r>
            <a:r>
              <a:t>: Enterprise SSO integration with multi-factor authentication</a:t>
            </a:r>
          </a:p>
          <a:p>
            <a:pPr/>
            <a:r>
              <a:rPr b="1"/>
              <a:t>Authorization</a:t>
            </a:r>
            <a:r>
              <a:t>: Role-based access control with granular permissions</a:t>
            </a:r>
          </a:p>
          <a:p>
            <a:pPr/>
            <a:r>
              <a:rPr b="1"/>
              <a:t>Data Encryption</a:t>
            </a:r>
            <a:r>
              <a:t>: AES-256 encryption for data at rest and in transit</a:t>
            </a:r>
          </a:p>
          <a:p>
            <a:pPr/>
            <a:r>
              <a:rPr b="1"/>
              <a:t>Network Security</a:t>
            </a:r>
            <a:r>
              <a:t>: VPN access and firewall rules for remote collaboration</a:t>
            </a:r>
          </a:p>
          <a:p>
            <a:pPr/>
            <a:r>
              <a:rPr b="1"/>
              <a:t>Audit Logging</a:t>
            </a:r>
            <a:r>
              <a:t>: Comprehensive activity logging and compliance reporting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Compliance Achievements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ISO 27001</a:t>
            </a:r>
            <a:r>
              <a:t>: Security management system compliance maintained</a:t>
            </a:r>
          </a:p>
          <a:p>
            <a:pPr/>
            <a:r>
              <a:rPr b="1"/>
              <a:t>GDPR</a:t>
            </a:r>
            <a:r>
              <a:t>: Data privacy requirements met for European operations</a:t>
            </a:r>
          </a:p>
          <a:p>
            <a:pPr/>
            <a:r>
              <a:rPr b="1"/>
              <a:t>SOX</a:t>
            </a:r>
            <a:r>
              <a:t>: Financial data controls implemented for public company requirements</a:t>
            </a:r>
          </a:p>
          <a:p>
            <a:pPr/>
            <a:r>
              <a:rPr b="1"/>
              <a:t>Industry Standards</a:t>
            </a:r>
            <a:r>
              <a:t>: Met vertical-specific compliance requirements</a:t>
            </a:r>
          </a:p>
          <a:p>
            <a:pPr/>
            <a:r>
              <a:rPr b="1"/>
              <a:t>Data Governance</a:t>
            </a:r>
            <a:r>
              <a:t>: Established clear data ownership and lifecycle policies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Cultural Transformation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Collaboration Mindset</a:t>
            </a:r>
            <a:r>
              <a:t>: Shift from isolated to collaborative workflows</a:t>
            </a:r>
          </a:p>
          <a:p>
            <a:pPr/>
            <a:r>
              <a:rPr b="1"/>
              <a:t>Real-time Feedback</a:t>
            </a:r>
            <a:r>
              <a:t>: Immediate iteration and review capabilities</a:t>
            </a:r>
          </a:p>
          <a:p>
            <a:pPr/>
            <a:r>
              <a:rPr b="1"/>
              <a:t>Cross-functional Teams</a:t>
            </a:r>
            <a:r>
              <a:t>: Enhanced cooperation between departments</a:t>
            </a:r>
          </a:p>
          <a:p>
            <a:pPr/>
            <a:r>
              <a:rPr b="1"/>
              <a:t>Innovation Culture</a:t>
            </a:r>
            <a:r>
              <a:t>: Increased experimentation with new creative techniques</a:t>
            </a:r>
          </a:p>
          <a:p>
            <a:pPr/>
            <a:r>
              <a:rPr b="1"/>
              <a:t>Remote Work Enablement</a:t>
            </a:r>
            <a:r>
              <a:t>: Seamless collaboration for distributed teams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Process Improvements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Standardized Workflows</a:t>
            </a:r>
            <a:r>
              <a:t>: Unified processes across all creative teams</a:t>
            </a:r>
          </a:p>
          <a:p>
            <a:pPr/>
            <a:r>
              <a:rPr b="1"/>
              <a:t>Asset Pipeline</a:t>
            </a:r>
            <a:r>
              <a:t>: Streamlined creation-to-delivery workflows</a:t>
            </a:r>
          </a:p>
          <a:p>
            <a:pPr/>
            <a:r>
              <a:rPr b="1"/>
              <a:t>Quality Assurance</a:t>
            </a:r>
            <a:r>
              <a:t>: Automated validation and approval processes</a:t>
            </a:r>
          </a:p>
          <a:p>
            <a:pPr/>
            <a:r>
              <a:rPr b="1"/>
              <a:t>Version Control</a:t>
            </a:r>
            <a:r>
              <a:t>: Comprehensive asset versioning and change tracking</a:t>
            </a:r>
          </a:p>
          <a:p>
            <a:pPr/>
            <a:r>
              <a:rPr b="1"/>
              <a:t>Documentation</a:t>
            </a:r>
            <a:r>
              <a:t>: Improved project documentation and knowledge sharing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Skills Development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Technical Skills</a:t>
            </a:r>
            <a:r>
              <a:t>: USD workflow expertise across teams</a:t>
            </a:r>
          </a:p>
          <a:p>
            <a:pPr/>
            <a:r>
              <a:rPr b="1"/>
              <a:t>Collaboration Skills</a:t>
            </a:r>
            <a:r>
              <a:t>: Enhanced real-time collaboration capabilities</a:t>
            </a:r>
          </a:p>
          <a:p>
            <a:pPr/>
            <a:r>
              <a:rPr b="1"/>
              <a:t>Problem-solving</a:t>
            </a:r>
            <a:r>
              <a:t>: Improved troubleshooting and optimization skills</a:t>
            </a:r>
          </a:p>
          <a:p>
            <a:pPr/>
            <a:r>
              <a:rPr b="1"/>
              <a:t>Innovation</a:t>
            </a:r>
            <a:r>
              <a:t>: New creative techniques and workflow innovations</a:t>
            </a:r>
          </a:p>
          <a:p>
            <a:pPr/>
            <a:r>
              <a:rPr b="1"/>
              <a:t>Leadership</a:t>
            </a:r>
            <a:r>
              <a:t>: Developed internal champions and expert resources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Successful Strategies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Executive Sponsorship: Strong leadership support drove adoption</a:t>
            </a:r>
          </a:p>
          <a:p>
            <a:pPr/>
            <a:r>
              <a:t>Phased Rollout: Gradual implementation reduced risk and improved success</a:t>
            </a:r>
          </a:p>
          <a:p>
            <a:pPr/>
            <a:r>
              <a:t>User Champions: Internal advocates accelerated peer adoption</a:t>
            </a:r>
          </a:p>
          <a:p>
            <a:pPr/>
            <a:r>
              <a:t>Comprehensive Training: Investment in education paid significant dividends</a:t>
            </a:r>
          </a:p>
          <a:p>
            <a:pPr/>
            <a:r>
              <a:t>Performance Focus: Emphasis on measurable outcomes maintained momentum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Areas for Improvement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Network Planning: Earlier bandwidth assessment would have prevented initial bottlenecks</a:t>
            </a:r>
          </a:p>
          <a:p>
            <a:pPr/>
            <a:r>
              <a:t>Change Management: More focus on workflow disruption during transition</a:t>
            </a:r>
          </a:p>
          <a:p>
            <a:pPr/>
            <a:r>
              <a:t>Integration Testing: Extended testing period for third-party software connections</a:t>
            </a:r>
          </a:p>
          <a:p>
            <a:pPr/>
            <a:r>
              <a:t>User Feedback Loop: Earlier and more frequent feedback collection</a:t>
            </a:r>
          </a:p>
          <a:p>
            <a:pPr/>
            <a:r>
              <a:t>Documentation: More comprehensive user guides and troubleshooting resources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Best Practices Identified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Start with Power Users: Begin with technically sophisticated early adopters</a:t>
            </a:r>
          </a:p>
          <a:p>
            <a:pPr/>
            <a:r>
              <a:t>Measure Everything: Comprehensive metrics enable continuous improvement</a:t>
            </a:r>
          </a:p>
          <a:p>
            <a:pPr/>
            <a:r>
              <a:t>Communicate Benefits: Regular success story sharing maintains enthusiasm</a:t>
            </a:r>
          </a:p>
          <a:p>
            <a:pPr/>
            <a:r>
              <a:t>Technical Excellence: Robust infrastructure foundation is critical</a:t>
            </a:r>
          </a:p>
          <a:p>
            <a:pPr/>
            <a:r>
              <a:t>Ongoing Support: Sustained support resources ensure long-term success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Short-term Enhancements (3-6 months)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AI-Powered Features</a:t>
            </a:r>
            <a:r>
              <a:t>: Integration of NVIDIA Omniverse AI tools</a:t>
            </a:r>
          </a:p>
          <a:p>
            <a:pPr/>
            <a:r>
              <a:rPr b="1"/>
              <a:t>Mobile Access</a:t>
            </a:r>
            <a:r>
              <a:t>: Tablet and mobile device review capabilities</a:t>
            </a:r>
          </a:p>
          <a:p>
            <a:pPr/>
            <a:r>
              <a:rPr b="1"/>
              <a:t>Advanced Analytics</a:t>
            </a:r>
            <a:r>
              <a:t>: Enhanced usage and performance reporting</a:t>
            </a:r>
          </a:p>
          <a:p>
            <a:pPr/>
            <a:r>
              <a:rPr b="1"/>
              <a:t>Workflow Automation</a:t>
            </a:r>
            <a:r>
              <a:t>: Custom script development for repetitive tasks</a:t>
            </a:r>
          </a:p>
          <a:p>
            <a:pPr/>
            <a:r>
              <a:rPr b="1"/>
              <a:t>External Collaboration</a:t>
            </a:r>
            <a:r>
              <a:t>: Expanded partner and client access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Medium-term Expansion (6-12 months)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Global Rollout</a:t>
            </a:r>
            <a:r>
              <a:t>: Extension to international offices and subsidiaries</a:t>
            </a:r>
          </a:p>
          <a:p>
            <a:pPr/>
            <a:r>
              <a:rPr b="1"/>
              <a:t>Advanced Rendering</a:t>
            </a:r>
            <a:r>
              <a:t>: Implementation of Omniverse Farm for batch rendering</a:t>
            </a:r>
          </a:p>
          <a:p>
            <a:pPr/>
            <a:r>
              <a:rPr b="1"/>
              <a:t>VR/AR Integration</a:t>
            </a:r>
            <a:r>
              <a:t>: Extended reality preview and review capabilities</a:t>
            </a:r>
          </a:p>
          <a:p>
            <a:pPr/>
            <a:r>
              <a:rPr b="1"/>
              <a:t>Industry Extensions</a:t>
            </a:r>
            <a:r>
              <a:t>: Vertical-specific workflow enhancements</a:t>
            </a:r>
          </a:p>
          <a:p>
            <a:pPr/>
            <a:r>
              <a:rPr b="1"/>
              <a:t>Machine Learning</a:t>
            </a:r>
            <a:r>
              <a:t>: Predictive analytics for project planning and resource allocation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Long-term Vision (1-3 years)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Metaverse Platform</a:t>
            </a:r>
            <a:r>
              <a:t>: Foundation for next-generation digital experiences</a:t>
            </a:r>
          </a:p>
          <a:p>
            <a:pPr/>
            <a:r>
              <a:rPr b="1"/>
              <a:t>Digital Twin Integration</a:t>
            </a:r>
            <a:r>
              <a:t>: Connection with IoT and simulation platforms</a:t>
            </a:r>
          </a:p>
          <a:p>
            <a:pPr/>
            <a:r>
              <a:rPr b="1"/>
              <a:t>Advanced AI</a:t>
            </a:r>
            <a:r>
              <a:t>: Generative AI integration for content creation assistance</a:t>
            </a:r>
          </a:p>
          <a:p>
            <a:pPr/>
            <a:r>
              <a:rPr b="1"/>
              <a:t>Global Collaboration</a:t>
            </a:r>
            <a:r>
              <a:t>: Worldwide real-time collaboration infrastructure</a:t>
            </a:r>
          </a:p>
          <a:p>
            <a:pPr/>
            <a:r>
              <a:rPr b="1"/>
              <a:t>Innovation Platform</a:t>
            </a:r>
            <a:r>
              <a:t>: Research and development environment for emerging technologies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Identified Risks and Mitigation Strategies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Technology Obsolescence: Regular technology roadmap reviews and upgrade planning</a:t>
            </a:r>
          </a:p>
          <a:p>
            <a:pPr/>
            <a:r>
              <a:t>Vendor Dependency: Diversified skill development and alternative solution awareness</a:t>
            </a:r>
          </a:p>
          <a:p>
            <a:pPr/>
            <a:r>
              <a:t>Security Threats: Continuous security monitoring and incident response procedures</a:t>
            </a:r>
          </a:p>
          <a:p>
            <a:pPr/>
            <a:r>
              <a:t>Performance Degradation: Proactive monitoring and capacity planning</a:t>
            </a:r>
          </a:p>
          <a:p>
            <a:pPr/>
            <a:r>
              <a:t>User Resistance: Ongoing change management and incentive programs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Contingency Planning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Disaster Recovery</a:t>
            </a:r>
            <a:r>
              <a:t>: Tested backup and recovery procedures</a:t>
            </a:r>
          </a:p>
          <a:p>
            <a:pPr/>
            <a:r>
              <a:rPr b="1"/>
              <a:t>Business Continuity</a:t>
            </a:r>
            <a:r>
              <a:t>: Alternative workflow procedures during outages</a:t>
            </a:r>
          </a:p>
          <a:p>
            <a:pPr/>
            <a:r>
              <a:rPr b="1"/>
              <a:t>Vendor Support</a:t>
            </a:r>
            <a:r>
              <a:t>: Escalation procedures and alternative support channels</a:t>
            </a:r>
          </a:p>
          <a:p>
            <a:pPr/>
            <a:r>
              <a:rPr b="1"/>
              <a:t>Technical Issues</a:t>
            </a:r>
            <a:r>
              <a:t>: Internal expertise development and external consultant relationships</a:t>
            </a:r>
          </a:p>
          <a:p>
            <a:pPr/>
            <a:r>
              <a:rPr b="1"/>
              <a:t>Budget Constraints</a:t>
            </a:r>
            <a:r>
              <a:t>: Phased implementation and ROI-based prioritization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Executive Leadership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Creative Teams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IT Department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Project Managers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Operational Excellence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Maintain Technical Standards: Continue infrastructure investment and optimization</a:t>
            </a:r>
          </a:p>
          <a:p>
            <a:pPr/>
            <a:r>
              <a:t>Expand Training Programs: Develop advanced certification programs for power users</a:t>
            </a:r>
          </a:p>
          <a:p>
            <a:pPr/>
            <a:r>
              <a:t>Monitor Performance: Implement predictive analytics for proactive issue resolution</a:t>
            </a:r>
          </a:p>
          <a:p>
            <a:pPr/>
            <a:r>
              <a:t>Enhance Security: Regular security assessments and improvement implementations</a:t>
            </a:r>
          </a:p>
          <a:p>
            <a:pPr/>
            <a:r>
              <a:t>Document Processes: Maintain comprehensive documentation and knowledge base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Strategic Growth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Scale Globally: Expand to additional geographic locations and business units</a:t>
            </a:r>
          </a:p>
          <a:p>
            <a:pPr/>
            <a:r>
              <a:t>Deepen Integration: Connect with additional enterprise systems and workflows</a:t>
            </a:r>
          </a:p>
          <a:p>
            <a:pPr/>
            <a:r>
              <a:t>Innovate Continuously: Explore emerging technologies and creative techniques</a:t>
            </a:r>
          </a:p>
          <a:p>
            <a:pPr/>
            <a:r>
              <a:t>Partner Strategically: Develop strategic relationships with technology and creative partners</a:t>
            </a:r>
          </a:p>
          <a:p>
            <a:pPr/>
            <a:r>
              <a:t>Measure Impact: Continue comprehensive ROI analysis and benefit quantification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Organizational Development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Build Internal Expertise: Develop certified internal experts and champions</a:t>
            </a:r>
          </a:p>
          <a:p>
            <a:pPr/>
            <a:r>
              <a:t>Foster Innovation: Create innovation labs and experimental workflow environments</a:t>
            </a:r>
          </a:p>
          <a:p>
            <a:pPr/>
            <a:r>
              <a:t>Share Knowledge: Establish internal communities of practice and knowledge sharing</a:t>
            </a:r>
          </a:p>
          <a:p>
            <a:pPr/>
            <a:r>
              <a:t>Recognize Excellence: Implement recognition programs for adoption and innovation</a:t>
            </a:r>
          </a:p>
          <a:p>
            <a:pPr/>
            <a:r>
              <a:t>Plan for the Future: Develop long-term technology and capability roadmaps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Approval for Phase 2: Secure executive approval for global expansion</a:t>
            </a:r>
          </a:p>
          <a:p>
            <a:pPr/>
            <a:r>
              <a:t>Budget Allocation: Finalize budget for short-term enhancements</a:t>
            </a:r>
          </a:p>
          <a:p>
            <a:pPr/>
            <a:r>
              <a:t>Team Recognition: Acknowledge and reward project team contributions</a:t>
            </a:r>
          </a:p>
          <a:p>
            <a:pPr/>
            <a:r>
              <a:t>Knowledge Transfer: Complete documentation and handoff to operations team</a:t>
            </a:r>
          </a:p>
          <a:p>
            <a:pPr/>
            <a:r>
              <a:t>Continuous Improvement: Implement ongoing optimization and enhancement processes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A. Technical Specifications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Detailed hardware and software configuration documentation</a:t>
            </a:r>
          </a:p>
          <a:p>
            <a:pPr/>
            <a:r>
              <a:t>Network architecture diagrams and specifications</a:t>
            </a:r>
          </a:p>
          <a:p>
            <a:pPr/>
            <a:r>
              <a:t>Security implementation details and compliance certifications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B. Training Materials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Comprehensive user training curricula and materials</a:t>
            </a:r>
          </a:p>
          <a:p>
            <a:pPr/>
            <a:r>
              <a:t>Administrator guides and troubleshooting documentation</a:t>
            </a:r>
          </a:p>
          <a:p>
            <a:pPr/>
            <a:r>
              <a:t>Video tutorials and self-service resources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C. Financial Analysis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Detailed ROI calculations and benefit quantification</a:t>
            </a:r>
          </a:p>
          <a:p>
            <a:pPr/>
            <a:r>
              <a:t>Cost-benefit analysis and budget tracking</a:t>
            </a:r>
          </a:p>
          <a:p>
            <a:pPr/>
            <a:r>
              <a:t>Ongoing operational cost projections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D. User Feedback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Complete survey results and user testimonials</a:t>
            </a:r>
          </a:p>
          <a:p>
            <a:pPr/>
            <a:r>
              <a:t>Focus group findings and recommendations</a:t>
            </a:r>
          </a:p>
          <a:p>
            <a:pPr/>
            <a:r>
              <a:t>Adoption metrics and usage analytics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E. Future Planning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Technology roadmap and enhancement timeline</a:t>
            </a:r>
          </a:p>
          <a:p>
            <a:pPr/>
            <a:r>
              <a:t>Resource requirements and budget projections</a:t>
            </a:r>
          </a:p>
          <a:p>
            <a:pPr/>
            <a:r>
              <a:t>Risk assessment and mitigation strategies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