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NVIDIA GPU Compute Cluster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GPU access bottlenecks and enable 20-30 data scientists to train models in parallel</a:t>
            </a:r>
          </a:p>
          <a:p>
            <a:pPr lvl="1"/>
            <a:r>
              <a:t>Reduce training time by 10x vs CPU-only infrastructure (BERT training: 3 days to 7 hours)</a:t>
            </a:r>
          </a:p>
          <a:p>
            <a:pPr lvl="1"/>
            <a:r>
              <a:t>Replace cloud GPU spending and save $180K annually vs AWS p3.8xlarge baseline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Achieve 80%+ GPU utilization through intelligent Kubernetes scheduling vs 30% manual allocation</a:t>
            </a:r>
          </a:p>
          <a:p>
            <a:pPr lvl="1"/>
            <a:r>
              <a:t>Support both training and production inference workloads on unified platform</a:t>
            </a:r>
          </a:p>
          <a:p>
            <a:pPr lvl="1"/>
            <a:r>
              <a:t>ROI realization within 18-24 months through cloud cost avoidance and productivity gains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GPU Servers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8x Dell R750xa servers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Classification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Proprietary models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AI Workload Type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Distributed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Science Team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 data scientists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GPU Utilization Target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80% utilization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TB NetApp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Training Time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Hours to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Datasets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Multi-TB datasets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Software Stack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NVIDIA AI Enterprise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Model Checkpointing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Regular checkpointing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Management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Kubernetes with GPU Operator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Fabric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GbE Ethernet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Datacenter Readiness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datacenter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On-premises datacenter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Infrastructure</a:t>
            </a:r>
          </a:p>
          <a:p>
            <a:pPr lvl="1"/>
            <a:r>
              <a:t>8x Dell PowerEdge R750xa servers with 4x NVIDIA A100 40GB (32 total)</a:t>
            </a:r>
          </a:p>
          <a:p>
            <a:pPr lvl="1"/>
            <a:r>
              <a:t>Dual AMD EPYC 7763 processors (128 cores) with 1 TB RAM</a:t>
            </a:r>
          </a:p>
          <a:p>
            <a:pPr lvl="1"/>
            <a:r>
              <a:t>NVIDIA AI Enterprise software suite with NGC container catalog access</a:t>
            </a:r>
          </a:p>
          <a:p>
            <a:pPr/>
            <a:r>
              <a:rPr b="1"/>
              <a:t>Platform Architecture</a:t>
            </a:r>
          </a:p>
          <a:p>
            <a:pPr lvl="1"/>
            <a:r>
              <a:t>Kubernetes 1.28+ with NVIDIA GPU Operator for GPU scheduling and time-slicing</a:t>
            </a:r>
          </a:p>
          <a:p>
            <a:pPr lvl="1"/>
            <a:r>
              <a:t>100 GbE RDMA network with NCCL for distributed training communication</a:t>
            </a:r>
          </a:p>
          <a:p>
            <a:pPr lvl="1"/>
            <a:r>
              <a:t>NetApp AFF 200 TB storage (3-5 GB/s) with Kubeflow and Triton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Infrastructure &amp; Installation (Months 1-2)</a:t>
            </a:r>
          </a:p>
          <a:p>
            <a:pPr lvl="1"/>
            <a:r>
              <a:t>Hardware procurement and datacenter preparation (power cooling rack space)</a:t>
            </a:r>
          </a:p>
          <a:p>
            <a:pPr lvl="1"/>
            <a:r>
              <a:t>GPU server installation network fabric setup and storage system deployment</a:t>
            </a:r>
          </a:p>
          <a:p>
            <a:pPr lvl="1"/>
            <a:r>
              <a:t>Base OS installation GPU drivers and NVIDIA Container Toolkit configuration</a:t>
            </a:r>
          </a:p>
          <a:p>
            <a:pPr/>
            <a:r>
              <a:rPr b="1"/>
              <a:t>Phase 2: Platform &amp; Integration (Months 2-3)</a:t>
            </a:r>
          </a:p>
          <a:p>
            <a:pPr lvl="1"/>
            <a:r>
              <a:t>Kubernetes cluster deployment with NVIDIA GPU Operator and scheduling plugins</a:t>
            </a:r>
          </a:p>
          <a:p>
            <a:pPr lvl="1"/>
            <a:r>
              <a:t>Kubeflow platform setup for ML pipelines experiment tracking and model registry</a:t>
            </a:r>
          </a:p>
          <a:p>
            <a:pPr lvl="1"/>
            <a:r>
              <a:t>LDAP/AD integration shared storage mounts and monitoring dashboard configuration</a:t>
            </a:r>
          </a:p>
          <a:p>
            <a:pPr/>
            <a:r>
              <a:rPr b="1"/>
              <a:t>Phase 3: Optimization &amp; Training (Months 3-4)</a:t>
            </a:r>
          </a:p>
          <a:p>
            <a:pPr lvl="1"/>
            <a:r>
              <a:t>Benchmark testing with representative workloads and performance validation</a:t>
            </a:r>
          </a:p>
          <a:p>
            <a:pPr lvl="1"/>
            <a:r>
              <a:t>User training programs covering job submission GPU scheduling and best practices</a:t>
            </a:r>
          </a:p>
          <a:p>
            <a:pPr lvl="1"/>
            <a:r>
              <a:t>Production workload migration and transition to data science team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&amp; Installation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Servers installed and configured, Network fabric operational, Storage system deployed, GPU drivers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Platform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2-3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Kubernetes cluster live, Kubeflow platform configured, User authentication integrated, Monitoring dashboards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Benchmarks completed, Team trained on platform, Production workloads migrated, Operations handoff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Financial Services AI Team</a:t>
            </a:r>
          </a:p>
          <a:p>
            <a:pPr lvl="1"/>
            <a:r>
              <a:rPr b="1"/>
              <a:t>Client:</a:t>
            </a:r>
            <a:r>
              <a:t> Mid-size investment firm with 25-person data science team</a:t>
            </a:r>
          </a:p>
          <a:p>
            <a:pPr lvl="1"/>
            <a:r>
              <a:rPr b="1"/>
              <a:t>Challenge:</a:t>
            </a:r>
            <a:r>
              <a:t> Cloud GPU costs exceeding $350K annually with frequent quota limitations blocking research. Training times of 2-3 days per experiment limiting iteration speed and model quality. No infrastructure for production model deployment.</a:t>
            </a:r>
          </a:p>
          <a:p>
            <a:pPr lvl="1"/>
            <a:r>
              <a:rPr b="1"/>
              <a:t>Solution:</a:t>
            </a:r>
            <a:r>
              <a:t> Deployed 32x A100 GPU cluster with Kubernetes, Kubeflow, and Triton Inference Server integration.</a:t>
            </a:r>
          </a:p>
          <a:p>
            <a:pPr lvl="1"/>
            <a:r>
              <a:rPr b="1"/>
              <a:t>Results:</a:t>
            </a:r>
            <a:r>
              <a:t> 85% reduction in GPU costs ($350K to $50K annually cloud supplemental usage). 12x faster training for trading models (2 days to 4 hours). 40% increase in research throughput enabling 60% more model experiments. Full ROI achieved in 16 months.</a:t>
            </a:r>
          </a:p>
          <a:p>
            <a:pPr lvl="1"/>
            <a:r>
              <a:rPr b="1"/>
              <a:t>Testimonial:</a:t>
            </a:r>
            <a:r>
              <a:t> "The GPU cluster transformed our AI capabilities from constrained cloud bursting to a true research platform. Our team can now experiment freely and deploy models to production in hours instead of weeks. The ROI was immediate and substantial." — </a:t>
            </a:r>
            <a:r>
              <a:rPr b="1"/>
              <a:t>Michael Torres</a:t>
            </a:r>
            <a:r>
              <a:t>, Head of Quantitative Research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deploying GPU clusters with 40+ successful implementations</a:t>
            </a:r>
          </a:p>
          <a:p>
            <a:pPr lvl="1"/>
            <a:r>
              <a:t>Deep expertise in Kubernetes NVIDIA GPU Operator and MLOps platforms</a:t>
            </a:r>
          </a:p>
          <a:p>
            <a:pPr lvl="1"/>
            <a:r>
              <a:t>NVIDIA Partner Network certification with AI Enterprise specialization</a:t>
            </a:r>
          </a:p>
          <a:p>
            <a:pPr lvl="1"/>
            <a:r>
              <a:t>End-to-end capabilities from infrastructure to ML workflow optimization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Kubernetes configurations and GPU scheduling policies accelerate deployment</a:t>
            </a:r>
          </a:p>
          <a:p>
            <a:pPr lvl="1"/>
            <a:r>
              <a:t>Proven MLOps platform integration (Kubeflow MLflow Weights &amp; Biases)</a:t>
            </a:r>
          </a:p>
          <a:p>
            <a:pPr lvl="1"/>
            <a:r>
              <a:t>Best practices for GPU utilization optimization based on 40+ deployments</a:t>
            </a:r>
          </a:p>
          <a:p>
            <a:pPr lvl="1"/>
            <a:r>
              <a:t>Post-deployment support and performance tuning services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$141,700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$141,700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$141,700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$896,000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($32,000)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$160,520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$148,520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$166,120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$166,120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$480,760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$366,000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$1,320,220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($44,000)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$1,276,220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$288,120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$288,120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$1,852,460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and budget allocation by [specific date]</a:t>
            </a:r>
          </a:p>
          <a:p>
            <a:pPr/>
            <a:r>
              <a:rPr b="1"/>
              <a:t>Infrastructure Assessment:</a:t>
            </a:r>
            <a:r>
              <a:t> Validate datacenter readiness (power cooling network)</a:t>
            </a:r>
          </a:p>
          <a:p>
            <a:pPr/>
            <a:r>
              <a:rPr b="1"/>
              <a:t>Procurement:</a:t>
            </a:r>
            <a:r>
              <a:t> GPU server order placement (4-8 week delivery lead time)</a:t>
            </a:r>
          </a:p>
          <a:p>
            <a:pPr/>
            <a:r>
              <a:rPr b="1"/>
              <a:t>Preparation:</a:t>
            </a:r>
            <a:r>
              <a:t> Parallel track infrastructure prep during hardware manufacturing</a:t>
            </a:r>
          </a:p>
          <a:p>
            <a:pPr/>
            <a:r>
              <a:rPr b="1"/>
              <a:t>Deployment:</a:t>
            </a:r>
            <a:r>
              <a:t> Server installation Kubernetes setup and user onboarding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GPU Compute Cluster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