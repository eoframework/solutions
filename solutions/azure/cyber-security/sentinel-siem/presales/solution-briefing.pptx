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Sentinel SIEM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Detect and respond to threats 10x faster with AI-powered analytics and automated response playbooks</a:t>
            </a:r>
          </a:p>
          <a:p>
            <a:pPr lvl="1"/>
            <a:r>
              <a:t>Reduce mean time to detect (MTTD) from hours to minutes with real-time threat correlation across all data sources</a:t>
            </a:r>
          </a:p>
          <a:p>
            <a:pPr lvl="1"/>
            <a:r>
              <a:t>Consolidate fragmented security tools into unified platform, reducing tool sprawl and operational complexity</a:t>
            </a:r>
          </a:p>
          <a:p>
            <a:pPr lvl="1"/>
            <a:r>
              <a:t>Enable advanced threat hunting and forensic analysis across historical and real-time security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mean time to respond (MTTR) with measurable incident resolution improvements</a:t>
            </a:r>
          </a:p>
          <a:p>
            <a:pPr lvl="1"/>
            <a:r>
              <a:t>99%+ uptime for security operations with built-in redundancy and failover</a:t>
            </a:r>
          </a:p>
          <a:p>
            <a:pPr lvl="1"/>
            <a:r>
              <a:t>50%+ reduction in false positive alerts through ML-powered anomaly detection</a:t>
            </a:r>
          </a:p>
          <a:p>
            <a:pPr lvl="1"/>
            <a:r>
              <a:t>ROI realization within 12 months through reduced security incidents and operational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Data Ingestion Layer</a:t>
            </a:r>
          </a:p>
          <a:p>
            <a:pPr lvl="1"/>
            <a:r>
              <a:t>Multi-source data collection from Office 365, Azure AD, Microsoft Defender, firewalls, and third-party SIEMs</a:t>
            </a:r>
          </a:p>
          <a:p>
            <a:pPr lvl="1"/>
            <a:r>
              <a:t>Automated connectors for rapid onboarding with zero custom configuration</a:t>
            </a:r>
          </a:p>
          <a:p>
            <a:pPr/>
            <a:r>
              <a:rPr b="1"/>
              <a:t>Analytics Engine</a:t>
            </a:r>
          </a:p>
          <a:p>
            <a:pPr lvl="1"/>
            <a:r>
              <a:t>KQL (Kusto Query Language) rules for threat detection with 200+ built-in detections</a:t>
            </a:r>
          </a:p>
          <a:p>
            <a:pPr lvl="1"/>
            <a:r>
              <a:t>ML models for anomaly detection identifying unusual patterns and behaviors</a:t>
            </a:r>
          </a:p>
          <a:p>
            <a:pPr lvl="1"/>
            <a:r>
              <a:t>Threat intelligence integration for correlation with known attack patterns</a:t>
            </a:r>
          </a:p>
          <a:p>
            <a:pPr/>
            <a:r>
              <a:rPr b="1"/>
              <a:t>Incident Management &amp; Investigation</a:t>
            </a:r>
          </a:p>
          <a:p>
            <a:pPr lvl="1"/>
            <a:r>
              <a:t>Automated incident investigation with AI-powered timeline reconstruction</a:t>
            </a:r>
          </a:p>
          <a:p>
            <a:pPr lvl="1"/>
            <a:r>
              <a:t>Advanced hunting capabilities for manual threat investigation and forensics</a:t>
            </a:r>
          </a:p>
          <a:p>
            <a:pPr lvl="1"/>
            <a:r>
              <a:t>Workbooks and dashboards for real-time visibility</a:t>
            </a:r>
          </a:p>
          <a:p>
            <a:pPr/>
            <a:r>
              <a:rPr b="1"/>
              <a:t>SOAR Automation</a:t>
            </a:r>
          </a:p>
          <a:p>
            <a:pPr lvl="1"/>
            <a:r>
              <a:t>Logic Apps for automated incident response playbooks</a:t>
            </a:r>
          </a:p>
          <a:p>
            <a:pPr lvl="1"/>
            <a:r>
              <a:t>Custom playbook development for organization-specific workflows</a:t>
            </a:r>
          </a:p>
          <a:p>
            <a:pPr lvl="1"/>
            <a:r>
              <a:t>Integration with existing ticketing and communication systems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5474" y="685799"/>
            <a:ext cx="3331078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Deploy Azure Sentinel workspace and configure Log Analytics storage</a:t>
            </a:r>
          </a:p>
          <a:p>
            <a:pPr lvl="1"/>
            <a:r>
              <a:t>Implement data connectors for primary sources (Office 365, Azure AD, Defender for Cloud)</a:t>
            </a:r>
          </a:p>
          <a:p>
            <a:pPr lvl="1"/>
            <a:r>
              <a:t>Configure identity and access controls with RBAC and privilege management</a:t>
            </a:r>
          </a:p>
          <a:p>
            <a:pPr lvl="1"/>
            <a:r>
              <a:t>Establish centralized logging and audit trail capabilities</a:t>
            </a:r>
          </a:p>
          <a:p>
            <a:pPr/>
            <a:r>
              <a:rPr b="1"/>
              <a:t>Phase 2: Analytics &amp; Detection (Weeks 5-8)</a:t>
            </a:r>
          </a:p>
          <a:p>
            <a:pPr lvl="1"/>
            <a:r>
              <a:t>Deploy 50+ built-in KQL analytics rules with high-fidelity detections</a:t>
            </a:r>
          </a:p>
          <a:p>
            <a:pPr lvl="1"/>
            <a:r>
              <a:t>Configure threat intelligence feeds and integration with external threat sources</a:t>
            </a:r>
          </a:p>
          <a:p>
            <a:pPr lvl="1"/>
            <a:r>
              <a:t>Implement custom detection rules based on organization-specific threats</a:t>
            </a:r>
          </a:p>
          <a:p>
            <a:pPr lvl="1"/>
            <a:r>
              <a:t>Establish incident investigation workflows and SOC procedures</a:t>
            </a:r>
          </a:p>
          <a:p>
            <a:pPr/>
            <a:r>
              <a:rPr b="1"/>
              <a:t>Phase 3: Automation &amp; Optimization (Weeks 9-12)</a:t>
            </a:r>
          </a:p>
          <a:p>
            <a:pPr lvl="1"/>
            <a:r>
              <a:t>Develop and test SOAR playbooks for automated incident response</a:t>
            </a:r>
          </a:p>
          <a:p>
            <a:pPr lvl="1"/>
            <a:r>
              <a:t>Integrate with external systems (ticketing, communication, IR tools)</a:t>
            </a:r>
          </a:p>
          <a:p>
            <a:pPr lvl="1"/>
            <a:r>
              <a:t>Optimize alert tuning to reduce false positives while maintaining detection rate</a:t>
            </a:r>
          </a:p>
          <a:p>
            <a:pPr lvl="1"/>
            <a:r>
              <a:t>Train SOC team on advanced hunting and investigation techniques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Data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Sentinel workspace operational, Primary data connectors live, Identity controls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Analytics &amp;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50+ detection rules deployed, Threat intel integration live, Investigation procedures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SOAR playbooks operational, SOC team trained, Alert tuning completed, Hunting capabilities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85% faster threat detection</a:t>
            </a:r>
            <a:r>
              <a:t>: MTTD reduced from 4 hours to 45 minutes</a:t>
            </a:r>
          </a:p>
          <a:p>
            <a:pPr/>
            <a:r>
              <a:rPr b="1"/>
              <a:t>Prevented $2M+ ransomware incident</a:t>
            </a:r>
            <a:r>
              <a:t>: Automated playbook isolated infected systems within 5 minutes of detection</a:t>
            </a:r>
          </a:p>
          <a:p>
            <a:pPr/>
            <a:r>
              <a:rPr b="1"/>
              <a:t>100% compliance audit success</a:t>
            </a:r>
            <a:r>
              <a:t>: Complete audit trail and incident investigation records automated</a:t>
            </a:r>
          </a:p>
          <a:p>
            <a:pPr/>
            <a:r>
              <a:rPr b="1"/>
              <a:t>Testimonial</a:t>
            </a:r>
            <a:r>
              <a:t>: "Azure Sentinel transformed our security posture. We now detect threats before they spread, and the automated response capabilities give us confidence we're protected against ransomware." - Chief Information Security Officer, Premier Health System</a:t>
            </a:r>
          </a:p>
          <a:p>
            <a:pPr/>
            <a:r>
              <a:rPr b="1"/>
              <a:t>95% reduction in investigation time</a:t>
            </a:r>
            <a:r>
              <a:t>: Mean time to investigate (MTTI) reduced from 8 hours to 20 minutes</a:t>
            </a:r>
          </a:p>
          <a:p>
            <a:pPr/>
            <a:r>
              <a:rPr b="1"/>
              <a:t>Detected 15 insider threat incidents</a:t>
            </a:r>
            <a:r>
              <a:t>: Behavioral analytics identified suspicious data access patterns enabling quick investigation</a:t>
            </a:r>
          </a:p>
          <a:p>
            <a:pPr/>
            <a:r>
              <a:rPr b="1"/>
              <a:t>Automated compliance reporting</a:t>
            </a:r>
            <a:r>
              <a:t>: Daily SOX and PCI-DSS compliance dashboards and audit exports</a:t>
            </a:r>
          </a:p>
          <a:p>
            <a:pPr/>
            <a:r>
              <a:rPr b="1"/>
              <a:t>Testimonial</a:t>
            </a:r>
            <a:r>
              <a:t>: "The behavioral analytics in Sentinel caught activity we never would have detected manually. Our compliance audits are now simplified, and we have the evidence to back up our security posture." - VP of Information Security, Global Financial Services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Microsoft Integration</a:t>
            </a:r>
            <a:r>
              <a:t>: Native integration with Microsoft 365, Azure, and Windows environments (95% of enterprise devices)</a:t>
            </a:r>
          </a:p>
          <a:p>
            <a:pPr/>
            <a:r>
              <a:rPr b="1"/>
              <a:t>Cost-Effective Scaling</a:t>
            </a:r>
            <a:r>
              <a:t>: Simple consumption-based pricing scaling with data volume (no per-user licensing)</a:t>
            </a:r>
          </a:p>
          <a:p>
            <a:pPr/>
            <a:r>
              <a:rPr b="1"/>
              <a:t>AI-Powered Analytics</a:t>
            </a:r>
            <a:r>
              <a:t>: UEBA and anomaly detection out-of-the-box requiring no additional ML infrastructure</a:t>
            </a:r>
          </a:p>
          <a:p>
            <a:pPr/>
            <a:r>
              <a:rPr b="1"/>
              <a:t>SOAR Capabilities</a:t>
            </a:r>
            <a:r>
              <a:t>: Built-in Logic Apps automation eliminating need for separate SOAR platform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Threat Intelligence</a:t>
            </a:r>
            <a:r>
              <a:t>: Integrated Microsoft Threat Intelligence from 18 trillion daily security signals</a:t>
            </a:r>
          </a:p>
          <a:p>
            <a:pPr/>
            <a:r>
              <a:rPr b="1"/>
              <a:t>Expert Support</a:t>
            </a:r>
            <a:r>
              <a:t>: Access to Microsoft Security Response Center (MSRC) and expert SOC enablement services</a:t>
            </a:r>
          </a:p>
          <a:p>
            <a:pPr/>
            <a:r>
              <a:rPr b="1"/>
              <a:t>Compliance Ready</a:t>
            </a:r>
            <a:r>
              <a:t>: Pre-built workbooks for HIPAA, PCI-DSS, GDPR, SOC 2, and ISO 27001</a:t>
            </a:r>
          </a:p>
          <a:p>
            <a:pPr/>
            <a:r>
              <a:rPr b="1"/>
              <a:t>Extensive Integrations</a:t>
            </a:r>
            <a:r>
              <a:t>: 200+ data connectors enabling consolidation of fragmented security tools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$182,460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$565,380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$46,272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$344,284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$323,284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$218,284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$218,284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$759,852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Sentinel pilot/phase 1 by [specific date]</a:t>
            </a:r>
          </a:p>
          <a:p>
            <a:pPr/>
            <a:r>
              <a:rPr b="1"/>
              <a:t>Kickoff:</a:t>
            </a:r>
            <a:r>
              <a:t> Target Sentinel deployment start date [30 days from approval]</a:t>
            </a:r>
          </a:p>
          <a:p>
            <a:pPr/>
            <a:r>
              <a:rPr b="1"/>
              <a:t>Team Formation:</a:t>
            </a:r>
            <a:r>
              <a:t> Identify security team lead, IT infrastructure contact, compliance officer</a:t>
            </a:r>
          </a:p>
          <a:p>
            <a:pPr/>
            <a:r>
              <a:rPr b="1"/>
              <a:t>Week 1-2:</a:t>
            </a:r>
            <a:r>
              <a:t> Contract finalization and Azure subscription setup</a:t>
            </a:r>
          </a:p>
          <a:p>
            <a:pPr/>
            <a:r>
              <a:rPr b="1"/>
              <a:t>Week 3-4:</a:t>
            </a:r>
            <a:r>
              <a:t> Sentinel workspace configuration and data connector setup</a:t>
            </a:r>
          </a:p>
          <a:p>
            <a:pPr/>
            <a:r>
              <a:rPr b="1"/>
              <a:t>Week 5-8:</a:t>
            </a:r>
            <a:r>
              <a:t> Analytics rules deployment and initial alert tuning</a:t>
            </a:r>
          </a:p>
          <a:p>
            <a:pPr/>
            <a:r>
              <a:rPr b="1"/>
              <a:t>Week 9-12:</a:t>
            </a:r>
            <a:r>
              <a:t> SOAR playbooks, training, and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