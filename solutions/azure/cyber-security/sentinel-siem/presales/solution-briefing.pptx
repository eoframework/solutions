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Sentinel SIEM Implementation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Gain complete visibility into security events across your entire IT environment with centralized monitoring</a:t>
            </a:r>
          </a:p>
          <a:p>
            <a:pPr lvl="1"/>
            <a:r>
              <a:t>Detect threats faster using built-in AI and machine learning to identify suspicious patterns automatically</a:t>
            </a:r>
          </a:p>
          <a:p>
            <a:pPr lvl="1"/>
            <a:r>
              <a:t>Reduce security incident response time by 50-70% through automated playbooks and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full security monitoring coverage within 3 months with all critical systems connected</a:t>
            </a:r>
          </a:p>
          <a:p>
            <a:pPr lvl="1"/>
            <a:r>
              <a:t>Reduce mean time to detect threats from days to minutes with automated alerting</a:t>
            </a:r>
          </a:p>
          <a:p>
            <a:pPr lvl="1"/>
            <a:r>
              <a:t>Enable security team to handle 3x more incidents without additional staff through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24/7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Analytics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detection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 Analytics + Sentinel workspace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Office365 Firewall Endpoints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MFA audit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SOAR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automated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NIST CSF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SOC analysts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Detection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MTTR &lt;1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(analyst engineer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Query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KQL queries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Daily Log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 days hot 2 years archive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Data Collection Layer:</a:t>
            </a:r>
            <a:r>
              <a:t> Log connectors pulling security data from servers, applications, firewalls, and cloud services</a:t>
            </a:r>
          </a:p>
          <a:p>
            <a:pPr lvl="1"/>
            <a:r>
              <a:rPr b="1"/>
              <a:t>Analytics Engine:</a:t>
            </a:r>
            <a:r>
              <a:t> Microsoft Sentinel workspace with KQL queries analyzing millions of events in real-time</a:t>
            </a:r>
          </a:p>
          <a:p>
            <a:pPr lvl="1"/>
            <a:r>
              <a:rPr b="1"/>
              <a:t>Response Layer:</a:t>
            </a:r>
            <a:r>
              <a:t> Automated playbooks and incident management with investigation tools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Microsoft Azure with Sentinel (SIEM/SOAR)</a:t>
            </a:r>
          </a:p>
          <a:p>
            <a:pPr lvl="1"/>
            <a:r>
              <a:t>Data &amp; Analytics: Log Analytics Workspace with KQL queries</a:t>
            </a:r>
          </a:p>
          <a:p>
            <a:pPr lvl="1"/>
            <a:r>
              <a:t>Integration: Microsoft Defender, Azure Monitor, third-party tools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(Months 1-2)</a:t>
            </a:r>
          </a:p>
          <a:p>
            <a:pPr lvl="1"/>
            <a:r>
              <a:t>Log Analytics Workspace setup and Sentinel deployment</a:t>
            </a:r>
          </a:p>
          <a:p>
            <a:pPr lvl="1"/>
            <a:r>
              <a:t>Data connector configuration for critical systems (Azure AD, firewalls, endpoints)</a:t>
            </a:r>
          </a:p>
          <a:p>
            <a:pPr lvl="1"/>
            <a:r>
              <a:t>Initial detection rules and alert tuning</a:t>
            </a:r>
          </a:p>
          <a:p>
            <a:pPr/>
            <a:r>
              <a:rPr b="1"/>
              <a:t>Phase 2: Core Implementation</a:t>
            </a:r>
            <a:r>
              <a:t> (Months 3-4)</a:t>
            </a:r>
          </a:p>
          <a:p>
            <a:pPr lvl="1"/>
            <a:r>
              <a:t>Advanced threat detection rules using KQL queries</a:t>
            </a:r>
          </a:p>
          <a:p>
            <a:pPr lvl="1"/>
            <a:r>
              <a:t>Automated incident response playbooks for common scenarios</a:t>
            </a:r>
          </a:p>
          <a:p>
            <a:pPr lvl="1"/>
            <a:r>
              <a:t>Security dashboard and reporting configuration</a:t>
            </a:r>
          </a:p>
          <a:p>
            <a:pPr/>
            <a:r>
              <a:rPr b="1"/>
              <a:t>Phase 3: Deployment &amp; Optimization</a:t>
            </a:r>
            <a:r>
              <a:t> (Months 5-6)</a:t>
            </a:r>
          </a:p>
          <a:p>
            <a:pPr lvl="1"/>
            <a:r>
              <a:t>User acceptance testing and security team training</a:t>
            </a:r>
          </a:p>
          <a:p>
            <a:pPr lvl="1"/>
            <a:r>
              <a:t>Detection rule optimization based on false positive analysis</a:t>
            </a:r>
          </a:p>
          <a:p>
            <a:pPr lvl="1"/>
            <a:r>
              <a:t>Continuous monitoring and threat hunting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workspace live, Critical data sources connected, Initial detection rules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detection rules deployed, Automated playbooks operational, Security dashboards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team trained, Detection rules tuned, Threat hunting procedures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Network</a:t>
            </a:r>
          </a:p>
          <a:p>
            <a:pPr lvl="1"/>
            <a:r>
              <a:rPr b="1"/>
              <a:t>Client:</a:t>
            </a:r>
            <a:r>
              <a:t> Healthcare organization with 5,000+ employees across 12 facilities</a:t>
            </a:r>
          </a:p>
          <a:p>
            <a:pPr lvl="1"/>
            <a:r>
              <a:rPr b="1"/>
              <a:t>Challenge:</a:t>
            </a:r>
            <a:r>
              <a:t> Security team overwhelmed by 10,000+ daily alerts from disconnected tools, 48-hour average threat detection time, compliance gaps with HIPAA requirements</a:t>
            </a:r>
          </a:p>
          <a:p>
            <a:pPr lvl="1"/>
            <a:r>
              <a:rPr b="1"/>
              <a:t>Solution:</a:t>
            </a:r>
            <a:r>
              <a:t> Deployed Microsoft Sentinel with unified log collection, AI-powered threat detection, and automated incident response playbooks</a:t>
            </a:r>
          </a:p>
          <a:p>
            <a:pPr lvl="1"/>
            <a:r>
              <a:rPr b="1"/>
              <a:t>Results:</a:t>
            </a:r>
            <a:r>
              <a:t> 90% reduction in alert noise, threat detection time reduced from 48 hours to 15 minutes, full HIPAA compliance automated, security team productivity increased 3x</a:t>
            </a:r>
          </a:p>
          <a:p>
            <a:pPr lvl="1"/>
            <a:r>
              <a:rPr b="1"/>
              <a:t>Testimonial:</a:t>
            </a:r>
            <a:r>
              <a:t> "Microsoft Sentinel transformed our security operations. We went from drowning in alerts to proactively hunting threats. The automated playbooks freed our team to focus on advanced threats." — </a:t>
            </a:r>
            <a:r>
              <a:rPr b="1"/>
              <a:t>Sarah Martinez, CISO</a:t>
            </a:r>
            <a:r>
              <a:t>, Regional Healthcare Network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enterprise security solutions</a:t>
            </a:r>
          </a:p>
          <a:p>
            <a:pPr lvl="1"/>
            <a:r>
              <a:t>150+ successful Microsoft Sentinel implementations</a:t>
            </a:r>
          </a:p>
          <a:p>
            <a:pPr lvl="1"/>
            <a:r>
              <a:t>Microsoft Solutions Partner for Security designation</a:t>
            </a:r>
          </a:p>
          <a:p>
            <a:pPr lvl="1"/>
            <a:r>
              <a:t>Certified security architects with Azure Security Engineer certifications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detection rules and playbooks fast-track your deployment</a:t>
            </a:r>
          </a:p>
          <a:p>
            <a:pPr lvl="1"/>
            <a:r>
              <a:t>Comprehensive skills transfer for security team self-sufficiency</a:t>
            </a:r>
          </a:p>
          <a:p>
            <a:pPr lvl="1"/>
            <a:r>
              <a:t>Best practices from 150+ security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$564,420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$354,968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$769,904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Security team approval and executive sign-off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security and IT teams engaged</a:t>
            </a:r>
          </a:p>
          <a:p>
            <a:pPr/>
            <a:r>
              <a:rPr b="1"/>
              <a:t>Team Formation:</a:t>
            </a:r>
            <a:r>
              <a:t> Security operations lead, IT infrastructure SMEs, and compliance officer designated</a:t>
            </a:r>
          </a:p>
          <a:p>
            <a:pPr/>
            <a:r>
              <a:rPr b="1"/>
              <a:t>Week 1-2:</a:t>
            </a:r>
            <a:r>
              <a:t> Contract finalization, Azure environment access setup, and discovery workshops</a:t>
            </a:r>
          </a:p>
          <a:p>
            <a:pPr/>
            <a:r>
              <a:rPr b="1"/>
              <a:t>Week 3-4:</a:t>
            </a:r>
            <a:r>
              <a:t> Log Analytics Workspace deployment and first critical systems generating alerts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