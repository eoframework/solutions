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Sentinel SIEM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Data Connectors &amp; Collection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Microsoft 365 Defender</a:t>
            </a:r>
            <a:r>
              <a:t>: Endpoint, cloud apps, email, and identity threat data</a:t>
            </a:r>
          </a:p>
          <a:p>
            <a:pPr/>
            <a:r>
              <a:rPr b="1"/>
              <a:t>Azure AD &amp; Identity</a:t>
            </a:r>
            <a:r>
              <a:t>: User and sign-in activities, privilege access management</a:t>
            </a:r>
          </a:p>
          <a:p>
            <a:pPr/>
            <a:r>
              <a:rPr b="1"/>
              <a:t>Firewall &amp; Network</a:t>
            </a:r>
            <a:r>
              <a:t>: Azure Firewall, NSG Flow Logs, on-premises firewalls</a:t>
            </a:r>
          </a:p>
          <a:p>
            <a:pPr/>
            <a:r>
              <a:rPr b="1"/>
              <a:t>Third-Party SIEM</a:t>
            </a:r>
            <a:r>
              <a:t>: Integration with existing Splunk, ArcSight, or other platforms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Analytics &amp; Detection Engine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KQL-Based Rules</a:t>
            </a:r>
            <a:r>
              <a:t>: 200+ built-in detection rules covering MITRE ATT&amp;CK framework</a:t>
            </a:r>
          </a:p>
          <a:p>
            <a:pPr/>
            <a:r>
              <a:rPr b="1"/>
              <a:t>Machine Learning Models</a:t>
            </a:r>
            <a:r>
              <a:t>: Anomaly detection identifying unusual user/network behavior</a:t>
            </a:r>
          </a:p>
          <a:p>
            <a:pPr/>
            <a:r>
              <a:rPr b="1"/>
              <a:t>Threat Intelligence</a:t>
            </a:r>
            <a:r>
              <a:t>: Integration with Microsoft Threat Intelligence, MISP, and custom feeds</a:t>
            </a:r>
          </a:p>
          <a:p>
            <a:pPr/>
            <a:r>
              <a:rPr b="1"/>
              <a:t>Advanced Analytics</a:t>
            </a:r>
            <a:r>
              <a:t>: User and entity behavior analytics (UEBA) for insider threat detection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Incident Management &amp; Investigation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Automated Incident Creation</a:t>
            </a:r>
            <a:r>
              <a:t>: Correlated alerts automatically grouped into incidents</a:t>
            </a:r>
          </a:p>
          <a:p>
            <a:pPr/>
            <a:r>
              <a:rPr b="1"/>
              <a:t>Investigation Workbooks</a:t>
            </a:r>
            <a:r>
              <a:t>: AI-powered timeline and relationship mapping</a:t>
            </a:r>
          </a:p>
          <a:p>
            <a:pPr/>
            <a:r>
              <a:rPr b="1"/>
              <a:t>Advanced Hunting</a:t>
            </a:r>
            <a:r>
              <a:t>: Comprehensive query tool for manual threat hunting across all data</a:t>
            </a:r>
          </a:p>
          <a:p>
            <a:pPr/>
            <a:r>
              <a:rPr b="1"/>
              <a:t>Forensics Capabilities</a:t>
            </a:r>
            <a:r>
              <a:t>: Long-term data retention for compliance and historical analysis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SOAR &amp; Automation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Logic Apps Playbooks</a:t>
            </a:r>
            <a:r>
              <a:t>: Pre-built and custom automated response workflows</a:t>
            </a:r>
          </a:p>
          <a:p>
            <a:pPr/>
            <a:r>
              <a:rPr b="1"/>
              <a:t>Incident Response Automation</a:t>
            </a:r>
            <a:r>
              <a:t>: Auto-remediation and isolation of compromised assets</a:t>
            </a:r>
          </a:p>
          <a:p>
            <a:pPr/>
            <a:r>
              <a:rPr b="1"/>
              <a:t>Integration Hub</a:t>
            </a:r>
            <a:r>
              <a:t>: Seamless integration with ticketing, communication, and other tools</a:t>
            </a:r>
          </a:p>
          <a:p>
            <a:pPr/>
            <a:r>
              <a:rPr b="1"/>
              <a:t>Microsoft Defender Integration</a:t>
            </a:r>
            <a:r>
              <a:t>: Automated coordinated response across security tools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Healthcare Provider - Ransomware Detection &amp; Response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85% faster threat detection</a:t>
            </a:r>
            <a:r>
              <a:t>: MTTD reduced from 4 hours to 45 minutes</a:t>
            </a:r>
          </a:p>
          <a:p>
            <a:pPr/>
            <a:r>
              <a:rPr b="1"/>
              <a:t>Prevented $2M+ ransomware incident</a:t>
            </a:r>
            <a:r>
              <a:t>: Automated playbook isolated infected systems within 5 minutes of detection</a:t>
            </a:r>
          </a:p>
          <a:p>
            <a:pPr/>
            <a:r>
              <a:rPr b="1"/>
              <a:t>100% compliance audit success</a:t>
            </a:r>
            <a:r>
              <a:t>: Complete audit trail and incident investigation records automated</a:t>
            </a:r>
          </a:p>
          <a:p>
            <a:pPr/>
            <a:r>
              <a:rPr b="1"/>
              <a:t>Testimonial</a:t>
            </a:r>
            <a:r>
              <a:t>: "Azure Sentinel transformed our security posture. We now detect threats before they spread, and the automated response capabilities give us confidence we're protected against ransomware." - Chief Information Security Officer, Premier Health System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Financial Services Firm - Insider Threat &amp; Compliance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Azure/Partner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$182,460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$565,380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$7,424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$46,272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$344,284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$323,284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$218,284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$218,284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$759,852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Investment Breakdown by Category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5949" b="5949"/>
          <a:stretch>
            <a:fillRect/>
          </a:stretch>
        </p:blipFill>
        <p:spPr/>
      </p:pic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