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Microsoft Sentinel SIEM Implementation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Alison Smith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Gain complete visibility into security events across your entire IT environment with centralized monitoring</a:t>
            </a:r>
          </a:p>
          <a:p>
            <a:pPr lvl="1"/>
            <a:r>
              <a:t>Detect threats faster using built-in AI and machine learning to identify suspicious patterns automatically</a:t>
            </a:r>
          </a:p>
          <a:p>
            <a:pPr lvl="1"/>
            <a:r>
              <a:t>Reduce security incident response time by 50-70% through automated playbooks and workflows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Achieve full security monitoring coverage within 3 months with all critical systems connected</a:t>
            </a:r>
          </a:p>
          <a:p>
            <a:pPr lvl="1"/>
            <a:r>
              <a:t>Reduce mean time to detect threats from days to minutes with automated alerting</a:t>
            </a:r>
          </a:p>
          <a:p>
            <a:pPr lvl="1"/>
            <a:r>
              <a:t>Enable security team to handle 3x more incidents without additional staff through automation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Sentinel SIEM Implementation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Connectors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10-15 connectors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24/7 monitoring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Analytics Rules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custom detection rules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Infrastructure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Log Analytics + Sentinel workspace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Log Sources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Azure AD Office365 Firewall Endpoints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RBAC MFA audit logging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SOAR Playbooks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 automated playbooks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Frameworks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SOC2 NIST CSF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 SOC analysts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Detection Response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MTTR &lt;1 hour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Roles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roles (analyst engineer admin)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Query Performance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KQL queries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Daily Log Ingestion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GB/day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environments (dev prod)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Retention Period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90 days hot 2 years archive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Regions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Single Azure region (East US)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Sentinel SIEM Implementation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Key Components</a:t>
            </a:r>
          </a:p>
          <a:p>
            <a:pPr lvl="1"/>
            <a:r>
              <a:rPr b="1"/>
              <a:t>Data Collection Layer:</a:t>
            </a:r>
            <a:r>
              <a:t> Log connectors from servers, applications, firewalls, and cloud services</a:t>
            </a:r>
          </a:p>
          <a:p>
            <a:pPr lvl="1"/>
            <a:r>
              <a:rPr b="1"/>
              <a:t>Analytics Engine:</a:t>
            </a:r>
            <a:r>
              <a:t> Sentinel workspace with KQL queries analyzing events in real-time</a:t>
            </a:r>
          </a:p>
          <a:p>
            <a:pPr lvl="1"/>
            <a:r>
              <a:rPr b="1"/>
              <a:t>Response Layer:</a:t>
            </a:r>
            <a:r>
              <a:t> Automated playbooks and incident management with investigation tools</a:t>
            </a:r>
          </a:p>
          <a:p>
            <a:pPr/>
            <a:r>
              <a:rPr b="1"/>
              <a:t>Technology Stack</a:t>
            </a:r>
          </a:p>
          <a:p>
            <a:pPr lvl="1"/>
            <a:r>
              <a:t>Platform: Microsoft Azure with Sentinel (SIEM/SOAR)</a:t>
            </a:r>
          </a:p>
          <a:p>
            <a:pPr lvl="1"/>
            <a:r>
              <a:t>Data &amp; Analytics: Log Analytics Workspace with KQL queries</a:t>
            </a:r>
          </a:p>
          <a:p>
            <a:pPr lvl="1"/>
            <a:r>
              <a:t>Integration: Microsoft Defender, Azure Monitor, third-party tools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Sentinel SIEM Implementation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&amp; Planning</a:t>
            </a:r>
            <a:r>
              <a:t> (Months 1-2)</a:t>
            </a:r>
          </a:p>
          <a:p>
            <a:pPr lvl="1"/>
            <a:r>
              <a:t>Log Analytics Workspace setup and Sentinel deployment</a:t>
            </a:r>
          </a:p>
          <a:p>
            <a:pPr lvl="1"/>
            <a:r>
              <a:t>Data connector configuration for critical systems (Azure AD, firewalls, endpoints)</a:t>
            </a:r>
          </a:p>
          <a:p>
            <a:pPr lvl="1"/>
            <a:r>
              <a:t>Initial detection rules and alert tuning</a:t>
            </a:r>
          </a:p>
          <a:p>
            <a:pPr/>
            <a:r>
              <a:rPr b="1"/>
              <a:t>Phase 2: Core Implementation</a:t>
            </a:r>
            <a:r>
              <a:t> (Months 3-4)</a:t>
            </a:r>
          </a:p>
          <a:p>
            <a:pPr lvl="1"/>
            <a:r>
              <a:t>Advanced threat detection rules using KQL queries</a:t>
            </a:r>
          </a:p>
          <a:p>
            <a:pPr lvl="1"/>
            <a:r>
              <a:t>Automated incident response playbooks for common scenarios</a:t>
            </a:r>
          </a:p>
          <a:p>
            <a:pPr lvl="1"/>
            <a:r>
              <a:t>Security dashboard and reporting configuration</a:t>
            </a:r>
          </a:p>
          <a:p>
            <a:pPr/>
            <a:r>
              <a:rPr b="1"/>
              <a:t>Phase 3: Deployment &amp; Optimization</a:t>
            </a:r>
            <a:r>
              <a:t> (Months 5-6)</a:t>
            </a:r>
          </a:p>
          <a:p>
            <a:pPr lvl="1"/>
            <a:r>
              <a:t>User acceptance testing and security team training</a:t>
            </a:r>
          </a:p>
          <a:p>
            <a:pPr lvl="1"/>
            <a:r>
              <a:t>Detection rule optimization based on false positive analysis</a:t>
            </a:r>
          </a:p>
          <a:p>
            <a:pPr lvl="1"/>
            <a:r>
              <a:t>Continuous monitoring and threat hunting procedures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Sentinel SIEM Implementation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&amp; Planning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Sentinel workspace live, Critical data sources connected, Initial detection rules active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Core Implementation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Advanced detection rules deployed, Automated playbooks operational, Security dashboards available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Deployment &amp; Optimization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5-6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Security team trained, Detection rules tuned, Threat hunting procedures documented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Sentinel SIEM Implementation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Regional Healthcare Network</a:t>
            </a:r>
          </a:p>
          <a:p>
            <a:pPr lvl="1"/>
            <a:r>
              <a:rPr b="1"/>
              <a:t>Client:</a:t>
            </a:r>
            <a:r>
              <a:t> Healthcare organization with 5,000+ employees across 12 facilities</a:t>
            </a:r>
          </a:p>
          <a:p>
            <a:pPr lvl="1"/>
            <a:r>
              <a:rPr b="1"/>
              <a:t>Challenge:</a:t>
            </a:r>
            <a:r>
              <a:t> Security team overwhelmed by 10,000+ daily alerts from disconnected tools, 48-hour average threat detection time, compliance gaps with HIPAA requirements</a:t>
            </a:r>
          </a:p>
          <a:p>
            <a:pPr lvl="1"/>
            <a:r>
              <a:rPr b="1"/>
              <a:t>Solution:</a:t>
            </a:r>
            <a:r>
              <a:t> Deployed Microsoft Sentinel with unified log collection, AI-powered threat detection, and automated incident response playbooks</a:t>
            </a:r>
          </a:p>
          <a:p>
            <a:pPr lvl="1"/>
            <a:r>
              <a:rPr b="1"/>
              <a:t>Results:</a:t>
            </a:r>
            <a:r>
              <a:t> 90% reduction in alert noise, threat detection time reduced from 48 hours to 15 minutes, full HIPAA compliance automated, security team productivity increased 3x</a:t>
            </a:r>
          </a:p>
          <a:p>
            <a:pPr lvl="1"/>
            <a:r>
              <a:rPr b="1"/>
              <a:t>Testimonial:</a:t>
            </a:r>
            <a:r>
              <a:t> "Microsoft Sentinel transformed our security operations. We went from drowning in alerts to proactively hunting threats. The automated playbooks freed our team to focus on advanced threats." — </a:t>
            </a:r>
            <a:r>
              <a:rPr b="1"/>
              <a:t>Sarah Martinez, CISO</a:t>
            </a:r>
            <a:r>
              <a:t>, Regional Healthcare Network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Sentinel SIEM Implementation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10+ years delivering enterprise security solutions</a:t>
            </a:r>
          </a:p>
          <a:p>
            <a:pPr lvl="1"/>
            <a:r>
              <a:t>150+ successful Microsoft Sentinel implementations</a:t>
            </a:r>
          </a:p>
          <a:p>
            <a:pPr lvl="1"/>
            <a:r>
              <a:t>Microsoft Solutions Partner for Security designation</a:t>
            </a:r>
          </a:p>
          <a:p>
            <a:pPr lvl="1"/>
            <a:r>
              <a:t>Certified security architects with Azure Security Engineer certifications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Proven methodology reduces implementation risk by 60%</a:t>
            </a:r>
          </a:p>
          <a:p>
            <a:pPr lvl="1"/>
            <a:r>
              <a:t>Pre-built detection rules and playbooks fast-track your deployment</a:t>
            </a:r>
          </a:p>
          <a:p>
            <a:pPr lvl="1"/>
            <a:r>
              <a:t>Comprehensive skills transfer for security team self-sufficiency</a:t>
            </a:r>
          </a:p>
          <a:p>
            <a:pPr lvl="1"/>
            <a:r>
              <a:t>Best practices from 150+ security implementations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Sentinel SIEM Implementation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$137,000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$137,000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$137,000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$191,140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($9,000)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$182,140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$191,140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$191,140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$564,420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$22,200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$19,428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($12,000)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$7,428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$19,428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$19,428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$46,284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$354,968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($21,000)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$333,968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$217,968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$217,968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$769,904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Sentinel SIEM Implementation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Security team approval and executive sign-off by [Target Date]</a:t>
            </a:r>
          </a:p>
          <a:p>
            <a:pPr/>
            <a:r>
              <a:rPr b="1"/>
              <a:t>Kickoff:</a:t>
            </a:r>
            <a:r>
              <a:t> Project start scheduled for [Start Date] with security and IT teams engaged</a:t>
            </a:r>
          </a:p>
          <a:p>
            <a:pPr/>
            <a:r>
              <a:rPr b="1"/>
              <a:t>Team Formation:</a:t>
            </a:r>
            <a:r>
              <a:t> Security operations lead, IT infrastructure SMEs, and compliance officer designated</a:t>
            </a:r>
          </a:p>
          <a:p>
            <a:pPr/>
            <a:r>
              <a:rPr b="1"/>
              <a:t>Week 1-2:</a:t>
            </a:r>
            <a:r>
              <a:t> Contract finalization, Azure environment access setup, and discovery workshops</a:t>
            </a:r>
          </a:p>
          <a:p>
            <a:pPr/>
            <a:r>
              <a:rPr b="1"/>
              <a:t>Week 3-4:</a:t>
            </a:r>
            <a:r>
              <a:t> Log Analytics Workspace deployment and first critical systems generating alerts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Sentinel SIEM Implementation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