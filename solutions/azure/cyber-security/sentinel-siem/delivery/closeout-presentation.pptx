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*Opening Statement:*</a:t>
            </a:r>
          </a:p>
          <a:p>
            <a:r>
              <a:t>Good [morning/afternoon]. Today we're celebrating the successful completion of the Azure Sentinel SIEM implementation. This project has transformed [Client Name]'s security operations with AI-powered threat detection, automated incident response, and unified visibility across the entire IT environment.</a:t>
            </a:r>
          </a:p>
          <a:p/>
          <a:p>
            <a:r>
              <a:t>*Key Talking Points - Expand on Each Bullet:*</a:t>
            </a:r>
          </a:p>
          <a:p/>
          <a:p>
            <a:r>
              <a:t>**Project Duration - 12 Weeks:**</a:t>
            </a:r>
          </a:p>
          <a:p>
            <a:r>
              <a:t>- We executed exactly as planned in the Statement of Work</a:t>
            </a:r>
          </a:p>
          <a:p>
            <a:r>
              <a:t>- Phase 1 (Foundation): Weeks 1-4 - Sentinel workspace deployed, data connectors configured</a:t>
            </a:r>
          </a:p>
          <a:p>
            <a:r>
              <a:t>- Phase 2 (Analytics &amp; Detection): Weeks 5-8 - 50+ analytics rules, threat intelligence integrated</a:t>
            </a:r>
          </a:p>
          <a:p>
            <a:r>
              <a:t>- Phase 3 (Automation &amp; Optimization): Weeks 9-12 - SOAR playbooks, alert tuning, SOC training</a:t>
            </a:r>
          </a:p>
          <a:p>
            <a:r>
              <a:t>- No schedule slippage despite complexity of multi-source data integration</a:t>
            </a:r>
          </a:p>
          <a:p/>
          <a:p>
            <a:r>
              <a:t>**Budget - $168,500 Year 1:**</a:t>
            </a:r>
          </a:p>
          <a:p>
            <a:r>
              <a:t>- Professional Services: $98,000 (380 hours as quoted)</a:t>
            </a:r>
          </a:p>
          <a:p>
            <a:r>
              <a:t>- Azure Cloud Services: $48,500/year (Sentinel + Log Analytics)</a:t>
            </a:r>
          </a:p>
          <a:p>
            <a:r>
              <a:t>- Software Licenses: $14,000 (Defender for Cloud, threat feeds)</a:t>
            </a:r>
          </a:p>
          <a:p>
            <a:r>
              <a:t>- Support &amp; Maintenance: $8,000</a:t>
            </a:r>
          </a:p>
          <a:p>
            <a:r>
              <a:t>- Actual spend: $168,420 - $80 under budget</a:t>
            </a:r>
          </a:p>
          <a:p/>
          <a:p>
            <a:r>
              <a:t>**Detection Rate - 99% Accuracy:**</a:t>
            </a:r>
          </a:p>
          <a:p>
            <a:r>
              <a:t>- Pre-implementation: 65% threat detection rate</a:t>
            </a:r>
          </a:p>
          <a:p>
            <a:r>
              <a:t>- Current: 99% with AI-powered analytics</a:t>
            </a:r>
          </a:p>
          <a:p>
            <a:r>
              <a:t>- False positive rate reduced by 85%</a:t>
            </a:r>
          </a:p>
          <a:p>
            <a:r>
              <a:t>- Validated against 1,000+ test scenarios</a:t>
            </a:r>
          </a:p>
          <a:p/>
          <a:p>
            <a:r>
              <a:t>**MTTR Reduction - 90%:**</a:t>
            </a:r>
          </a:p>
          <a:p>
            <a:r>
              <a:t>- Before: 4+ hours average incident response</a:t>
            </a:r>
          </a:p>
          <a:p>
            <a:r>
              <a:t>- After: 24 minutes average with automation</a:t>
            </a:r>
          </a:p>
          <a:p>
            <a:r>
              <a:t>- 80% of routine incidents auto-remediated</a:t>
            </a:r>
          </a:p>
          <a:p>
            <a:r>
              <a:t>- SOC team focuses on complex threats</a:t>
            </a:r>
          </a:p>
          <a:p/>
          <a:p>
            <a:r>
              <a:t>*Transition to Next Slide:*</a:t>
            </a:r>
          </a:p>
          <a:p>
            <a:r>
              <a:t>"Let me walk you through exactly what we built together..."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*Architecture Overview - Walk Through the Diagram:*</a:t>
            </a:r>
          </a:p>
          <a:p/>
          <a:p>
            <a:r>
              <a:t>"This diagram shows the production architecture we deployed. Let me walk through the security operations platform..."</a:t>
            </a:r>
          </a:p>
          <a:p/>
          <a:p>
            <a:r>
              <a:t>**Data Ingestion Layer:**</a:t>
            </a:r>
          </a:p>
          <a:p>
            <a:r>
              <a:t>- 15+ data connectors configured and ingesting</a:t>
            </a:r>
          </a:p>
          <a:p>
            <a:r>
              <a:t>- Office 365: Email, SharePoint, OneDrive, Teams security events</a:t>
            </a:r>
          </a:p>
          <a:p>
            <a:r>
              <a:t>- Azure AD: Sign-in logs, audit logs, risky sign-ins</a:t>
            </a:r>
          </a:p>
          <a:p>
            <a:r>
              <a:t>- Defender for Cloud: Security alerts, vulnerability data</a:t>
            </a:r>
          </a:p>
          <a:p>
            <a:r>
              <a:t>- Network: Azure Firewall, NSG flow logs</a:t>
            </a:r>
          </a:p>
          <a:p>
            <a:r>
              <a:t>- Endpoint: Defender for Endpoint telemetry</a:t>
            </a:r>
          </a:p>
          <a:p>
            <a:r>
              <a:t>- Third-party: Firewall, DNS, proxy logs via CEF/Syslog</a:t>
            </a:r>
          </a:p>
          <a:p>
            <a:r>
              <a:t>- Daily ingestion: 500GB+ processed</a:t>
            </a:r>
          </a:p>
          <a:p/>
          <a:p>
            <a:r>
              <a:t>**Analytics &amp; Detection Layer:**</a:t>
            </a:r>
          </a:p>
          <a:p>
            <a:r>
              <a:t>- 50+ KQL analytics rules active</a:t>
            </a:r>
          </a:p>
          <a:p>
            <a:r>
              <a:t>- Microsoft-provided rules: 30 high-fidelity detections</a:t>
            </a:r>
          </a:p>
          <a:p>
            <a:r>
              <a:t>- Custom rules: 20 organization-specific patterns</a:t>
            </a:r>
          </a:p>
          <a:p>
            <a:r>
              <a:t>- UEBA: User and entity behavioral analytics</a:t>
            </a:r>
          </a:p>
          <a:p>
            <a:r>
              <a:t>- Machine learning: Anomaly detection models</a:t>
            </a:r>
          </a:p>
          <a:p>
            <a:r>
              <a:t>- Threat intelligence: 10+ feed integrations</a:t>
            </a:r>
          </a:p>
          <a:p/>
          <a:p>
            <a:r>
              <a:t>**Automation Layer - SOAR Playbooks:**</a:t>
            </a:r>
          </a:p>
          <a:p>
            <a:r>
              <a:t>- 12 Logic App playbooks deployed</a:t>
            </a:r>
          </a:p>
          <a:p>
            <a:r>
              <a:t>- Auto-enrichment: IP, domain, file hash lookups</a:t>
            </a:r>
          </a:p>
          <a:p>
            <a:r>
              <a:t>- Auto-containment: Block malicious IPs, disable compromised accounts</a:t>
            </a:r>
          </a:p>
          <a:p>
            <a:r>
              <a:t>- Auto-ticketing: ServiceNow incident creation</a:t>
            </a:r>
          </a:p>
          <a:p>
            <a:r>
              <a:t>- Auto-notification: Email, Teams alerts to SOC</a:t>
            </a:r>
          </a:p>
          <a:p>
            <a:r>
              <a:t>- Average automation savings: 45 minutes per incident</a:t>
            </a:r>
          </a:p>
          <a:p/>
          <a:p>
            <a:r>
              <a:t>**Key Architecture Decisions:**</a:t>
            </a:r>
          </a:p>
          <a:p>
            <a:r>
              <a:t>1. Single workspace for unified visibility across all sources</a:t>
            </a:r>
          </a:p>
          <a:p>
            <a:r>
              <a:t>2. Serverless playbooks for cost-effective automation</a:t>
            </a:r>
          </a:p>
          <a:p>
            <a:r>
              <a:t>3. Tiered retention: 90 days hot, 24 months archive</a:t>
            </a:r>
          </a:p>
          <a:p>
            <a:r>
              <a:t>4. Private endpoint for Log Analytics data plane</a:t>
            </a:r>
          </a:p>
          <a:p/>
          <a:p>
            <a:r>
              <a:t>*Transition:*</a:t>
            </a:r>
          </a:p>
          <a:p>
            <a:r>
              <a:t>"Now let me show you the complete deliverables package we're handing over..."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*Deliverables Deep Dive:*</a:t>
            </a:r>
          </a:p>
          <a:p/>
          <a:p>
            <a:r>
              <a:t>**1. Security Architecture Document:**</a:t>
            </a:r>
          </a:p>
          <a:p>
            <a:r>
              <a:t>- 55 pages comprehensive technical documentation</a:t>
            </a:r>
          </a:p>
          <a:p>
            <a:r>
              <a:t>- Data source inventory and connector configurations</a:t>
            </a:r>
          </a:p>
          <a:p>
            <a:r>
              <a:t>- Analytics rule design and tuning rationale</a:t>
            </a:r>
          </a:p>
          <a:p>
            <a:r>
              <a:t>- Incident workflow and escalation procedures</a:t>
            </a:r>
          </a:p>
          <a:p>
            <a:r>
              <a:t>- Compliance mapping (SOC 2, HIPAA, PCI DSS)</a:t>
            </a:r>
          </a:p>
          <a:p/>
          <a:p>
            <a:r>
              <a:t>**2. Implementation Guide:**</a:t>
            </a:r>
          </a:p>
          <a:p>
            <a:r>
              <a:t>- Step-by-step deployment procedures</a:t>
            </a:r>
          </a:p>
          <a:p>
            <a:r>
              <a:t>- ARM templates for all Azure resources</a:t>
            </a:r>
          </a:p>
          <a:p>
            <a:r>
              <a:t>- Data connector configuration guides</a:t>
            </a:r>
          </a:p>
          <a:p>
            <a:r>
              <a:t>- Post-deployment validation procedures</a:t>
            </a:r>
          </a:p>
          <a:p>
            <a:r>
              <a:t>- Rollback procedures for each phase</a:t>
            </a:r>
          </a:p>
          <a:p/>
          <a:p>
            <a:r>
              <a:t>**3. Analytics Rule Catalog:**</a:t>
            </a:r>
          </a:p>
          <a:p>
            <a:r>
              <a:t>- Complete catalog of 50+ detection rules</a:t>
            </a:r>
          </a:p>
          <a:p>
            <a:r>
              <a:t>- KQL query for each rule</a:t>
            </a:r>
          </a:p>
          <a:p>
            <a:r>
              <a:t>- Attack technique mapping (MITRE ATT&amp;CK)</a:t>
            </a:r>
          </a:p>
          <a:p>
            <a:r>
              <a:t>- Tuning guidance and threshold recommendations</a:t>
            </a:r>
          </a:p>
          <a:p>
            <a:r>
              <a:t>- Custom rule development process</a:t>
            </a:r>
          </a:p>
          <a:p/>
          <a:p>
            <a:r>
              <a:t>**4. SOAR Playbook Library:**</a:t>
            </a:r>
          </a:p>
          <a:p>
            <a:r>
              <a:t>- 12 Logic App playbooks with documentation</a:t>
            </a:r>
          </a:p>
          <a:p>
            <a:r>
              <a:t>- Trigger conditions and execution logic</a:t>
            </a:r>
          </a:p>
          <a:p>
            <a:r>
              <a:t>- Integration credentials and permissions</a:t>
            </a:r>
          </a:p>
          <a:p>
            <a:r>
              <a:t>- Testing procedures for each playbook</a:t>
            </a:r>
          </a:p>
          <a:p>
            <a:r>
              <a:t>- Modification guidelines</a:t>
            </a:r>
          </a:p>
          <a:p/>
          <a:p>
            <a:r>
              <a:t>**5. Operations Runbook:**</a:t>
            </a:r>
          </a:p>
          <a:p>
            <a:r>
              <a:t>- Daily SOC operations checklist</a:t>
            </a:r>
          </a:p>
          <a:p>
            <a:r>
              <a:t>- Incident investigation procedures</a:t>
            </a:r>
          </a:p>
          <a:p>
            <a:r>
              <a:t>- Threat hunting queries and techniques</a:t>
            </a:r>
          </a:p>
          <a:p>
            <a:r>
              <a:t>- Alert triage and prioritization</a:t>
            </a:r>
          </a:p>
          <a:p>
            <a:r>
              <a:t>- Escalation procedures</a:t>
            </a:r>
          </a:p>
          <a:p/>
          <a:p>
            <a:r>
              <a:t>**6. Training Materials:**</a:t>
            </a:r>
          </a:p>
          <a:p>
            <a:r>
              <a:t>- SOC Analyst Guide (PDF, 35 pages)</a:t>
            </a:r>
          </a:p>
          <a:p>
            <a:r>
              <a:t>- Threat Hunting Guide (PDF, 25 pages)</a:t>
            </a:r>
          </a:p>
          <a:p>
            <a:r>
              <a:t>- Video tutorials (5 recordings, 2.5 hours)</a:t>
            </a:r>
          </a:p>
          <a:p>
            <a:r>
              <a:t>- KQL query reference guide</a:t>
            </a:r>
          </a:p>
          <a:p/>
          <a:p>
            <a:r>
              <a:t>*Transition:*</a:t>
            </a:r>
          </a:p>
          <a:p>
            <a:r>
              <a:t>"Let's look at how the solution is performing against our targets..."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*Quality &amp; Performance Deep Dive:*</a:t>
            </a:r>
          </a:p>
          <a:p/>
          <a:p>
            <a:r>
              <a:t>**Detection Metrics - Detailed Breakdown:**</a:t>
            </a:r>
          </a:p>
          <a:p/>
          <a:p>
            <a:r>
              <a:t>*Threat Detection: 99%*</a:t>
            </a:r>
          </a:p>
          <a:p>
            <a:r>
              <a:t>- Validated against 1,000+ test scenarios</a:t>
            </a:r>
          </a:p>
          <a:p>
            <a:r>
              <a:t>- Red team exercise: 99% of simulated attacks detected</a:t>
            </a:r>
          </a:p>
          <a:p>
            <a:r>
              <a:t>- Attack types: Malware, phishing, credential theft, data exfiltration</a:t>
            </a:r>
          </a:p>
          <a:p>
            <a:r>
              <a:t>- Zero missed detections for critical attack categories</a:t>
            </a:r>
          </a:p>
          <a:p/>
          <a:p>
            <a:r>
              <a:t>*False Positive Rate: 15%*</a:t>
            </a:r>
          </a:p>
          <a:p>
            <a:r>
              <a:t>- SOW target: &lt;50% false positives</a:t>
            </a:r>
          </a:p>
          <a:p>
            <a:r>
              <a:t>- Achieved: 15% through ML-powered tuning</a:t>
            </a:r>
          </a:p>
          <a:p>
            <a:r>
              <a:t>- Baseline (legacy SIEM): 65% false positives</a:t>
            </a:r>
          </a:p>
          <a:p>
            <a:r>
              <a:t>- Improvement: 77% reduction in noise</a:t>
            </a:r>
          </a:p>
          <a:p/>
          <a:p>
            <a:r>
              <a:t>*MITRE ATT&amp;CK Coverage: 85%*</a:t>
            </a:r>
          </a:p>
          <a:p>
            <a:r>
              <a:t>- 12/14 tactics covered with active detections</a:t>
            </a:r>
          </a:p>
          <a:p>
            <a:r>
              <a:t>- 150+ techniques mapped to analytics rules</a:t>
            </a:r>
          </a:p>
          <a:p>
            <a:r>
              <a:t>- Gaps documented with roadmap for enhancement</a:t>
            </a:r>
          </a:p>
          <a:p>
            <a:r>
              <a:t>- Priority areas: Cloud-specific techniques</a:t>
            </a:r>
          </a:p>
          <a:p/>
          <a:p>
            <a:r>
              <a:t>**Operational Metrics - Detailed Analysis:**</a:t>
            </a:r>
          </a:p>
          <a:p/>
          <a:p>
            <a:r>
              <a:t>*MTTD: 5 Minutes Average*</a:t>
            </a:r>
          </a:p>
          <a:p>
            <a:r>
              <a:t>- SOW target: &lt;15 minutes</a:t>
            </a:r>
          </a:p>
          <a:p>
            <a:r>
              <a:t>- Achieved: 5 minutes (67% better than target)</a:t>
            </a:r>
          </a:p>
          <a:p>
            <a:r>
              <a:t>- Real-time streaming analytics</a:t>
            </a:r>
          </a:p>
          <a:p>
            <a:r>
              <a:t>- Correlation across multiple data sources</a:t>
            </a:r>
          </a:p>
          <a:p/>
          <a:p>
            <a:r>
              <a:t>*MTTR: 24 Minutes Average*</a:t>
            </a:r>
          </a:p>
          <a:p>
            <a:r>
              <a:t>- SOW target: &lt;60 minutes</a:t>
            </a:r>
          </a:p>
          <a:p>
            <a:r>
              <a:t>- Achieved: 24 minutes (60% better than target)</a:t>
            </a:r>
          </a:p>
          <a:p>
            <a:r>
              <a:t>- Automated enrichment saves 15 minutes</a:t>
            </a:r>
          </a:p>
          <a:p>
            <a:r>
              <a:t>- Playbook execution saves 30 minutes</a:t>
            </a:r>
          </a:p>
          <a:p>
            <a:r>
              <a:t>- Reduced from 4 hours baseline</a:t>
            </a:r>
          </a:p>
          <a:p/>
          <a:p>
            <a:r>
              <a:t>*SOC Capacity: 3x Throughput*</a:t>
            </a:r>
          </a:p>
          <a:p>
            <a:r>
              <a:t>- Before: 50 incidents/day max capacity</a:t>
            </a:r>
          </a:p>
          <a:p>
            <a:r>
              <a:t>- After: 150 incidents/day with same team</a:t>
            </a:r>
          </a:p>
          <a:p>
            <a:r>
              <a:t>- Automation handles routine incidents</a:t>
            </a:r>
          </a:p>
          <a:p>
            <a:r>
              <a:t>- Analysts focus on complex investigations</a:t>
            </a:r>
          </a:p>
          <a:p/>
          <a:p>
            <a:r>
              <a:t>**Comparison to SOW Targets:**</a:t>
            </a:r>
          </a:p>
          <a:p>
            <a:r>
              <a:t>| Metric | SOW Target | Achieved | Status |</a:t>
            </a:r>
          </a:p>
          <a:p>
            <a:r>
              <a:t>|--------|------------|----------|--------|</a:t>
            </a:r>
          </a:p>
          <a:p>
            <a:r>
              <a:t>| Detection Rate | 95%+ | 99% | Exceeded |</a:t>
            </a:r>
          </a:p>
          <a:p>
            <a:r>
              <a:t>| False Positives | &lt;50% | 15% | Exceeded |</a:t>
            </a:r>
          </a:p>
          <a:p>
            <a:r>
              <a:t>| MTTD | &lt;15 min | 5 min | Exceeded |</a:t>
            </a:r>
          </a:p>
          <a:p>
            <a:r>
              <a:t>| MTTR | &lt;60 min | 24 min | Exceeded |</a:t>
            </a:r>
          </a:p>
          <a:p/>
          <a:p>
            <a:r>
              <a:t>*Transition:*</a:t>
            </a:r>
          </a:p>
          <a:p>
            <a:r>
              <a:t>"These security improvements translate directly into business value..."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*Benefits Analysis - Detailed ROI Discussion:*</a:t>
            </a:r>
          </a:p>
          <a:p/>
          <a:p>
            <a:r>
              <a:t>**MTTR Reduction - 90%:**</a:t>
            </a:r>
          </a:p>
          <a:p/>
          <a:p>
            <a:r>
              <a:t>*Before (Legacy SIEM):*</a:t>
            </a:r>
          </a:p>
          <a:p>
            <a:r>
              <a:t>- Average detection time: 45 minutes</a:t>
            </a:r>
          </a:p>
          <a:p>
            <a:r>
              <a:t>- Manual investigation: 2+ hours</a:t>
            </a:r>
          </a:p>
          <a:p>
            <a:r>
              <a:t>- Manual remediation: 1+ hours</a:t>
            </a:r>
          </a:p>
          <a:p>
            <a:r>
              <a:t>- Total response: 4+ hours average</a:t>
            </a:r>
          </a:p>
          <a:p/>
          <a:p>
            <a:r>
              <a:t>*After (Azure Sentinel):*</a:t>
            </a:r>
          </a:p>
          <a:p>
            <a:r>
              <a:t>- Real-time detection: 5 minutes</a:t>
            </a:r>
          </a:p>
          <a:p>
            <a:r>
              <a:t>- Automated enrichment: 5 minutes</a:t>
            </a:r>
          </a:p>
          <a:p>
            <a:r>
              <a:t>- Playbook execution: 10 minutes</a:t>
            </a:r>
          </a:p>
          <a:p>
            <a:r>
              <a:t>- Analyst verification: 4 minutes</a:t>
            </a:r>
          </a:p>
          <a:p>
            <a:r>
              <a:t>- Total response: 24 minutes average</a:t>
            </a:r>
          </a:p>
          <a:p/>
          <a:p>
            <a:r>
              <a:t>*Business Impact:*</a:t>
            </a:r>
          </a:p>
          <a:p>
            <a:r>
              <a:t>- Faster containment reduces breach impact</a:t>
            </a:r>
          </a:p>
          <a:p>
            <a:r>
              <a:t>- Reduced data exposure window</a:t>
            </a:r>
          </a:p>
          <a:p>
            <a:r>
              <a:t>- Lower remediation costs</a:t>
            </a:r>
          </a:p>
          <a:p/>
          <a:p>
            <a:r>
              <a:t>**Cost Savings - 40%:**</a:t>
            </a:r>
          </a:p>
          <a:p/>
          <a:p>
            <a:r>
              <a:t>*Cost Comparison:*</a:t>
            </a:r>
          </a:p>
          <a:p>
            <a:r>
              <a:t>| Category | Before (Annual) | After (Annual) | Savings |</a:t>
            </a:r>
          </a:p>
          <a:p>
            <a:r>
              <a:t>|----------|-----------------|----------------|---------|</a:t>
            </a:r>
          </a:p>
          <a:p>
            <a:r>
              <a:t>| SIEM Licensing | $95,000 | $48,500 | $46,500 |</a:t>
            </a:r>
          </a:p>
          <a:p>
            <a:r>
              <a:t>| SOC Labor | $240,000 | $180,000 | $60,000 |</a:t>
            </a:r>
          </a:p>
          <a:p>
            <a:r>
              <a:t>| Incident Response | $45,000 | $18,000 | $27,000 |</a:t>
            </a:r>
          </a:p>
          <a:p>
            <a:r>
              <a:t>| Compliance Audit | $30,000 | $12,000 | $18,000 |</a:t>
            </a:r>
          </a:p>
          <a:p>
            <a:r>
              <a:t>| **Total** | $410,000 | $258,500 | **$151,500** |</a:t>
            </a:r>
          </a:p>
          <a:p/>
          <a:p>
            <a:r>
              <a:t>*Note: After includes Azure Sentinel costs</a:t>
            </a:r>
          </a:p>
          <a:p/>
          <a:p>
            <a:r>
              <a:t>**ROI Summary:**</a:t>
            </a:r>
          </a:p>
          <a:p/>
          <a:p>
            <a:r>
              <a:t>| Metric | Value |</a:t>
            </a:r>
          </a:p>
          <a:p>
            <a:r>
              <a:t>|--------|-------|</a:t>
            </a:r>
          </a:p>
          <a:p>
            <a:r>
              <a:t>| Total Investment (Year 1) | $168,500 |</a:t>
            </a:r>
          </a:p>
          <a:p>
            <a:r>
              <a:t>| Year 1 Savings | $151,500 |</a:t>
            </a:r>
          </a:p>
          <a:p>
            <a:r>
              <a:t>| Year 1 Risk Reduction | $75,000 |</a:t>
            </a:r>
          </a:p>
          <a:p>
            <a:r>
              <a:t>| Total Year 1 Benefit | $226,500 |</a:t>
            </a:r>
          </a:p>
          <a:p>
            <a:r>
              <a:t>| Payback Period | 8.9 months |</a:t>
            </a:r>
          </a:p>
          <a:p>
            <a:r>
              <a:t>| 3-Year TCO | $313,500 |</a:t>
            </a:r>
          </a:p>
          <a:p>
            <a:r>
              <a:t>| 3-Year Benefit | $679,500 |</a:t>
            </a:r>
          </a:p>
          <a:p>
            <a:r>
              <a:t>| 3-Year ROI | 117% |</a:t>
            </a:r>
          </a:p>
          <a:p/>
          <a:p>
            <a:r>
              <a:t>*Transition:*</a:t>
            </a:r>
          </a:p>
          <a:p>
            <a:r>
              <a:t>"We learned valuable lessons during this implementation..."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*Lessons Learned - Comprehensive Review:*</a:t>
            </a:r>
          </a:p>
          <a:p/>
          <a:p>
            <a:r>
              <a:t>**What Worked Well - Details:**</a:t>
            </a:r>
          </a:p>
          <a:p/>
          <a:p>
            <a:r>
              <a:t>*1. Phased Data Connector Approach:*</a:t>
            </a:r>
          </a:p>
          <a:p>
            <a:r>
              <a:t>- Started with high-value sources (Azure AD, Office 365)</a:t>
            </a:r>
          </a:p>
          <a:p>
            <a:r>
              <a:t>- Added complexity incrementally</a:t>
            </a:r>
          </a:p>
          <a:p>
            <a:r>
              <a:t>- Validated each connector before adding more</a:t>
            </a:r>
          </a:p>
          <a:p>
            <a:r>
              <a:t>- Avoided data overload during tuning</a:t>
            </a:r>
          </a:p>
          <a:p/>
          <a:p>
            <a:r>
              <a:t>*2. Early SOC Team Involvement:*</a:t>
            </a:r>
          </a:p>
          <a:p>
            <a:r>
              <a:t>- SOC analysts participated from Week 2</a:t>
            </a:r>
          </a:p>
          <a:p>
            <a:r>
              <a:t>- Input on detection priorities</a:t>
            </a:r>
          </a:p>
          <a:p>
            <a:r>
              <a:t>- Familiarity before go-live</a:t>
            </a:r>
          </a:p>
          <a:p>
            <a:r>
              <a:t>- Reduced training time significantly</a:t>
            </a:r>
          </a:p>
          <a:p/>
          <a:p>
            <a:r>
              <a:t>*3. Iterative Rule Tuning:*</a:t>
            </a:r>
          </a:p>
          <a:p>
            <a:r>
              <a:t>- Initial deployment with Microsoft rules</a:t>
            </a:r>
          </a:p>
          <a:p>
            <a:r>
              <a:t>- 2-week tuning period before custom rules</a:t>
            </a:r>
          </a:p>
          <a:p>
            <a:r>
              <a:t>- Continuous refinement based on feedback</a:t>
            </a:r>
          </a:p>
          <a:p>
            <a:r>
              <a:t>- False positive reduction from 40% to 15%</a:t>
            </a:r>
          </a:p>
          <a:p/>
          <a:p>
            <a:r>
              <a:t>**Challenges Overcome - Details:**</a:t>
            </a:r>
          </a:p>
          <a:p/>
          <a:p>
            <a:r>
              <a:t>*1. Legacy Log Format Conversion:*</a:t>
            </a:r>
          </a:p>
          <a:p>
            <a:r>
              <a:t>- Challenge: On-premises logs in non-standard format</a:t>
            </a:r>
          </a:p>
          <a:p>
            <a:r>
              <a:t>- Impact: Initial parsing failures</a:t>
            </a:r>
          </a:p>
          <a:p>
            <a:r>
              <a:t>- Resolution: Custom CEF parser development</a:t>
            </a:r>
          </a:p>
          <a:p>
            <a:r>
              <a:t>- Prevention: Log format assessment in discovery</a:t>
            </a:r>
          </a:p>
          <a:p/>
          <a:p>
            <a:r>
              <a:t>*2. Alert Volume Management:*</a:t>
            </a:r>
          </a:p>
          <a:p>
            <a:r>
              <a:t>- Challenge: Initial 5,000+ alerts/day</a:t>
            </a:r>
          </a:p>
          <a:p>
            <a:r>
              <a:t>- Impact: SOC overwhelmed, alert fatigue</a:t>
            </a:r>
          </a:p>
          <a:p>
            <a:r>
              <a:t>- Resolution: Aggressive tuning, threshold adjustment</a:t>
            </a:r>
          </a:p>
          <a:p>
            <a:r>
              <a:t>- Result: 800 alerts/day, 95% actionable</a:t>
            </a:r>
          </a:p>
          <a:p/>
          <a:p>
            <a:r>
              <a:t>**Recommendations for Future Enhancement:**</a:t>
            </a:r>
          </a:p>
          <a:p/>
          <a:p>
            <a:r>
              <a:t>*1. Expand Data Source Coverage:*</a:t>
            </a:r>
          </a:p>
          <a:p>
            <a:r>
              <a:t>- Add cloud application logs (SaaS)</a:t>
            </a:r>
          </a:p>
          <a:p>
            <a:r>
              <a:t>- Integrate OT/IoT security data</a:t>
            </a:r>
          </a:p>
          <a:p>
            <a:r>
              <a:t>- Network traffic analytics</a:t>
            </a:r>
          </a:p>
          <a:p>
            <a:r>
              <a:t>- Estimated effort: 4-6 weeks</a:t>
            </a:r>
          </a:p>
          <a:p/>
          <a:p>
            <a:r>
              <a:t>*2. XDR Integration:*</a:t>
            </a:r>
          </a:p>
          <a:p>
            <a:r>
              <a:t>- Microsoft 365 Defender integration</a:t>
            </a:r>
          </a:p>
          <a:p>
            <a:r>
              <a:t>- Unified incident management</a:t>
            </a:r>
          </a:p>
          <a:p>
            <a:r>
              <a:t>- Automated cross-domain response</a:t>
            </a:r>
          </a:p>
          <a:p>
            <a:r>
              <a:t>- Estimated investment: $25,000</a:t>
            </a:r>
          </a:p>
          <a:p/>
          <a:p>
            <a:r>
              <a:t>*Transition:*</a:t>
            </a:r>
          </a:p>
          <a:p>
            <a:r>
              <a:t>"Let me walk you through how we're transitioning support to your team..."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*Support Transition - Complete Details:*</a:t>
            </a:r>
          </a:p>
          <a:p/>
          <a:p>
            <a:r>
              <a:t>**Hypercare Period Summary (30 Days):**</a:t>
            </a:r>
          </a:p>
          <a:p/>
          <a:p>
            <a:r>
              <a:t>*Daily Activities Completed:*</a:t>
            </a:r>
          </a:p>
          <a:p>
            <a:r>
              <a:t>- Morning alert review calls</a:t>
            </a:r>
          </a:p>
          <a:p>
            <a:r>
              <a:t>- Detection accuracy monitoring</a:t>
            </a:r>
          </a:p>
          <a:p>
            <a:r>
              <a:t>- Playbook execution review</a:t>
            </a:r>
          </a:p>
          <a:p>
            <a:r>
              <a:t>- False positive analysis</a:t>
            </a:r>
          </a:p>
          <a:p>
            <a:r>
              <a:t>- Rule tuning adjustments</a:t>
            </a:r>
          </a:p>
          <a:p/>
          <a:p>
            <a:r>
              <a:t>*Issues Resolved During Hypercare:*</a:t>
            </a:r>
          </a:p>
          <a:p/>
          <a:p>
            <a:r>
              <a:t>Issue #1 - Day 3:</a:t>
            </a:r>
          </a:p>
          <a:p>
            <a:r>
              <a:t>- Problem: High volume of Azure AD sign-in alerts</a:t>
            </a:r>
          </a:p>
          <a:p>
            <a:r>
              <a:t>- Root cause: Overly sensitive threshold</a:t>
            </a:r>
          </a:p>
          <a:p>
            <a:r>
              <a:t>- Resolution: Adjusted baseline for legitimate patterns</a:t>
            </a:r>
          </a:p>
          <a:p>
            <a:r>
              <a:t>- Result: 70% reduction in noise</a:t>
            </a:r>
          </a:p>
          <a:p/>
          <a:p>
            <a:r>
              <a:t>Issue #2 - Day 10:</a:t>
            </a:r>
          </a:p>
          <a:p>
            <a:r>
              <a:t>- Problem: Playbook timeout for enrichment</a:t>
            </a:r>
          </a:p>
          <a:p>
            <a:r>
              <a:t>- Root cause: Threat intel API latency</a:t>
            </a:r>
          </a:p>
          <a:p>
            <a:r>
              <a:t>- Resolution: Added caching and retry logic</a:t>
            </a:r>
          </a:p>
          <a:p>
            <a:r>
              <a:t>- Result: 99.5% playbook success rate</a:t>
            </a:r>
          </a:p>
          <a:p/>
          <a:p>
            <a:r>
              <a:t>*Knowledge Transfer Sessions:*</a:t>
            </a:r>
          </a:p>
          <a:p/>
          <a:p>
            <a:r>
              <a:t>| Session | Date | Attendees | Duration |</a:t>
            </a:r>
          </a:p>
          <a:p>
            <a:r>
              <a:t>|---------|------|-----------|----------|</a:t>
            </a:r>
          </a:p>
          <a:p>
            <a:r>
              <a:t>| SOC Operations | Week 10 | 6 analysts | 4 hours |</a:t>
            </a:r>
          </a:p>
          <a:p>
            <a:r>
              <a:t>| Threat Hunting | Week 11 | 4 senior | 3 hours |</a:t>
            </a:r>
          </a:p>
          <a:p>
            <a:r>
              <a:t>| Admin Deep Dive | Week 11 | 2 admins | 2 hours |</a:t>
            </a:r>
          </a:p>
          <a:p>
            <a:r>
              <a:t>| Incident Response | Week 12 | 8 staff | 2 hours |</a:t>
            </a:r>
          </a:p>
          <a:p/>
          <a:p>
            <a:r>
              <a:t>*Transition:*</a:t>
            </a:r>
          </a:p>
          <a:p>
            <a:r>
              <a:t>"Let me acknowledge the team and outline next steps..."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*Acknowledgments:*</a:t>
            </a:r>
          </a:p>
          <a:p/>
          <a:p>
            <a:r>
              <a:t>**Client Team Recognition:**</a:t>
            </a:r>
          </a:p>
          <a:p>
            <a:r>
              <a:t>- CISO [Name]: Executive sponsorship and strategic direction</a:t>
            </a:r>
          </a:p>
          <a:p>
            <a:r>
              <a:t>- SOC Manager [Name]: Daily coordination and team leadership</a:t>
            </a:r>
          </a:p>
          <a:p>
            <a:r>
              <a:t>- Senior Analysts: Detection rule validation and tuning feedback</a:t>
            </a:r>
          </a:p>
          <a:p>
            <a:r>
              <a:t>- Compliance Team: Regulatory mapping and audit requirements</a:t>
            </a:r>
          </a:p>
          <a:p/>
          <a:p>
            <a:r>
              <a:t>**Vendor Team Recognition:**</a:t>
            </a:r>
          </a:p>
          <a:p>
            <a:r>
              <a:t>- Project Manager: On-time, on-budget delivery</a:t>
            </a:r>
          </a:p>
          <a:p>
            <a:r>
              <a:t>- Security Architect: Detection strategy and rule design</a:t>
            </a:r>
          </a:p>
          <a:p>
            <a:r>
              <a:t>- SIEM Engineer: Data connector and integration work</a:t>
            </a:r>
          </a:p>
          <a:p>
            <a:r>
              <a:t>- Automation Specialist: SOAR playbook development</a:t>
            </a:r>
          </a:p>
          <a:p/>
          <a:p>
            <a:r>
              <a:t>**Immediate Next Steps:**</a:t>
            </a:r>
          </a:p>
          <a:p>
            <a:r>
              <a:t>| Task | Owner | Due Date |</a:t>
            </a:r>
          </a:p>
          <a:p>
            <a:r>
              <a:t>|------|-------|----------|</a:t>
            </a:r>
          </a:p>
          <a:p>
            <a:r>
              <a:t>| Final documentation | PM | [Date] |</a:t>
            </a:r>
          </a:p>
          <a:p>
            <a:r>
              <a:t>| Archive project site | PM | [Date] |</a:t>
            </a:r>
          </a:p>
          <a:p>
            <a:r>
              <a:t>| First monthly review | SOC Manager | [Date+30] |</a:t>
            </a:r>
          </a:p>
          <a:p/>
          <a:p>
            <a:r>
              <a:t>*Transition:*</a:t>
            </a:r>
          </a:p>
          <a:p>
            <a:r>
              <a:t>"Thank you for your partnership. Questions?"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*Closing:*</a:t>
            </a:r>
          </a:p>
          <a:p>
            <a:r>
              <a:t>"Thank you for your partnership throughout this project. We've successfully transformed [Client Name]'s security operations with Azure Sentinel. The platform is detecting threats in real-time, the SOC team is trained and operational, and you're seeing measurable security improvements.</a:t>
            </a:r>
          </a:p>
          <a:p/>
          <a:p>
            <a:r>
              <a:t>Questions?"</a:t>
            </a:r>
          </a:p>
          <a:p/>
          <a:p>
            <a:r>
              <a:t>**Anticipated Questions:**</a:t>
            </a:r>
          </a:p>
          <a:p/>
          <a:p>
            <a:r>
              <a:t>*Q: How do we add new data sources?*</a:t>
            </a:r>
          </a:p>
          <a:p>
            <a:r>
              <a:t>A: Data connector configuration is documented in the implementation guide. Most Azure sources are point-and-click. For third-party sources, we have templates for CEF/Syslog ingestion.</a:t>
            </a:r>
          </a:p>
          <a:p/>
          <a:p>
            <a:r>
              <a:t>*Q: What if detection rules need adjustment?*</a:t>
            </a:r>
          </a:p>
          <a:p>
            <a:r>
              <a:t>A: Monthly tuning review process is established. SOC team can adjust thresholds via Azure Portal. For complex changes, reference the analytics rule catalog.</a:t>
            </a:r>
          </a:p>
          <a:p/>
          <a:p>
            <a:r>
              <a:t>*Q: What are the ongoing Azure costs?*</a:t>
            </a:r>
          </a:p>
          <a:p>
            <a:r>
              <a:t>A: Current run rate ~$4,000/month based on 500GB/day ingestion. Costs scale with data volume. Cost dashboard provides visibility.</a:t>
            </a:r>
          </a:p>
          <a:p/>
          <a:p>
            <a:r>
              <a:t>**Follow-Up Commitments:**</a:t>
            </a:r>
          </a:p>
          <a:p>
            <a:r>
              <a:t>- [ ] Send final presentation to all attendees</a:t>
            </a:r>
          </a:p>
          <a:p>
            <a:r>
              <a:t>- [ ] Distribute SOC quick reference guide</a:t>
            </a:r>
          </a:p>
          <a:p>
            <a:r>
              <a:t>- [ ] Schedule 30-day tuning review</a:t>
            </a:r>
          </a:p>
          <a:p>
            <a:r>
              <a:t>- [ ] Provide XDR integration assessment</a:t>
            </a:r>
          </a:p>
          <a:p/>
          <a:p>
            <a:r>
              <a:t>"Thank you for your trust. We look forward to supporting your security journey."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Project Closeout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Azure Sentinel SIEM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Project Manager | December 03,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Executive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Duration:</a:t>
            </a:r>
            <a:r>
              <a:t> 12 weeks, on schedule</a:t>
            </a:r>
          </a:p>
          <a:p>
            <a:pPr/>
            <a:r>
              <a:rPr b="1"/>
              <a:t>Budget:</a:t>
            </a:r>
            <a:r>
              <a:t> $168,500 Year 1 delivered on budget</a:t>
            </a:r>
          </a:p>
          <a:p>
            <a:pPr/>
            <a:r>
              <a:rPr b="1"/>
              <a:t>Go-Live Date:</a:t>
            </a:r>
            <a:r>
              <a:t> Week 12 as planned</a:t>
            </a:r>
          </a:p>
          <a:p>
            <a:pPr/>
            <a:r>
              <a:rPr b="1"/>
              <a:t>Quality:</a:t>
            </a:r>
            <a:r>
              <a:t> Zero critical security gaps at launch</a:t>
            </a:r>
          </a:p>
          <a:p>
            <a:pPr/>
            <a:r>
              <a:rPr b="1"/>
              <a:t>Detection Rate:</a:t>
            </a:r>
            <a:r>
              <a:t> 99% threat detection accuracy</a:t>
            </a:r>
          </a:p>
          <a:p>
            <a:pPr/>
            <a:r>
              <a:rPr b="1"/>
              <a:t>MTTR Reduction:</a:t>
            </a:r>
            <a:r>
              <a:t> 90% (4 hours to 24 minutes)</a:t>
            </a:r>
          </a:p>
          <a:p>
            <a:pPr/>
            <a:r>
              <a:rPr b="1"/>
              <a:t>ROI Status:</a:t>
            </a:r>
            <a:r>
              <a:t> On track for 12-month payback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Sentinel SIEM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Architecture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SIEM Platform</a:t>
            </a:r>
          </a:p>
          <a:p>
            <a:pPr lvl="1"/>
            <a:r>
              <a:t>Azure Sentinel workspace deployed</a:t>
            </a:r>
          </a:p>
          <a:p>
            <a:pPr lvl="1"/>
            <a:r>
              <a:t>Log Analytics with 24-month retention</a:t>
            </a:r>
          </a:p>
          <a:p>
            <a:pPr lvl="1"/>
            <a:r>
              <a:t>15+ data connectors active</a:t>
            </a:r>
          </a:p>
          <a:p>
            <a:pPr/>
            <a:r>
              <a:rPr b="1"/>
              <a:t>Analytics Engine</a:t>
            </a:r>
          </a:p>
          <a:p>
            <a:pPr lvl="1"/>
            <a:r>
              <a:t>50+ KQL detection rules</a:t>
            </a:r>
          </a:p>
          <a:p>
            <a:pPr lvl="1"/>
            <a:r>
              <a:t>UEBA behavioral analytics</a:t>
            </a:r>
          </a:p>
          <a:p>
            <a:pPr lvl="1"/>
            <a:r>
              <a:t>Threat intelligence feeds</a:t>
            </a:r>
          </a:p>
          <a:p>
            <a:pPr/>
            <a:r>
              <a:rPr b="1"/>
              <a:t>Automation Layer</a:t>
            </a:r>
          </a:p>
          <a:p>
            <a:pPr lvl="1"/>
            <a:r>
              <a:t>12 SOAR playbooks deployed</a:t>
            </a:r>
          </a:p>
          <a:p>
            <a:pPr lvl="1"/>
            <a:r>
              <a:t>Auto-remediation workflows</a:t>
            </a:r>
          </a:p>
          <a:p>
            <a:pPr lvl="1"/>
            <a:r>
              <a:t>Ticketing integration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Sentinel SIEM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Deliverables Inventory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79"/>
                <a:gridCol w="3919919"/>
                <a:gridCol w="2177733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Security Architecture Document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Sentinel design, data connectors, analytics rules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`/delivery/detailed-design.docx`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Implementation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Step-by-step deployment with ARM templates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`/delivery/implementation-guide.docx`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Project Plan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Timeline, milestones, RACI, communications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`/delivery/project-plan.xlsx`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Test Plan &amp; Results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Detection validation, playbook testing, UAT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`/delivery/test-plan.xlsx`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ARM/Bicep Templates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Infrastructure as Code for all components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`/delivery/scripts/bicep/`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Operations Runbook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SOC procedures, threat hunting guides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`/delivery/docs/operations-runbook.md`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Training Materials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SOC analyst guides, hunting tutorials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`/delivery/training/`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Analytics Rule Catalog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All 50+ KQL rules with documentation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`/delivery/docs/analytics-rules.md`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Sentinel SIEM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Quality &amp; Performance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Detection Metrics</a:t>
            </a:r>
          </a:p>
          <a:p>
            <a:pPr lvl="1"/>
            <a:r>
              <a:t>Threat Detection: 99% (target: 95%)</a:t>
            </a:r>
          </a:p>
          <a:p>
            <a:pPr lvl="1"/>
            <a:r>
              <a:t>False Positive Rate: 15% (target: &lt;50%)</a:t>
            </a:r>
          </a:p>
          <a:p>
            <a:pPr lvl="1"/>
            <a:r>
              <a:t>Coverage: 100% of critical assets</a:t>
            </a:r>
          </a:p>
          <a:p>
            <a:pPr lvl="1"/>
            <a:r>
              <a:t>Alert Fidelity: 4.8/5.0 analyst rating</a:t>
            </a:r>
          </a:p>
          <a:p>
            <a:pPr lvl="1"/>
            <a:r>
              <a:t>MITRE ATT&amp;CK: 85% technique coverage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Operational Metrics</a:t>
            </a:r>
          </a:p>
          <a:p>
            <a:pPr lvl="1"/>
            <a:r>
              <a:t>MTTD: 5 minutes (target: &lt;15 min)</a:t>
            </a:r>
          </a:p>
          <a:p>
            <a:pPr lvl="1"/>
            <a:r>
              <a:t>MTTR: 24 minutes (target: &lt;60 min)</a:t>
            </a:r>
          </a:p>
          <a:p>
            <a:pPr lvl="1"/>
            <a:r>
              <a:t>Auto-Remediation: 80% of incidents</a:t>
            </a:r>
          </a:p>
          <a:p>
            <a:pPr lvl="1"/>
            <a:r>
              <a:t>SOC Capacity: 3x throughput</a:t>
            </a:r>
          </a:p>
          <a:p>
            <a:pPr lvl="1"/>
            <a:r>
              <a:t>Uptime: 99.9% availability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Sentinel SIEM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Benefits Realized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79"/>
                <a:gridCol w="1742186"/>
                <a:gridCol w="1742186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Benefit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SOW Target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Business 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MTTR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90% faster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90% achieved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 hours to 24 minutes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Detection Accuracy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95%+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Near-zero missed threats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False Positives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50%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85%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SOC efficiency doubled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Cost Savings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35%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40%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$75K annual savings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Compliance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Audit-ready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Achieved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Automated reporting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Incident Prevention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Measurable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$2.3M risk avoided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Proactive threat blocking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Sentinel SIEM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Lessons Learned &amp; Recommendations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Worked Well</a:t>
            </a:r>
          </a:p>
          <a:p>
            <a:pPr lvl="1"/>
            <a:r>
              <a:t>Phased data connector approach</a:t>
            </a:r>
          </a:p>
          <a:p>
            <a:pPr lvl="1"/>
            <a:r>
              <a:t>Early SOC team involvement</a:t>
            </a:r>
          </a:p>
          <a:p>
            <a:pPr lvl="1"/>
            <a:r>
              <a:t>KQL training before go-live</a:t>
            </a:r>
          </a:p>
          <a:p>
            <a:pPr lvl="1"/>
            <a:r>
              <a:t>Iterative rule tuning process</a:t>
            </a:r>
          </a:p>
          <a:p>
            <a:pPr lvl="1"/>
            <a:r>
              <a:t>Playbook testing framework</a:t>
            </a:r>
          </a:p>
          <a:p>
            <a:pPr/>
            <a:r>
              <a:rPr b="1"/>
              <a:t>Challenges Overcome</a:t>
            </a:r>
          </a:p>
          <a:p>
            <a:pPr lvl="1"/>
            <a:r>
              <a:t>Legacy log format conversion</a:t>
            </a:r>
          </a:p>
          <a:p>
            <a:pPr lvl="1"/>
            <a:r>
              <a:t>Alert volume management</a:t>
            </a:r>
          </a:p>
          <a:p>
            <a:pPr lvl="1"/>
            <a:r>
              <a:t>Integration timing alignment</a:t>
            </a:r>
          </a:p>
          <a:p>
            <a:pPr lvl="1"/>
            <a:r>
              <a:t>User adoption concerns</a:t>
            </a:r>
          </a:p>
          <a:p>
            <a:pPr lvl="1"/>
            <a:r>
              <a:t>Custom connector development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Recommendations</a:t>
            </a:r>
          </a:p>
          <a:p>
            <a:pPr lvl="1"/>
            <a:r>
              <a:t>Expand data source coverage</a:t>
            </a:r>
          </a:p>
          <a:p>
            <a:pPr lvl="1"/>
            <a:r>
              <a:t>Implement XDR integration</a:t>
            </a:r>
          </a:p>
          <a:p>
            <a:pPr lvl="1"/>
            <a:r>
              <a:t>Add advanced hunting workbooks</a:t>
            </a:r>
          </a:p>
          <a:p>
            <a:pPr lvl="1"/>
            <a:r>
              <a:t>Monthly rule tuning reviews</a:t>
            </a:r>
          </a:p>
          <a:p>
            <a:pPr lvl="1"/>
            <a:r>
              <a:t>Quarterly red team exercises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Sentinel SIEM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Support Transition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Hypercare Complete (30 days)</a:t>
            </a:r>
          </a:p>
          <a:p>
            <a:pPr lvl="1"/>
            <a:r>
              <a:t>Daily alert review completed</a:t>
            </a:r>
          </a:p>
          <a:p>
            <a:pPr lvl="1"/>
            <a:r>
              <a:t>Rule tuning refinements done</a:t>
            </a:r>
          </a:p>
          <a:p>
            <a:pPr lvl="1"/>
            <a:r>
              <a:t>Playbook optimizations made</a:t>
            </a:r>
          </a:p>
          <a:p>
            <a:pPr lvl="1"/>
            <a:r>
              <a:t>SOC team fully operational</a:t>
            </a:r>
          </a:p>
          <a:p>
            <a:pPr lvl="1"/>
            <a:r>
              <a:t>Runbook procedures validated</a:t>
            </a:r>
          </a:p>
          <a:p>
            <a:pPr/>
            <a:r>
              <a:rPr b="1"/>
              <a:t>Steady State Operations</a:t>
            </a:r>
          </a:p>
          <a:p>
            <a:pPr lvl="1"/>
            <a:r>
              <a:t>24/7 Sentinel monitoring active</a:t>
            </a:r>
          </a:p>
          <a:p>
            <a:pPr lvl="1"/>
            <a:r>
              <a:t>Weekly rule tuning reviews</a:t>
            </a:r>
          </a:p>
          <a:p>
            <a:pPr lvl="1"/>
            <a:r>
              <a:t>Monthly threat intel updates</a:t>
            </a:r>
          </a:p>
          <a:p>
            <a:pPr lvl="1"/>
            <a:r>
              <a:t>Quarterly hunting exercises</a:t>
            </a:r>
          </a:p>
          <a:p>
            <a:pPr lvl="1"/>
            <a:r>
              <a:t>Annual architecture review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Escalation Path</a:t>
            </a:r>
          </a:p>
          <a:p>
            <a:pPr lvl="1"/>
            <a:r>
              <a:t>L1: SOC Analyst Team</a:t>
            </a:r>
          </a:p>
          <a:p>
            <a:pPr lvl="1"/>
            <a:r>
              <a:t>L2: Senior Security Analyst</a:t>
            </a:r>
          </a:p>
          <a:p>
            <a:pPr lvl="1"/>
            <a:r>
              <a:t>L3: Microsoft Support (ProDirect)</a:t>
            </a:r>
          </a:p>
          <a:p>
            <a:pPr lvl="1"/>
            <a:r>
              <a:t>Security: CISO escalation</a:t>
            </a:r>
          </a:p>
          <a:p>
            <a:pPr lvl="1"/>
            <a:r>
              <a:t>Executive: Security Program Manager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Sentinel SIEM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Acknowledgments &amp;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Team:</a:t>
            </a:r>
            <a:r>
              <a:t> CISO, SOC manager, security analysts, IT operations, compliance team</a:t>
            </a:r>
          </a:p>
          <a:p>
            <a:pPr/>
            <a:r>
              <a:rPr b="1"/>
              <a:t>Vendor Team:</a:t>
            </a:r>
            <a:r>
              <a:t> Project manager, security architect, SIEM engineer, automation specialist</a:t>
            </a:r>
          </a:p>
          <a:p>
            <a:pPr/>
            <a:r>
              <a:rPr b="1"/>
              <a:t>Special Recognition:</a:t>
            </a:r>
            <a:r>
              <a:t> SOC team for exceptional engagement during tuning phase</a:t>
            </a:r>
          </a:p>
          <a:p>
            <a:pPr/>
            <a:r>
              <a:rPr b="1"/>
              <a:t>This Week:</a:t>
            </a:r>
            <a:r>
              <a:t> Final documentation handover, archive project artifacts</a:t>
            </a:r>
          </a:p>
          <a:p>
            <a:pPr/>
            <a:r>
              <a:rPr b="1"/>
              <a:t>Next 30 Days:</a:t>
            </a:r>
            <a:r>
              <a:t> Monthly tuning review, threat hunting workshop</a:t>
            </a:r>
          </a:p>
          <a:p>
            <a:pPr/>
            <a:r>
              <a:rPr b="1"/>
              <a:t>Next Quarter:</a:t>
            </a:r>
            <a:r>
              <a:t> XDR integration planning, advanced hunting workbooks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Sentinel SIEM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