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Azure Virtual WAN Global Network Solution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WAN Global Network Architecture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Network Solutions Team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Consolidate multiple WAN technologies (MPLS, VPN, ExpressRoute) into a unified cloud-based network hub</a:t>
            </a:r>
          </a:p>
          <a:p>
            <a:pPr lvl="1"/>
            <a:r>
              <a:t>Reduce operational complexity by 60% through centralized management and automated connectivity</a:t>
            </a:r>
          </a:p>
          <a:p>
            <a:pPr lvl="1"/>
            <a:r>
              <a:t>Optimize bandwidth costs by 40-50% while improving branch office security and performance</a:t>
            </a:r>
          </a:p>
          <a:p>
            <a:pPr lvl="1"/>
            <a:r>
              <a:t>Enable rapid scale to new branch offices in days instead of weeks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Achieve unified connectivity across all 10+ branch offices within 6 months</a:t>
            </a:r>
          </a:p>
          <a:p>
            <a:pPr lvl="1"/>
            <a:r>
              <a:t>Reduce WAN-related incident resolution time by 70% through centralized visibility</a:t>
            </a:r>
          </a:p>
          <a:p>
            <a:pPr lvl="1"/>
            <a:r>
              <a:t>Maintain 99.9% network uptime with automatic failover across regions</a:t>
            </a:r>
          </a:p>
          <a:p>
            <a:pPr lvl="1"/>
            <a:r>
              <a:t>Enable secure, high-performance access to Azure services and SaaS applications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Core Components</a:t>
            </a:r>
          </a:p>
          <a:p>
            <a:pPr lvl="1"/>
            <a:r>
              <a:rPr b="1"/>
              <a:t>Virtual WAN Hubs:</a:t>
            </a:r>
            <a:r>
              <a:t> Two regional hubs (US, Europe) providing centralized routing and connectivity</a:t>
            </a:r>
          </a:p>
          <a:p>
            <a:pPr lvl="1"/>
            <a:r>
              <a:rPr b="1"/>
              <a:t>Branch Connectivity:</a:t>
            </a:r>
            <a:r>
              <a:t> VPN gateways and ExpressRoute circuits connecting 10 branch offices</a:t>
            </a:r>
          </a:p>
          <a:p>
            <a:pPr lvl="1"/>
            <a:r>
              <a:rPr b="1"/>
              <a:t>Security Layer:</a:t>
            </a:r>
            <a:r>
              <a:t> Azure Firewall Premium for centralized threat protection and policy enforcement</a:t>
            </a:r>
          </a:p>
          <a:p>
            <a:pPr lvl="1"/>
            <a:r>
              <a:rPr b="1"/>
              <a:t>Monitoring &amp; Analytics:</a:t>
            </a:r>
            <a:r>
              <a:t> Unified visibility across all branch connections and traffic flows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Azure Virtual WAN Standard for hub management and routing</a:t>
            </a:r>
          </a:p>
          <a:p>
            <a:pPr lvl="1"/>
            <a:r>
              <a:t>Site-to-Site VPN for branch office connectivity</a:t>
            </a:r>
          </a:p>
          <a:p>
            <a:pPr lvl="1"/>
            <a:r>
              <a:t>ExpressRoute circuits for mission-critical traffic with SLA guarantees</a:t>
            </a:r>
          </a:p>
          <a:p>
            <a:pPr lvl="1"/>
            <a:r>
              <a:t>Azure Firewall Premium for advanced DDoS and threat detection</a:t>
            </a:r>
          </a:p>
          <a:p>
            <a:pPr lvl="1"/>
            <a:r>
              <a:t>Azure Monitor and Log Analytics for centralized network observability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</a:t>
            </a:r>
            <a:r>
              <a:t> *(Months 1-2)*</a:t>
            </a:r>
          </a:p>
          <a:p>
            <a:pPr lvl="1"/>
            <a:r>
              <a:t>Audit current network topology and branch connectivity methods</a:t>
            </a:r>
          </a:p>
          <a:p>
            <a:pPr lvl="1"/>
            <a:r>
              <a:t>Design hub locations and branch connectivity strategy</a:t>
            </a:r>
          </a:p>
          <a:p>
            <a:pPr lvl="1"/>
            <a:r>
              <a:t>Plan security policies and network segmentation</a:t>
            </a:r>
          </a:p>
          <a:p>
            <a:pPr lvl="1"/>
            <a:r>
              <a:t>Validate ExpressRoute peering locations and bandwidth requirements</a:t>
            </a:r>
          </a:p>
          <a:p>
            <a:pPr/>
            <a:r>
              <a:rPr b="1"/>
              <a:t>Phase 2: Hub Deployment &amp; Branch Migration</a:t>
            </a:r>
            <a:r>
              <a:t> *(Months 3-4)*</a:t>
            </a:r>
          </a:p>
          <a:p>
            <a:pPr lvl="1"/>
            <a:r>
              <a:t>Provision Virtual WAN hubs in primary and secondary regions</a:t>
            </a:r>
          </a:p>
          <a:p>
            <a:pPr lvl="1"/>
            <a:r>
              <a:t>Deploy VPN gateways and configure site-to-site connectivity</a:t>
            </a:r>
          </a:p>
          <a:p>
            <a:pPr lvl="1"/>
            <a:r>
              <a:t>Establish ExpressRoute circuits and configure routing</a:t>
            </a:r>
          </a:p>
          <a:p>
            <a:pPr lvl="1"/>
            <a:r>
              <a:t>Migrate branch offices in waves with minimal disruption</a:t>
            </a:r>
          </a:p>
          <a:p>
            <a:pPr/>
            <a:r>
              <a:rPr b="1"/>
              <a:t>Phase 3: Security, Optimization &amp; Handoff</a:t>
            </a:r>
            <a:r>
              <a:t> *(Months 5-6)*</a:t>
            </a:r>
          </a:p>
          <a:p>
            <a:pPr lvl="1"/>
            <a:r>
              <a:t>Deploy Azure Firewall with centralized policies</a:t>
            </a:r>
          </a:p>
          <a:p>
            <a:pPr lvl="1"/>
            <a:r>
              <a:t>Enable advanced threat protection and DDoS mitigation</a:t>
            </a:r>
          </a:p>
          <a:p>
            <a:pPr lvl="1"/>
            <a:r>
              <a:t>Optimize routing and traffic flow across hubs</a:t>
            </a:r>
          </a:p>
          <a:p>
            <a:pPr lvl="1"/>
            <a:r>
              <a:t>Complete training and operational handoff to network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Virtual WAN Architecture Details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644"/>
                <a:gridCol w="2903644"/>
                <a:gridCol w="290364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Regional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hubs (US East, Europe West)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availability with geo-failover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Branch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VPN (10 offices) + ExpressRoute (2 circuits)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Hybrid approach for flexibility and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Layer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Firewall Premium on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Centralized threat protection for all traffic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Bandwidth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Per-branch 100Mbps typical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Scalable from 10Mbps to 1Gbps+ per branch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Azure-managed intelligent 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Automatic failover and optimal path selection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Unified Azure Monitor dashboard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Real-time visibility into all connections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644"/>
                <a:gridCol w="2903644"/>
                <a:gridCol w="290364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Milestones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1: 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audit complete, hub design approved, ExpressRoute peering confirmed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2: Hub &amp; Branch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hub operational, 5 branches migrated, secondary hub deployed, remaining 5 branches cut over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Phase 3: Security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Firewall policies deployed, threat detection enabled, network optimized, team trained, operations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International bank with 12 branch offices across 4 continents and 500+ employees</a:t>
            </a:r>
          </a:p>
          <a:p>
            <a:pPr lvl="1"/>
            <a:r>
              <a:rPr b="1"/>
              <a:t>Challenge:</a:t>
            </a:r>
            <a:r>
              <a:t> Fragmented WAN with mixture of MPLS, Internet VPN, and direct links causing $180K annual costs, poor branch security, and slow SaaS application access (2-3 second latency)</a:t>
            </a:r>
          </a:p>
          <a:p>
            <a:pPr lvl="1"/>
            <a:r>
              <a:rPr b="1"/>
              <a:t>Solution:</a:t>
            </a:r>
            <a:r>
              <a:t> Deployed Azure Virtual WAN with 2 regional hubs, ExpressRoute for critical connections, and Firewall-based centralized security policies across all branches</a:t>
            </a:r>
          </a:p>
          <a:p>
            <a:pPr lvl="1"/>
            <a:r>
              <a:rPr b="1"/>
              <a:t>Results:</a:t>
            </a:r>
            <a:r>
              <a:t> 45% reduction in WAN costs ($81K annual savings), sub-500ms latency to Azure apps, unified security policy across all locations, 99.95% network uptime, new branch provisioning from 4 weeks to 3 days</a:t>
            </a:r>
          </a:p>
          <a:p>
            <a:pPr lvl="1"/>
            <a:r>
              <a:rPr b="1"/>
              <a:t>Testimonial:</a:t>
            </a:r>
            <a:r>
              <a:t> "Virtual WAN transformed how we manage our global network. We went from managing 12 different connection types to one unified system. The security improvements alone justify the investment." — </a:t>
            </a:r>
            <a:r>
              <a:rPr b="1"/>
              <a:t>Sarah Chen, VP of Infrastructure</a:t>
            </a:r>
            <a:r>
              <a:t>, Global Finance Corp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enterprise network solutions for Fortune 500 companies</a:t>
            </a:r>
          </a:p>
          <a:p>
            <a:pPr lvl="1"/>
            <a:r>
              <a:t>150+ successful Virtual WAN implementations across 20+ countries</a:t>
            </a:r>
          </a:p>
          <a:p>
            <a:pPr lvl="1"/>
            <a:r>
              <a:t>Premier Microsoft Azure partnership with co-sell and technical advantage programs</a:t>
            </a:r>
          </a:p>
          <a:p>
            <a:pPr lvl="1"/>
            <a:r>
              <a:t>Certified Azure Solutions Architects with 10+ years networking expertise</a:t>
            </a:r>
          </a:p>
          <a:p>
            <a:pPr lvl="1"/>
            <a:r>
              <a:t>24/7 support with 99.95% SLA guarantee for critical connectivity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and ensures on-time delivery</a:t>
            </a:r>
          </a:p>
          <a:p>
            <a:pPr lvl="1"/>
            <a:r>
              <a:t>Pre-built Virtual WAN accelerators fast-track your deployment by 6-8 weeks</a:t>
            </a:r>
          </a:p>
          <a:p>
            <a:pPr lvl="1"/>
            <a:r>
              <a:t>Direct Microsoft escalation channels and early access to new Azure features</a:t>
            </a:r>
          </a:p>
          <a:p>
            <a:pPr lvl="1"/>
            <a:r>
              <a:t>Comprehensive knowledge transfer ensuring your team owns the solution</a:t>
            </a:r>
          </a:p>
          <a:p>
            <a:pPr lvl="1"/>
            <a:r>
              <a:t>Post-launch optimization services ensuring continued cost and performance improvements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$156,400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$34,350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$152,050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$140,050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$236,350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Approve Virtual WAN architecture by [Specific Date]</a:t>
            </a:r>
          </a:p>
          <a:p>
            <a:pPr/>
            <a:r>
              <a:t>Kickoff: Project launch and team formation by [Target Date]</a:t>
            </a:r>
          </a:p>
          <a:p>
            <a:pPr/>
            <a:r>
              <a:t>Team Formation: Network lead, security stakeholder, Azure platform owner, project sponsor</a:t>
            </a:r>
          </a:p>
          <a:p>
            <a:pPr/>
            <a:r>
              <a:t>Week 1: Contract finalization and network audit kickoff</a:t>
            </a:r>
          </a:p>
          <a:p>
            <a:pPr/>
            <a:r>
              <a:t>Week 2: Hub design finalization and ExpressRoute ordering</a:t>
            </a:r>
          </a:p>
          <a:p>
            <a:pPr/>
            <a:r>
              <a:t>Week 3: Primary hub deployment and security policy development</a:t>
            </a:r>
          </a:p>
          <a:p>
            <a:pPr/>
            <a:r>
              <a:t>Week 4: First branch migration and pilot validation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