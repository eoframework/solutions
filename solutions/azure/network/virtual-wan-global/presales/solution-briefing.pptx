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WAN Global Network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Consolidate multiple WAN technologies (MPLS, VPN, ExpressRoute) into a unified cloud-based network hub</a:t>
            </a:r>
          </a:p>
          <a:p>
            <a:pPr lvl="1"/>
            <a:r>
              <a:t>Reduce operational complexity by 60% through centralized management and automated connectivity</a:t>
            </a:r>
          </a:p>
          <a:p>
            <a:pPr lvl="1"/>
            <a:r>
              <a:t>Optimize bandwidth costs by 40-50% while improving branch office security and performance</a:t>
            </a:r>
          </a:p>
          <a:p>
            <a:pPr lvl="1"/>
            <a:r>
              <a:t>Enable rapid scale to new branch offices in days instead of weeks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unified connectivity across all 10+ branch offices within 6 months</a:t>
            </a:r>
          </a:p>
          <a:p>
            <a:pPr lvl="1"/>
            <a:r>
              <a:t>Reduce WAN-related incident resolution time by 70% through centralized visibility</a:t>
            </a:r>
          </a:p>
          <a:p>
            <a:pPr lvl="1"/>
            <a:r>
              <a:t>Maintain 99.9% network uptime with automatic failover across regions</a:t>
            </a:r>
          </a:p>
          <a:p>
            <a:pPr lvl="1"/>
            <a:r>
              <a:t>Enable secure, high-performance access to Azure services and SaaS applications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Core Components</a:t>
            </a:r>
          </a:p>
          <a:p>
            <a:pPr lvl="1"/>
            <a:r>
              <a:rPr b="1"/>
              <a:t>Virtual WAN Hubs:</a:t>
            </a:r>
            <a:r>
              <a:t> Two regional hubs (US, Europe) providing centralized routing and connectivity</a:t>
            </a:r>
          </a:p>
          <a:p>
            <a:pPr lvl="1"/>
            <a:r>
              <a:rPr b="1"/>
              <a:t>Branch Connectivity:</a:t>
            </a:r>
            <a:r>
              <a:t> VPN gateways and ExpressRoute circuits connecting 10 branch offices</a:t>
            </a:r>
          </a:p>
          <a:p>
            <a:pPr lvl="1"/>
            <a:r>
              <a:rPr b="1"/>
              <a:t>Security &amp; Monitoring:</a:t>
            </a:r>
            <a:r>
              <a:t> Azure Firewall Premium with unified visibility across all connections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Azure Virtual WAN Standard for hub management and routing</a:t>
            </a:r>
          </a:p>
          <a:p>
            <a:pPr lvl="1"/>
            <a:r>
              <a:t>Site-to-Site VPN and ExpressRoute for branch connectivity with SLA guarantees</a:t>
            </a:r>
          </a:p>
          <a:p>
            <a:pPr lvl="1"/>
            <a:r>
              <a:t>Azure Firewall Premium and Monitor for threat detection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7427" y="685799"/>
            <a:ext cx="4307171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Audit current network topology and branch connectivity methods</a:t>
            </a:r>
          </a:p>
          <a:p>
            <a:pPr lvl="1"/>
            <a:r>
              <a:t>Design hub locations, security policies, and network segmentation</a:t>
            </a:r>
          </a:p>
          <a:p>
            <a:pPr lvl="1"/>
            <a:r>
              <a:t>Validate ExpressRoute peering locations and bandwidth requirements</a:t>
            </a:r>
          </a:p>
          <a:p>
            <a:pPr/>
            <a:r>
              <a:rPr b="1"/>
              <a:t>Phase 2: Hub Deployment &amp; Branch Migration (Months 3-4)</a:t>
            </a:r>
          </a:p>
          <a:p>
            <a:pPr lvl="1"/>
            <a:r>
              <a:t>Provision Virtual WAN hubs with VPN gateways in primary and secondary regions</a:t>
            </a:r>
          </a:p>
          <a:p>
            <a:pPr lvl="1"/>
            <a:r>
              <a:t>Establish ExpressRoute circuits and configure routing policies</a:t>
            </a:r>
          </a:p>
          <a:p>
            <a:pPr lvl="1"/>
            <a:r>
              <a:t>Migrate branch offices in waves with minimal disruption</a:t>
            </a:r>
          </a:p>
          <a:p>
            <a:pPr/>
            <a:r>
              <a:rPr b="1"/>
              <a:t>Phase 3: Security, Optimization &amp; Handoff (Months 5-6)</a:t>
            </a:r>
          </a:p>
          <a:p>
            <a:pPr lvl="1"/>
            <a:r>
              <a:t>Deploy Azure Firewall with centralized threat protection policies</a:t>
            </a:r>
          </a:p>
          <a:p>
            <a:pPr lvl="1"/>
            <a:r>
              <a:t>Optimize routing and traffic flow across hubs</a:t>
            </a:r>
          </a:p>
          <a:p>
            <a:pPr lvl="1"/>
            <a:r>
              <a:t>Complete training and operational handoff to network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audit complete, Hub design approved, ExpressRoute peering confirmed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 &amp; Branch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hub operational, 5 branches migrated, Secondary hub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Firewall policies deployed, Threat detection enabled,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International bank with 12 branch offices across 4 continents and 500+ employees</a:t>
            </a:r>
          </a:p>
          <a:p>
            <a:pPr lvl="1"/>
            <a:r>
              <a:rPr b="1"/>
              <a:t>Challenge:</a:t>
            </a:r>
            <a:r>
              <a:t> Fragmented WAN with mixture of MPLS, Internet VPN, and direct links causing $180K annual costs, poor branch security, and slow SaaS application access (2-3 second latency)</a:t>
            </a:r>
          </a:p>
          <a:p>
            <a:pPr lvl="1"/>
            <a:r>
              <a:rPr b="1"/>
              <a:t>Solution:</a:t>
            </a:r>
            <a:r>
              <a:t> Deployed Azure Virtual WAN with 2 regional hubs, ExpressRoute for critical connections, and Firewall-based centralized security policies across all branches</a:t>
            </a:r>
          </a:p>
          <a:p>
            <a:pPr lvl="1"/>
            <a:r>
              <a:rPr b="1"/>
              <a:t>Results:</a:t>
            </a:r>
            <a:r>
              <a:t> 45% reduction in WAN costs ($81K annual savings), sub-500ms latency to Azure apps, unified security policy across all locations, 99.95% network uptime, new branch provisioning from 4 weeks to 3 days</a:t>
            </a:r>
          </a:p>
          <a:p>
            <a:pPr lvl="1"/>
            <a:r>
              <a:rPr b="1"/>
              <a:t>Testimonial:</a:t>
            </a:r>
            <a:r>
              <a:t> "Virtual WAN transformed how we manage our global network. We went from managing 12 different connection types to one unified system. The security improvements alone justify the investment." — </a:t>
            </a:r>
            <a:r>
              <a:rPr b="1"/>
              <a:t>Sarah Chen, VP of Infrastructure</a:t>
            </a:r>
            <a:r>
              <a:t>, Global Finance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enterprise network solutions for Fortune 500 companies</a:t>
            </a:r>
          </a:p>
          <a:p>
            <a:pPr lvl="1"/>
            <a:r>
              <a:t>150+ successful Virtual WAN implementations across 20+ countries</a:t>
            </a:r>
          </a:p>
          <a:p>
            <a:pPr lvl="1"/>
            <a:r>
              <a:t>Premier Microsoft Azure partnership with co-sell and technical advantage programs</a:t>
            </a:r>
          </a:p>
          <a:p>
            <a:pPr lvl="1"/>
            <a:r>
              <a:t>Certified Azure Solutions Architects with 10+ years networking expertise</a:t>
            </a:r>
          </a:p>
          <a:p>
            <a:pPr lvl="1"/>
            <a:r>
              <a:t>24/7 support with 99.95% SLA guarantee for critical connectivity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and ensures on-time delivery</a:t>
            </a:r>
          </a:p>
          <a:p>
            <a:pPr lvl="1"/>
            <a:r>
              <a:t>Pre-built Virtual WAN accelerators fast-track your deployment by 6-8 weeks</a:t>
            </a:r>
          </a:p>
          <a:p>
            <a:pPr lvl="1"/>
            <a:r>
              <a:t>Direct Microsoft escalation channels and early access to new Azure features</a:t>
            </a:r>
          </a:p>
          <a:p>
            <a:pPr lvl="1"/>
            <a:r>
              <a:t>Comprehensive knowledge transfer ensuring your team owns the solution</a:t>
            </a:r>
          </a:p>
          <a:p>
            <a:pPr lvl="1"/>
            <a:r>
              <a:t>Post-launch optimization services ensuring continued cost and performance improvements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$156,400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$34,350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$152,050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$140,050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$48,150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$236,350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Approve Virtual WAN architecture by [Specific Date]</a:t>
            </a:r>
          </a:p>
          <a:p>
            <a:pPr/>
            <a:r>
              <a:rPr b="1"/>
              <a:t>Kickoff:</a:t>
            </a:r>
            <a:r>
              <a:t> Project launch and team formation by [Target Date]</a:t>
            </a:r>
          </a:p>
          <a:p>
            <a:pPr/>
            <a:r>
              <a:rPr b="1"/>
              <a:t>Team Formation:</a:t>
            </a:r>
            <a:r>
              <a:t> Network lead, security stakeholder, Azure platform owner, project sponsor</a:t>
            </a:r>
          </a:p>
          <a:p>
            <a:pPr/>
            <a:r>
              <a:rPr b="1"/>
              <a:t>Week 1:</a:t>
            </a:r>
            <a:r>
              <a:t> Contract finalization and network audit kickoff</a:t>
            </a:r>
          </a:p>
          <a:p>
            <a:pPr/>
            <a:r>
              <a:rPr b="1"/>
              <a:t>Week 2:</a:t>
            </a:r>
            <a:r>
              <a:t> Hub design finalization and ExpressRoute ordering</a:t>
            </a:r>
          </a:p>
          <a:p>
            <a:pPr/>
            <a:r>
              <a:rPr b="1"/>
              <a:t>Week 3:</a:t>
            </a:r>
            <a:r>
              <a:t> Primary hub deployment and security policy development</a:t>
            </a:r>
          </a:p>
          <a:p>
            <a:pPr/>
            <a:r>
              <a:rPr b="1"/>
              <a:t>Week 4:</a:t>
            </a:r>
            <a:r>
              <a:t> First branch migration and pilot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