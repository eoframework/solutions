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630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network hub that connects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with Standard tier</a:t>
            </a:r>
          </a:p>
          <a:p>
            <a:pPr lvl="1"/>
            <a:r>
              <a:t>Routing: Automated BGP routing and traffic optimization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427" y="685799"/>
            <a:ext cx="4307171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*(Months 1-2)*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*(Months 3-4)*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*(Months 5-6)*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North America, Europe, and Asia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 at each warehouse,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  <a:p>
            <a:pPr lvl="1"/>
            <a:r>
              <a:t>24/7 network operations center support during migration phases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Post-deployment optimization identifies cost savings opportunities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</a:t>
            </a:r>
          </a:p>
          <a:p>
            <a:pPr/>
            <a:r>
              <a:rPr b="1"/>
              <a:t>Week 1:</a:t>
            </a:r>
            <a:r>
              <a:t> Network discovery and requirements workshop</a:t>
            </a:r>
          </a:p>
          <a:p>
            <a:pPr/>
            <a:r>
              <a:rPr b="1"/>
              <a:t>Week 2:</a:t>
            </a:r>
            <a:r>
              <a:t> Hub placement design and IP addressing plan</a:t>
            </a:r>
          </a:p>
          <a:p>
            <a:pPr/>
            <a:r>
              <a:rPr b="1"/>
              <a:t>Week 3:</a:t>
            </a:r>
            <a:r>
              <a:t> SD-WAN vendor coordination and compatibility verification</a:t>
            </a:r>
          </a:p>
          <a:p>
            <a:pPr/>
            <a:r>
              <a:rPr b="1"/>
              <a:t>Week 4:</a:t>
            </a:r>
            <a:r>
              <a:t> Pilot branch selection and migration planning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