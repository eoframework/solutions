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network hub that connects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Standard tier with automated BGP routing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(Months 1-2)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(Months 3-4)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(Months 5-6)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three continents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$151,488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$156,044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$144,044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$275,132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 methods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network team engaged</a:t>
            </a:r>
          </a:p>
          <a:p>
            <a:pPr/>
            <a:r>
              <a:rPr b="1"/>
              <a:t>Week 1-2:</a:t>
            </a:r>
            <a:r>
              <a:t> Network discovery, requirements workshop, hub placement design, and IP addressing plan</a:t>
            </a:r>
          </a:p>
          <a:p>
            <a:pPr/>
            <a:r>
              <a:rPr b="1"/>
              <a:t>Week 3-4:</a:t>
            </a:r>
            <a:r>
              <a:t> SD-WAN vendor coordination, compatibility verification, and pilot branch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