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Global Networking Objectives</a:t>
            </a:r>
          </a:p>
          <a:p>
            <a:pPr/>
            <a:r>
              <a:t>Virtual WAN Solution Delivery Summary and Achievements</a:t>
            </a:r>
          </a:p>
          <a:p>
            <a:pPr/>
            <a:r>
              <a:t>Network Performance and Global Connectivity Value</a:t>
            </a:r>
          </a:p>
          <a:p>
            <a:pPr/>
            <a:r>
              <a:t>Lessons Learned and Best Practices</a:t>
            </a:r>
          </a:p>
          <a:p>
            <a:pPr/>
            <a:r>
              <a:t>Operational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Virtual WAN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Complex multi-site connectivity with high MPLS costs and performance issues</a:t>
            </a:r>
          </a:p>
          <a:p>
            <a:pPr/>
            <a:r>
              <a:rPr b="1"/>
              <a:t>Project Objectives:</a:t>
            </a:r>
            <a:r>
              <a:t> Deploy global SD-WAN solution with 99.9% availability and 40% cost reduction</a:t>
            </a:r>
          </a:p>
          <a:p>
            <a:pPr/>
            <a:r>
              <a:rPr b="1"/>
              <a:t>Success Criteria:</a:t>
            </a:r>
            <a:r>
              <a:t> Network performance targets, global connectivity, security compliance</a:t>
            </a:r>
          </a:p>
          <a:p>
            <a:pPr/>
            <a:r>
              <a:rPr b="1"/>
              <a:t>Project Scope:</a:t>
            </a:r>
            <a:r>
              <a:t> Hub-and-spoke topology, branch connectivity, security integration</a:t>
            </a:r>
          </a:p>
          <a:p>
            <a:pPr/>
            <a:r>
              <a:rPr b="1"/>
              <a:t>Initial Timeline:</a:t>
            </a:r>
            <a:r>
              <a:t> [Original vs. actual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Virtual WAN Solution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Global Hub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regional 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optimized hubs with redundancy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Additional hub for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Branch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 branch offices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27 sites with SD-WAN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Added 2 new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security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DDoS protection and WAF included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ExpressRoute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and backup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Active-active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redundancy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Monitoring Solution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Basic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Advanced network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performance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Virtual WAN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budget]</a:t>
            </a:r>
          </a:p>
          <a:p>
            <a:pPr/>
            <a:r>
              <a:rPr b="1"/>
              <a:t>Actual Expenditure:</a:t>
            </a:r>
            <a:r>
              <a:t> [Final cost including Azure services]</a:t>
            </a:r>
          </a:p>
          <a:p>
            <a:pPr/>
            <a:r>
              <a:rPr b="1"/>
              <a:t>Budget Variance:</a:t>
            </a:r>
            <a:r>
              <a:t> [Over/under budget with ExpressRoute explanation]</a:t>
            </a:r>
          </a:p>
          <a:p>
            <a:pPr/>
            <a:r>
              <a:rPr b="1"/>
              <a:t>Resource Utilization:</a:t>
            </a:r>
            <a:r>
              <a:t> [Network architects, security engineers, field technicians]</a:t>
            </a:r>
          </a:p>
          <a:p>
            <a:pPr/>
            <a:r>
              <a:rPr b="1"/>
              <a:t>Azure Service Costs:</a:t>
            </a:r>
            <a:r>
              <a:t> [Ongoing operational costs for Virtual WAN, firewall, ExpressRoute]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Azure Virtual WAN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Global Virtual WAN hub architecture diagram</a:t>
            </a:r>
          </a:p>
          <a:p>
            <a:pPr/>
            <a:r>
              <a:t>Hub-and-spoke topology with regional optimization</a:t>
            </a:r>
          </a:p>
          <a:p>
            <a:pPr/>
            <a:r>
              <a:t>ExpressRoute and VPN connectivity integration</a:t>
            </a:r>
          </a:p>
          <a:p>
            <a:pPr/>
            <a:r>
              <a:t>Azure Firewall and security services integration</a:t>
            </a:r>
          </a:p>
          <a:p>
            <a:pPr/>
            <a:r>
              <a:t>Traffic routing and optimization policies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Virtual WAN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Network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Global Transit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Simplified multi-site communication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Any-to-any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SD-WAN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office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Dynamic path selection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Firewall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Centralized security enforcement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Unified security policy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ExpressRoute Global Reach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Private backbone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Predictable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Traffic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visibility and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Proactive performance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Auto-scaling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Dynamic bandwidth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Network Performance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Seamless production cutover with zero business disruption</a:t>
            </a:r>
          </a:p>
          <a:p>
            <a:pPr/>
            <a:r>
              <a:rPr b="1"/>
              <a:t>Network Stability:</a:t>
            </a:r>
            <a:r>
              <a:t> 99.94% uptime in first 30 days post-deployment</a:t>
            </a:r>
          </a:p>
          <a:p>
            <a:pPr/>
            <a:r>
              <a:rPr b="1"/>
              <a:t>Performance Achievement:</a:t>
            </a:r>
            <a:r>
              <a:t> 35% improvement in application response times</a:t>
            </a:r>
          </a:p>
          <a:p>
            <a:pPr/>
            <a:r>
              <a:rPr b="1"/>
              <a:t>Traffic Volume:</a:t>
            </a:r>
            <a:r>
              <a:t> 500TB+ monthly traffic processed through Virtual WAN</a:t>
            </a:r>
          </a:p>
          <a:p>
            <a:pPr/>
            <a:r>
              <a:rPr b="1"/>
              <a:t>Business Continuity:</a:t>
            </a:r>
            <a:r>
              <a:t> Enhanced disaster recovery capabilities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Training Sessions Delivered:</a:t>
            </a:r>
          </a:p>
          <a:p>
            <a:pPr lvl="1"/>
            <a:r>
              <a:t>Network administrator training: 4 days, 8 participants</a:t>
            </a:r>
          </a:p>
          <a:p>
            <a:pPr lvl="1"/>
            <a:r>
              <a:t>Security operations training: 2 days, 6 participants</a:t>
            </a:r>
          </a:p>
          <a:p>
            <a:pPr lvl="1"/>
            <a:r>
              <a:t>Field technician training: 3 days, 12 technical staff</a:t>
            </a:r>
          </a:p>
          <a:p>
            <a:pPr/>
            <a:r>
              <a:rPr b="1"/>
              <a:t>Technical Competency:</a:t>
            </a:r>
            <a:r>
              <a:t> 96% pass rate on certification assessments</a:t>
            </a:r>
          </a:p>
          <a:p>
            <a:pPr/>
            <a:r>
              <a:rPr b="1"/>
              <a:t>Documentation Provided:</a:t>
            </a:r>
          </a:p>
          <a:p>
            <a:pPr lvl="1"/>
            <a:r>
              <a:t>Network operation guides, security runbooks, troubleshooting procedures</a:t>
            </a:r>
          </a:p>
          <a:p>
            <a:pPr lvl="1"/>
            <a:r>
              <a:t>Network topology diagrams and configuration templates</a:t>
            </a:r>
          </a:p>
          <a:p>
            <a:pPr/>
            <a:r>
              <a:rPr b="1"/>
              <a:t>Knowledge Transfer:</a:t>
            </a:r>
            <a:r>
              <a:t> Complete handover to network operations and security teams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43%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Monthly cost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35%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Response time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90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Operational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reduction in incidents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54%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NOC ticket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99% threat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99.7%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event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Infrastructure:</a:t>
            </a:r>
          </a:p>
          <a:p>
            <a:pPr lvl="1"/>
            <a:r>
              <a:t>MPLS circuits reduced from 25 to 8</a:t>
            </a:r>
          </a:p>
          <a:p>
            <a:pPr lvl="1"/>
            <a:r>
              <a:t>Network complexity reduced by 60%</a:t>
            </a:r>
          </a:p>
          <a:p>
            <a:pPr lvl="1"/>
            <a:r>
              <a:t>Provisioning time: 6 weeks → 2 days</a:t>
            </a:r>
          </a:p>
          <a:p>
            <a:pPr/>
            <a:r>
              <a:rPr b="1"/>
              <a:t>Performance Optimization:</a:t>
            </a:r>
          </a:p>
          <a:p>
            <a:pPr lvl="1"/>
            <a:r>
              <a:t>Application response time improved 35%</a:t>
            </a:r>
          </a:p>
          <a:p>
            <a:pPr lvl="1"/>
            <a:r>
              <a:t>File transfer speeds increased 40%</a:t>
            </a:r>
          </a:p>
          <a:p>
            <a:pPr lvl="1"/>
            <a:r>
              <a:t>Video conferencing quality improved 45%</a:t>
            </a:r>
          </a:p>
          <a:p>
            <a:pPr/>
            <a:r>
              <a:rPr b="1"/>
              <a:t>Security Enhancement:</a:t>
            </a:r>
          </a:p>
          <a:p>
            <a:pPr lvl="1"/>
            <a:r>
              <a:t>Centralized threat protection across all sites</a:t>
            </a:r>
          </a:p>
          <a:p>
            <a:pPr lvl="1"/>
            <a:r>
              <a:t>Advanced threat detection and response</a:t>
            </a:r>
          </a:p>
          <a:p>
            <a:pPr lvl="1"/>
            <a:r>
              <a:t>Compliance reporting automated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Digital Transformation:</a:t>
            </a:r>
          </a:p>
          <a:p>
            <a:pPr lvl="1"/>
            <a:r>
              <a:t>Cloud-first networking strategy implemented</a:t>
            </a:r>
          </a:p>
          <a:p>
            <a:pPr lvl="1"/>
            <a:r>
              <a:t>Foundation for hybrid cloud adoption</a:t>
            </a:r>
          </a:p>
          <a:p>
            <a:pPr/>
            <a:r>
              <a:rPr b="1"/>
              <a:t>Business Agility:</a:t>
            </a:r>
          </a:p>
          <a:p>
            <a:pPr lvl="1"/>
            <a:r>
              <a:t>Rapid site connectivity for expansion</a:t>
            </a:r>
          </a:p>
          <a:p>
            <a:pPr lvl="1"/>
            <a:r>
              <a:t>Dynamic bandwidth allocation</a:t>
            </a:r>
          </a:p>
          <a:p>
            <a:pPr/>
            <a:r>
              <a:rPr b="1"/>
              <a:t>Competitive Advantage:</a:t>
            </a:r>
          </a:p>
          <a:p>
            <a:pPr lvl="1"/>
            <a:r>
              <a:t>Enhanced collaboration capabilities</a:t>
            </a:r>
          </a:p>
          <a:p>
            <a:pPr lvl="1"/>
            <a:r>
              <a:t>Improved customer service response times</a:t>
            </a:r>
          </a:p>
          <a:p>
            <a:pPr/>
            <a:r>
              <a:rPr b="1"/>
              <a:t>Innovation Enablement:</a:t>
            </a:r>
          </a:p>
          <a:p>
            <a:pPr lvl="1"/>
            <a:r>
              <a:t>Platform for IoT and edge computing</a:t>
            </a:r>
          </a:p>
          <a:p>
            <a:pPr lvl="1"/>
            <a:r>
              <a:t>Ready for AI/ML workload optimization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Azure-Native Approach:</a:t>
            </a:r>
            <a:r>
              <a:t> Integrated Azure services provided optimal performance and management</a:t>
            </a:r>
          </a:p>
          <a:p>
            <a:pPr/>
            <a:r>
              <a:rPr b="1"/>
              <a:t>Phased Migration:</a:t>
            </a:r>
            <a:r>
              <a:t> Gradual site cutover minimized business impact</a:t>
            </a:r>
          </a:p>
          <a:p>
            <a:pPr/>
            <a:r>
              <a:rPr b="1"/>
              <a:t>Automation Focus:</a:t>
            </a:r>
            <a:r>
              <a:t> Infrastructure as Code accelerated deployment consistency</a:t>
            </a:r>
          </a:p>
          <a:p>
            <a:pPr/>
            <a:r>
              <a:rPr b="1"/>
              <a:t>Vendor Collaboration:</a:t>
            </a:r>
            <a:r>
              <a:t> Strong partnership with Microsoft and ISP providers</a:t>
            </a:r>
          </a:p>
          <a:p>
            <a:pPr/>
            <a:r>
              <a:rPr b="1"/>
              <a:t>Security Integration:</a:t>
            </a:r>
            <a:r>
              <a:t> Native Azure security services simplified compliance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Legacy System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Extended migration timeline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 API development and staged cutover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integration analysis upfront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ISP Coordination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Delayed circuit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vendor relationships and early ordering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Extended lead time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Branch Site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Inconsistent local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Standardized site surveys and remediation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Mandatory pre-deployment assessments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Staff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Learning curve for new technology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Hands-on labs and vendor certification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Increase training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Lessons:</a:t>
            </a:r>
          </a:p>
          <a:p>
            <a:pPr lvl="1"/>
            <a:r>
              <a:t>Hub placement critical for optimal performance</a:t>
            </a:r>
          </a:p>
          <a:p>
            <a:pPr lvl="1"/>
            <a:r>
              <a:t>ExpressRoute redundancy essential for business continuity</a:t>
            </a:r>
          </a:p>
          <a:p>
            <a:pPr lvl="1"/>
            <a:r>
              <a:t>Traffic engineering requires continuous optimization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Site surveys prevent deployment delays</a:t>
            </a:r>
          </a:p>
          <a:p>
            <a:pPr lvl="1"/>
            <a:r>
              <a:t>Vendor coordination requires dedicated management</a:t>
            </a:r>
          </a:p>
          <a:p>
            <a:pPr lvl="1"/>
            <a:r>
              <a:t>Monitoring implementation should precede production traffic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Network team upskilling essential for success</a:t>
            </a:r>
          </a:p>
          <a:p>
            <a:pPr lvl="1"/>
            <a:r>
              <a:t>Business stakeholder education improves adoption</a:t>
            </a:r>
          </a:p>
          <a:p>
            <a:pPr lvl="1"/>
            <a:r>
              <a:t>Change management critical for smooth transition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Design Standards:</a:t>
            </a:r>
          </a:p>
          <a:p>
            <a:pPr lvl="1"/>
            <a:r>
              <a:t>Hub sizing and placement methodology</a:t>
            </a:r>
          </a:p>
          <a:p>
            <a:pPr lvl="1"/>
            <a:r>
              <a:t>Redundancy and failover procedures</a:t>
            </a:r>
          </a:p>
          <a:p>
            <a:pPr/>
            <a:r>
              <a:rPr b="1"/>
              <a:t>Security Implementation:</a:t>
            </a:r>
          </a:p>
          <a:p>
            <a:pPr lvl="1"/>
            <a:r>
              <a:t>Firewall policy templates and testing procedures</a:t>
            </a:r>
          </a:p>
          <a:p>
            <a:pPr lvl="1"/>
            <a:r>
              <a:t>Threat detection and response workflows</a:t>
            </a:r>
          </a:p>
          <a:p>
            <a:pPr/>
            <a:r>
              <a:rPr b="1"/>
              <a:t>Operations Management:</a:t>
            </a:r>
          </a:p>
          <a:p>
            <a:pPr lvl="1"/>
            <a:r>
              <a:t>Performance monitoring and alerting standards</a:t>
            </a:r>
          </a:p>
          <a:p>
            <a:pPr lvl="1"/>
            <a:r>
              <a:t>Capacity planning and trending analysis</a:t>
            </a:r>
          </a:p>
          <a:p>
            <a:pPr/>
            <a:r>
              <a:rPr b="1"/>
              <a:t>Change Management:</a:t>
            </a:r>
          </a:p>
          <a:p>
            <a:pPr lvl="1"/>
            <a:r>
              <a:t>Network change approval and testing procedures</a:t>
            </a:r>
          </a:p>
          <a:p>
            <a:pPr lvl="1"/>
            <a:r>
              <a:t>Rollback and recovery protocols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Operational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Performance Optimization:</a:t>
            </a:r>
          </a:p>
          <a:p>
            <a:pPr lvl="1"/>
            <a:r>
              <a:t>Implement continuous network performance monitoring</a:t>
            </a:r>
          </a:p>
          <a:p>
            <a:pPr lvl="1"/>
            <a:r>
              <a:t>Optimize traffic routing policies</a:t>
            </a:r>
          </a:p>
          <a:p>
            <a:pPr lvl="1"/>
            <a:r>
              <a:t>Regular capacity planning and scaling</a:t>
            </a:r>
          </a:p>
          <a:p>
            <a:pPr/>
            <a:r>
              <a:rPr b="1"/>
              <a:t>Security Enhancement:</a:t>
            </a:r>
          </a:p>
          <a:p>
            <a:pPr lvl="1"/>
            <a:r>
              <a:t>Deploy advanced threat protection features</a:t>
            </a:r>
          </a:p>
          <a:p>
            <a:pPr lvl="1"/>
            <a:r>
              <a:t>Implement zero trust network principles</a:t>
            </a:r>
          </a:p>
          <a:p>
            <a:pPr lvl="1"/>
            <a:r>
              <a:t>Regular security posture assessments</a:t>
            </a:r>
          </a:p>
          <a:p>
            <a:pPr/>
            <a:r>
              <a:rPr b="1"/>
              <a:t>Cost Optimization:</a:t>
            </a:r>
          </a:p>
          <a:p>
            <a:pPr lvl="1"/>
            <a:r>
              <a:t>Monitor Azure service usage and costs</a:t>
            </a:r>
          </a:p>
          <a:p>
            <a:pPr lvl="1"/>
            <a:r>
              <a:t>Optimize ExpressRoute and bandwidth allocation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SD-WAN Advanced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branch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Function Virtualization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reduction and agility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AI-Driven Network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Proactive performance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6-9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Edge Computing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Low-latency application delivery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12-18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5G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Mobile and IoT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18-24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</a:p>
          <a:p>
            <a:pPr lvl="1"/>
            <a:r>
              <a:t>Complete network documentation and runbooks</a:t>
            </a:r>
          </a:p>
          <a:p>
            <a:pPr lvl="1"/>
            <a:r>
              <a:t>Network operations team certified on Virtual WAN</a:t>
            </a:r>
          </a:p>
          <a:p>
            <a:pPr/>
            <a:r>
              <a:rPr b="1"/>
              <a:t>Support Structure:</a:t>
            </a:r>
          </a:p>
          <a:p>
            <a:pPr lvl="1"/>
            <a:r>
              <a:t>L1 support for basic connectivity issues</a:t>
            </a:r>
          </a:p>
          <a:p>
            <a:pPr lvl="1"/>
            <a:r>
              <a:t>L2 support for routing and performance issues</a:t>
            </a:r>
          </a:p>
          <a:p>
            <a:pPr lvl="1"/>
            <a:r>
              <a:t>L3 escalation to Azure networking specialists</a:t>
            </a:r>
          </a:p>
          <a:p>
            <a:pPr/>
            <a:r>
              <a:rPr b="1"/>
              <a:t>Monitoring and Maintenance:</a:t>
            </a:r>
          </a:p>
          <a:p>
            <a:pPr lvl="1"/>
            <a:r>
              <a:t>Network Watcher and Monitor dashboards configured</a:t>
            </a:r>
          </a:p>
          <a:p>
            <a:pPr lvl="1"/>
            <a:r>
              <a:t>Weekly performance and capacity reviews</a:t>
            </a:r>
          </a:p>
          <a:p>
            <a:pPr/>
            <a:r>
              <a:rPr b="1"/>
              <a:t>Continuous Improvement:</a:t>
            </a:r>
          </a:p>
          <a:p>
            <a:pPr lvl="1"/>
            <a:r>
              <a:t>Monthly network optimization reviews</a:t>
            </a:r>
          </a:p>
          <a:p>
            <a:pPr lvl="1"/>
            <a:r>
              <a:t>Quarterly technology refresh planning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[Name] - Outstanding project coordination and vendor management</a:t>
            </a:r>
          </a:p>
          <a:p>
            <a:pPr/>
            <a:r>
              <a:rPr b="1"/>
              <a:t>Network Architect:</a:t>
            </a:r>
            <a:r>
              <a:t> [Name] - Innovative Virtual WAN design and optimization</a:t>
            </a:r>
          </a:p>
          <a:p>
            <a:pPr/>
            <a:r>
              <a:rPr b="1"/>
              <a:t>Security Engineer:</a:t>
            </a:r>
            <a:r>
              <a:t> [Name] - Comprehensive security implementation</a:t>
            </a:r>
          </a:p>
          <a:p>
            <a:pPr/>
            <a:r>
              <a:rPr b="1"/>
              <a:t>Field Operations Manager:</a:t>
            </a:r>
            <a:r>
              <a:t> [Name] - Flawless site deployment execution</a:t>
            </a:r>
          </a:p>
          <a:p>
            <a:pPr/>
            <a:r>
              <a:rPr b="1"/>
              <a:t>Azure Specialist:</a:t>
            </a:r>
            <a:r>
              <a:t> [Name] - Expert cloud networking configuration</a:t>
            </a:r>
          </a:p>
          <a:p>
            <a:pPr/>
            <a:r>
              <a:rPr b="1"/>
              <a:t>Vendor Relations Manager:</a:t>
            </a:r>
            <a:r>
              <a:t> [Name] - Successful multi-vendor coordination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Field Technicians:</a:t>
            </a:r>
            <a:r>
              <a:t> Site surveys, equipment installation, and local support</a:t>
            </a:r>
          </a:p>
          <a:p>
            <a:pPr/>
            <a:r>
              <a:rPr b="1"/>
              <a:t>Business Stakeholders:</a:t>
            </a:r>
            <a:r>
              <a:t> Requirements definition and acceptance testing</a:t>
            </a:r>
          </a:p>
          <a:p>
            <a:pPr/>
            <a:r>
              <a:rPr b="1"/>
              <a:t>Microsoft Support Team:</a:t>
            </a:r>
            <a:r>
              <a:t> Technical guidance and best practices</a:t>
            </a:r>
          </a:p>
          <a:p>
            <a:pPr/>
            <a:r>
              <a:rPr b="1"/>
              <a:t>ISP Partners:</a:t>
            </a:r>
            <a:r>
              <a:t> Circuit provisioning and service delivery</a:t>
            </a:r>
          </a:p>
          <a:p>
            <a:pPr/>
            <a:r>
              <a:rPr b="1"/>
              <a:t>Executive Sponsors:</a:t>
            </a:r>
            <a:r>
              <a:t> Leadership support and strategic vision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Excellence:</a:t>
            </a:r>
            <a:r>
              <a:t> Advanced networking expertise and Azure specialization</a:t>
            </a:r>
          </a:p>
          <a:p>
            <a:pPr/>
            <a:r>
              <a:rPr b="1"/>
              <a:t>Collaboration:</a:t>
            </a:r>
            <a:r>
              <a:t> Seamless coordination across multiple vendors and teams</a:t>
            </a:r>
          </a:p>
          <a:p>
            <a:pPr/>
            <a:r>
              <a:rPr b="1"/>
              <a:t>Dedication:</a:t>
            </a:r>
            <a:r>
              <a:t> Commitment to achieving challenging performance and reliability targets</a:t>
            </a:r>
          </a:p>
          <a:p>
            <a:pPr/>
            <a:r>
              <a:rPr b="1"/>
              <a:t>Innovation:</a:t>
            </a:r>
            <a:r>
              <a:t> Creative solutions for complex global networking challenges</a:t>
            </a:r>
          </a:p>
          <a:p>
            <a:pPr/>
            <a:r>
              <a:rPr b="1"/>
              <a:t>Customer Focus:</a:t>
            </a:r>
            <a:r>
              <a:t> Prioritizing business needs and user experience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Virtual WAN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All primary objectives met or exceeded</a:t>
            </a:r>
          </a:p>
          <a:p>
            <a:pPr/>
            <a:r>
              <a:rPr b="1"/>
              <a:t>Value Delivered:</a:t>
            </a:r>
            <a:r>
              <a:t> $5.2M NPV with 880% ROI over 3 years</a:t>
            </a:r>
          </a:p>
          <a:p>
            <a:pPr/>
            <a:r>
              <a:rPr b="1"/>
              <a:t>Performance Standards:</a:t>
            </a:r>
            <a:r>
              <a:t> 99.94% availability and 35% performance improvement</a:t>
            </a:r>
          </a:p>
          <a:p>
            <a:pPr/>
            <a:r>
              <a:rPr b="1"/>
              <a:t>Cost Targets:</a:t>
            </a:r>
            <a:r>
              <a:t> 43% cost reduction achieved</a:t>
            </a:r>
          </a:p>
          <a:p>
            <a:pPr/>
            <a:r>
              <a:rPr b="1"/>
              <a:t>On-Time/Budget Delivery:</a:t>
            </a:r>
            <a:r>
              <a:t> Delivered within 6% of original timeline and budget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Charter Fulfilled:</a:t>
            </a:r>
            <a:r>
              <a:t> All Virtual WAN objectives and success criteria met</a:t>
            </a:r>
          </a:p>
          <a:p>
            <a:pPr/>
            <a:r>
              <a:rPr b="1"/>
              <a:t>Deliverables Accepted:</a:t>
            </a:r>
            <a:r>
              <a:t> Stakeholder sign-off on all project deliverables</a:t>
            </a:r>
          </a:p>
          <a:p>
            <a:pPr/>
            <a:r>
              <a:rPr b="1"/>
              <a:t>Resources Released:</a:t>
            </a:r>
            <a:r>
              <a:t> Project team transitioned to new initiatives</a:t>
            </a:r>
          </a:p>
          <a:p>
            <a:pPr/>
            <a:r>
              <a:rPr b="1"/>
              <a:t>Documentation Complete:</a:t>
            </a:r>
            <a:r>
              <a:t> All technical and operational documentation delivered</a:t>
            </a:r>
          </a:p>
          <a:p>
            <a:pPr/>
            <a:r>
              <a:rPr b="1"/>
              <a:t>Lessons Captured:</a:t>
            </a:r>
            <a:r>
              <a:t> Best practices documented for future networking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Thank you to all stakeholders, sponsors, and team members</a:t>
            </a:r>
          </a:p>
          <a:p>
            <a:pPr/>
            <a:r>
              <a:rPr b="1"/>
              <a:t>Contact Information:</a:t>
            </a:r>
            <a:r>
              <a:t> [Project manager and technical lead contact details]</a:t>
            </a:r>
          </a:p>
          <a:p>
            <a:pPr/>
            <a:r>
              <a:rPr b="1"/>
              <a:t>Q&amp;A Session:</a:t>
            </a:r>
            <a:r>
              <a:t> Questions about Virtual WAN solution and implementation</a:t>
            </a:r>
          </a:p>
          <a:p>
            <a:pPr/>
            <a:r>
              <a:rPr b="1"/>
              <a:t>Next Steps:</a:t>
            </a:r>
            <a:r>
              <a:t> Operational support transition and enhancement planning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network performance metrics and availability data</a:t>
            </a:r>
          </a:p>
          <a:p>
            <a:pPr/>
            <a:r>
              <a:t>[ ] Collect cost savings and ROI calculations</a:t>
            </a:r>
          </a:p>
          <a:p>
            <a:pPr/>
            <a:r>
              <a:t>[ ] Prepare network topology diagrams and architecture visuals</a:t>
            </a:r>
          </a:p>
          <a:p>
            <a:pPr/>
            <a:r>
              <a:t>[ ] Create traffic flow demonstrations and performance comparisons</a:t>
            </a:r>
          </a:p>
          <a:p>
            <a:pPr/>
            <a:r>
              <a:t>[ ] Practice live demo of network monitoring dashboards</a:t>
            </a:r>
          </a:p>
          <a:p>
            <a:pPr/>
            <a:r>
              <a:t>[ ] Prepare for technical questions about Azure networking</a:t>
            </a:r>
          </a:p>
          <a:p>
            <a:pPr/>
            <a:r>
              <a:t>[ ] Coordinate with technical team for detailed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Summary:</a:t>
            </a:r>
            <a:r>
              <a:t> Lead with business value and cost savings</a:t>
            </a:r>
          </a:p>
          <a:p>
            <a:pPr/>
            <a:r>
              <a:rPr b="1"/>
              <a:t>Data-Driven:</a:t>
            </a:r>
            <a:r>
              <a:t> Use metrics and facts to demonstrate networking success</a:t>
            </a:r>
          </a:p>
          <a:p>
            <a:pPr/>
            <a:r>
              <a:rPr b="1"/>
              <a:t>Visual Appeal:</a:t>
            </a:r>
            <a:r>
              <a:t> Include network diagrams and performance dashboards</a:t>
            </a:r>
          </a:p>
          <a:p>
            <a:pPr/>
            <a:r>
              <a:rPr b="1"/>
              <a:t>Technical Balance:</a:t>
            </a:r>
            <a:r>
              <a:t> Explain networking concepts in business terms</a:t>
            </a:r>
          </a:p>
          <a:p>
            <a:pPr/>
            <a:r>
              <a:rPr b="1"/>
              <a:t>Success Stories:</a:t>
            </a:r>
            <a:r>
              <a:t> Share specific performance and reliability improvements</a:t>
            </a:r>
          </a:p>
          <a:p>
            <a:pPr/>
            <a:r>
              <a:rPr b="1"/>
              <a:t>Future Vision:</a:t>
            </a:r>
            <a:r>
              <a:t> Connect to broader digital transformation strategy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Live Demo:</a:t>
            </a:r>
            <a:r>
              <a:t> Show network monitoring and performance dashboards</a:t>
            </a:r>
          </a:p>
          <a:p>
            <a:pPr/>
            <a:r>
              <a:rPr b="1"/>
              <a:t>Performance Metrics:</a:t>
            </a:r>
            <a:r>
              <a:t> Present compelling speed and reliability improvements</a:t>
            </a:r>
          </a:p>
          <a:p>
            <a:pPr/>
            <a:r>
              <a:rPr b="1"/>
              <a:t>Cost Analysis:</a:t>
            </a:r>
            <a:r>
              <a:t> Demonstrate clear ROI and operational savings</a:t>
            </a:r>
          </a:p>
          <a:p>
            <a:pPr/>
            <a:r>
              <a:rPr b="1"/>
              <a:t>Interactive Elements:</a:t>
            </a:r>
            <a:r>
              <a:t> Q&amp;A about specific network scenarios</a:t>
            </a:r>
          </a:p>
          <a:p>
            <a:pPr/>
            <a:r>
              <a:rPr b="1"/>
              <a:t>Clear Value Proposition:</a:t>
            </a:r>
            <a:r>
              <a:t> Quantify business impact and competitive advantage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presentation slides and technical appendices</a:t>
            </a:r>
          </a:p>
          <a:p>
            <a:pPr/>
            <a:r>
              <a:t>[ ] Send detailed network performance and cost analysis report</a:t>
            </a:r>
          </a:p>
          <a:p>
            <a:pPr/>
            <a:r>
              <a:t>[ ] Schedule operational handover meetings</a:t>
            </a:r>
          </a:p>
          <a:p>
            <a:pPr/>
            <a:r>
              <a:t>[ ] Document enhancement requests and future roadmap</a:t>
            </a:r>
          </a:p>
          <a:p>
            <a:pPr/>
            <a:r>
              <a:t>[ ] Archive all project documentation and network configurations</a:t>
            </a:r>
          </a:p>
          <a:p>
            <a:pPr/>
            <a:r>
              <a:t>[ ] Conduct final team celebration and recognition event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Network Performance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[Latency and throughput metrics by region]</a:t>
            </a:r>
          </a:p>
          <a:p>
            <a:pPr/>
            <a:r>
              <a:t>[Availability and uptime statistics]</a:t>
            </a:r>
          </a:p>
          <a:p>
            <a:pPr/>
            <a:r>
              <a:t>[Traffic patterns and utilization trends]</a:t>
            </a:r>
          </a:p>
          <a:p>
            <a:pPr/>
            <a:r>
              <a:t>[Security event and threat detection metrics]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[Network administrator satisfaction survey]</a:t>
            </a:r>
          </a:p>
          <a:p>
            <a:pPr/>
            <a:r>
              <a:t>[Business user experience assessment]</a:t>
            </a:r>
          </a:p>
          <a:p>
            <a:pPr/>
            <a:r>
              <a:t>[Security team evaluation]</a:t>
            </a:r>
          </a:p>
          <a:p>
            <a:pPr/>
            <a:r>
              <a:t>[Executive sponsor feedback]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Technical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[Virtual WAN architecture diagrams and configurations]</a:t>
            </a:r>
          </a:p>
          <a:p>
            <a:pPr/>
            <a:r>
              <a:t>[Hub and spoke topology specifications]</a:t>
            </a:r>
          </a:p>
          <a:p>
            <a:pPr/>
            <a:r>
              <a:t>[Security policy templates and procedures]</a:t>
            </a:r>
          </a:p>
          <a:p>
            <a:pPr/>
            <a:r>
              <a:t>[Training materials and certification guides]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Operational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[Network operations runbooks and procedures]</a:t>
            </a:r>
          </a:p>
          <a:p>
            <a:pPr/>
            <a:r>
              <a:t>[Performance monitoring and alerting configurations]</a:t>
            </a:r>
          </a:p>
          <a:p>
            <a:pPr/>
            <a:r>
              <a:t>[Support escalation contacts and procedures]</a:t>
            </a:r>
          </a:p>
          <a:p>
            <a:pPr/>
            <a:r>
              <a:t>[Enhancement request and change management process]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