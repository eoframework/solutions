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Virtual WAN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Global Hub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regional 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optimized hubs with redundancy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Additional hub for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Branch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 branch offices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27 sites with SD-WAN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Added 2 new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security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DDoS protection and WAF included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ExpressRoute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and backup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Active-active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redundancy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 Solution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Basic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Advanced network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performance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Virtual WAN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Network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Global Transit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Simplified multi-site communication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Any-to-any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SD-WAN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office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Dynamic path selection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Firewall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Centralized security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Unified security policy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ExpressRoute Global Reach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Private backbone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Predictable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Traffic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visibility and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performance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Auto-scaling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Dynamic bandwidth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43%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Monthly cost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Response time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90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reduction in incidents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54%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NOC ticket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99% threat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99.7%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event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System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Extended migration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 API development and staged cutover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integration analysis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ISP Coordination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Delayed circuit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vendor relationships and early ordering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Extended lead time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Branch Site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Inconsistent local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Standardized site surveys and remediation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Mandatory pre-deployment assessments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Staff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Learning curve for new technology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Hands-on labs and vendor certification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Increase training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SD-WAN Advanced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branch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Function Virtualization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reduction and agility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AI-Driven Network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performance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Edge Computing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Low-latency application delivery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12-18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5G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Mobile and IoT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18-24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