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Azure Document Intelligence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Form Recognition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 models for invoices, receipts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Deployed and trained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Achieved 96%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API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RESTful API for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integration with existing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Real-time processing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Cognitive Services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Text extraction and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Complete OCR and NLP 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Multi-language support included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Azure Security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protection and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End-to-end security with Azure Key Vault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GDPR and SOC 2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AI-Powered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User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AI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Invoice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 reduction in manual data entry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AP workflow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- Custom model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Receipt Recognition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Real-time expense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Mobile expense capture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 - Pre-built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Form Data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Structured data from unstructured documents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Streamlined form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- Custom form recognition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Multi-Language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Global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International operation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 - Language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 Through AI**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Processing Cost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60%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72% actual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Cost per document processed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Processing Speed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10x faster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15x actual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Documents per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Accuracy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 accuracy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96.2% achieved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Error rate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Staff Productivity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50% productivity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65% actual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Hours saved per week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3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AI Implementation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Model Training Data Quality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Initial accuracy below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Curated high-quality training dataset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Establish data quality standards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Change Resistance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Slow initial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Comprehensive training and benefits demonstration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Early user engagement in AI projects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API Rate Limiting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bottlenecks during peak 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Implemented intelligent batching and retry logic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Design for Azure service limits from start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AI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Contract Analysis AI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Legal document processing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6-9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Multi-Modal Document AI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Image and text processing combined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Predictive Analytics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AI-driven business insights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Azure OpenAI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Advanced language understanding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4-6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