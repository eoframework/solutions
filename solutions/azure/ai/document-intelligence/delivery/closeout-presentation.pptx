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Project Overview and AI Document Processing Objectives</a:t>
            </a:r>
          </a:p>
          <a:p>
            <a:pPr/>
            <a:r>
              <a:t>Azure Document Intelligence Solution Delivery Summary</a:t>
            </a:r>
          </a:p>
          <a:p>
            <a:pPr/>
            <a:r>
              <a:t>AI-Driven Benefits Realization and Productivity Gains</a:t>
            </a:r>
          </a:p>
          <a:p>
            <a:pPr/>
            <a:r>
              <a:t>Document Processing Transformation Lessons Learned</a:t>
            </a:r>
          </a:p>
          <a:p>
            <a:pPr/>
            <a:r>
              <a:t>Operational Excellence Recommendations and Next Steps</a:t>
            </a:r>
          </a:p>
          <a:p>
            <a:pPr/>
            <a:r>
              <a:t>Team Recognition and AI Innovation Achievement</a:t>
            </a:r>
          </a:p>
          <a:p>
            <a:pPr/>
            <a:r>
              <a:t>Q&amp;A Session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3: Project Charter Recap**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Original Business Problem:</a:t>
            </a:r>
            <a:r>
              <a:t> Manual document processing bottlenecks and accuracy issues</a:t>
            </a:r>
          </a:p>
          <a:p>
            <a:pPr/>
            <a:r>
              <a:rPr b="1"/>
              <a:t>Project Objectives:</a:t>
            </a:r>
            <a:r>
              <a:t> Automate document extraction with 95%+ accuracy using Azure AI</a:t>
            </a:r>
          </a:p>
          <a:p>
            <a:pPr/>
            <a:r>
              <a:rPr b="1"/>
              <a:t>Success Criteria:</a:t>
            </a:r>
            <a:r>
              <a:t> Process 10x more documents with reduced processing time</a:t>
            </a:r>
          </a:p>
          <a:p>
            <a:pPr/>
            <a:r>
              <a:rPr b="1"/>
              <a:t>Project Scope:</a:t>
            </a:r>
            <a:r>
              <a:t> Implementation of Azure Document Intelligence for invoice, form, and receipt processing</a:t>
            </a:r>
          </a:p>
          <a:p>
            <a:pPr/>
            <a:r>
              <a:rPr b="1"/>
              <a:t>Initial Timeline:</a:t>
            </a:r>
            <a:r>
              <a:t> [Original vs. actual timeline for AI solution deployment]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Azure Document Intelligence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Form Recognition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Custom models for invoices, receipts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Deployed and trained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Achieved 96%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API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RESTful API for document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Full integration with existing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Real-time processing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Cognitive Services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Text extraction and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Complete OCR and NLP 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Multi-language support included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Azure Security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protection and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End-to-end security with Azure Key Vault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GDPR and SOC 2 compliant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5: Project Timeline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Total Project Budget:</a:t>
            </a:r>
            <a:r>
              <a:t> [Approved budget including Azure AI services]</a:t>
            </a:r>
          </a:p>
          <a:p>
            <a:pPr/>
            <a:r>
              <a:rPr b="1"/>
              <a:t>Actual Expenditure:</a:t>
            </a:r>
            <a:r>
              <a:t> [Final cost including Azure consumption]</a:t>
            </a:r>
          </a:p>
          <a:p>
            <a:pPr/>
            <a:r>
              <a:rPr b="1"/>
              <a:t>Budget Variance:</a:t>
            </a:r>
            <a:r>
              <a:t> [Over/under budget with Azure service cost analysis]</a:t>
            </a:r>
          </a:p>
          <a:p>
            <a:pPr/>
            <a:r>
              <a:rPr b="1"/>
              <a:t>Resource Utilization:</a:t>
            </a:r>
            <a:r>
              <a:t> [AI/ML specialists and development team effort]</a:t>
            </a:r>
          </a:p>
          <a:p>
            <a:pPr/>
            <a:r>
              <a:rPr b="1"/>
              <a:t>Azure Service Costs:</a:t>
            </a:r>
            <a:r>
              <a:t> [Ongoing operational costs for Document Intelligence service]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7: Solution Architecture Overview**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t>Azure Document Intelligence service architecture</a:t>
            </a:r>
          </a:p>
          <a:p>
            <a:pPr/>
            <a:r>
              <a:t>Custom form recognizer models and training pipeline</a:t>
            </a:r>
          </a:p>
          <a:p>
            <a:pPr/>
            <a:r>
              <a:t>API Gateway and microservices integration</a:t>
            </a:r>
          </a:p>
          <a:p>
            <a:pPr/>
            <a:r>
              <a:t>Azure Cognitive Services ecosystem integration</a:t>
            </a:r>
          </a:p>
          <a:p>
            <a:pPr/>
            <a:r>
              <a:t>Security architecture with Azure Key Vault and managed identities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8: AI-Powered Features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User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AI 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Invoice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90% reduction in manual data entry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Automated AP workflow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- Custom model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Receipt Recognition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Real-time expense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Mobile expense capture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 - Pre-built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Form Data Extraction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Structured data from unstructured documents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Streamlined form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- Custom form recognition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Multi-Language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Global document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International operation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Medium - Language detection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9: AI Model Performance Metrics**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10: Go-Live Results**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Deployment Success:</a:t>
            </a:r>
            <a:r>
              <a:t> Seamless production rollout with zero downtime</a:t>
            </a:r>
          </a:p>
          <a:p>
            <a:pPr/>
            <a:r>
              <a:rPr b="1"/>
              <a:t>AI Model Performance:</a:t>
            </a:r>
            <a:r>
              <a:t> Exceeded accuracy targets from day one</a:t>
            </a:r>
          </a:p>
          <a:p>
            <a:pPr/>
            <a:r>
              <a:rPr b="1"/>
              <a:t>User Adoption:</a:t>
            </a:r>
            <a:r>
              <a:t> 95% user satisfaction with automated processing</a:t>
            </a:r>
          </a:p>
          <a:p>
            <a:pPr/>
            <a:r>
              <a:rPr b="1"/>
              <a:t>Document Processing Volume:</a:t>
            </a:r>
            <a:r>
              <a:t> 300% increase in processed documents</a:t>
            </a:r>
          </a:p>
          <a:p>
            <a:pPr/>
            <a:r>
              <a:rPr b="1"/>
              <a:t>Business Process Integration:</a:t>
            </a:r>
            <a:r>
              <a:t> Complete integration with existing ERP systems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11: Training and Knowledge Transfer**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AI Solution Training:</a:t>
            </a:r>
            <a:r>
              <a:t> Comprehensive training on Azure Document Intelligence capabilities</a:t>
            </a:r>
          </a:p>
          <a:p>
            <a:pPr/>
            <a:r>
              <a:rPr b="1"/>
              <a:t>Model Management Training:</a:t>
            </a:r>
            <a:r>
              <a:t> Training on model retraining and optimization</a:t>
            </a:r>
          </a:p>
          <a:p>
            <a:pPr/>
            <a:r>
              <a:rPr b="1"/>
              <a:t>User Adoption Programs:</a:t>
            </a:r>
            <a:r>
              <a:t> End-user training on new automated workflows</a:t>
            </a:r>
          </a:p>
          <a:p>
            <a:pPr/>
            <a:r>
              <a:rPr b="1"/>
              <a:t>Technical Documentation:</a:t>
            </a:r>
            <a:r>
              <a:t> Complete API documentation and integration guides</a:t>
            </a:r>
          </a:p>
          <a:p>
            <a:pPr/>
            <a:r>
              <a:rPr b="1"/>
              <a:t>Support Model:</a:t>
            </a:r>
            <a:r>
              <a:t> Established AI operations and monitoring procedures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12: Business Value Delivered Through AI**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 to Full Benefit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Processing Cost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60%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72% actual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Cost per document processed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Processing Speed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10x faster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15x actual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Documents per hour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Accuracy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 accuracy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96.2% achieved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Error rate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Staff Productivity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50% productivity gain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65% actual gain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Hours saved per week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3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13: AI ROI Analysis**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14: Operational AI Improvements**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Document Processing Efficiency:</a:t>
            </a:r>
            <a:r>
              <a:t> 15x faster than manual processing</a:t>
            </a:r>
          </a:p>
          <a:p>
            <a:pPr/>
            <a:r>
              <a:rPr b="1"/>
              <a:t>Staff Productivity:</a:t>
            </a:r>
            <a:r>
              <a:t> 65% increase in value-added work time</a:t>
            </a:r>
          </a:p>
          <a:p>
            <a:pPr/>
            <a:r>
              <a:rPr b="1"/>
              <a:t>Data Quality:</a:t>
            </a:r>
            <a:r>
              <a:t> 99.2% accuracy in extracted data vs. 85% manual accuracy</a:t>
            </a:r>
          </a:p>
          <a:p>
            <a:pPr/>
            <a:r>
              <a:rPr b="1"/>
              <a:t>Compliance:</a:t>
            </a:r>
            <a:r>
              <a:t> Automated audit trails and GDPR compliance</a:t>
            </a:r>
          </a:p>
          <a:p>
            <a:pPr/>
            <a:r>
              <a:rPr b="1"/>
              <a:t>Customer Experience:</a:t>
            </a:r>
            <a:r>
              <a:t> Real-time document processing for faster service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15: Strategic AI Value**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Digital Transformation:</a:t>
            </a:r>
            <a:r>
              <a:t> Foundation for enterprise AI adoption</a:t>
            </a:r>
          </a:p>
          <a:p>
            <a:pPr/>
            <a:r>
              <a:rPr b="1"/>
              <a:t>Competitive Advantage:</a:t>
            </a:r>
            <a:r>
              <a:t> First-to-market with automated document processing</a:t>
            </a:r>
          </a:p>
          <a:p>
            <a:pPr/>
            <a:r>
              <a:rPr b="1"/>
              <a:t>Innovation Platform:</a:t>
            </a:r>
            <a:r>
              <a:t> Azure AI ecosystem ready for additional use cases</a:t>
            </a:r>
          </a:p>
          <a:p>
            <a:pPr/>
            <a:r>
              <a:rPr b="1"/>
              <a:t>Organizational AI Capability:</a:t>
            </a:r>
            <a:r>
              <a:t> Established AI/ML expertise and processes</a:t>
            </a:r>
          </a:p>
          <a:p>
            <a:pPr/>
            <a:r>
              <a:rPr b="1"/>
              <a:t>Scalability Foundation:</a:t>
            </a:r>
            <a:r>
              <a:t> Cloud-native architecture ready for growth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16: What Went Well**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Azure AI Service Selection:</a:t>
            </a:r>
            <a:r>
              <a:t> Document Intelligence perfectly matched use case requirements</a:t>
            </a:r>
          </a:p>
          <a:p>
            <a:pPr/>
            <a:r>
              <a:rPr b="1"/>
              <a:t>Model Training Approach:</a:t>
            </a:r>
            <a:r>
              <a:t> Iterative training with domain-specific data yielded excellent results</a:t>
            </a:r>
          </a:p>
          <a:p>
            <a:pPr/>
            <a:r>
              <a:rPr b="1"/>
              <a:t>Cross-Functional Collaboration:</a:t>
            </a:r>
            <a:r>
              <a:t> Strong partnership between AI specialists and business users</a:t>
            </a:r>
          </a:p>
          <a:p>
            <a:pPr/>
            <a:r>
              <a:rPr b="1"/>
              <a:t>Azure Integration:</a:t>
            </a:r>
            <a:r>
              <a:t> Seamless integration with existing Azure infrastructure</a:t>
            </a:r>
          </a:p>
          <a:p>
            <a:pPr/>
            <a:r>
              <a:rPr b="1"/>
              <a:t>Change Management:</a:t>
            </a:r>
            <a:r>
              <a:t> Proactive user engagement and training drove high adoption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17: AI Implementation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Model Training Data Quality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Initial accuracy below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Curated high-quality training dataset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Establish data quality standards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Change Resistance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Slow initial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Comprehensive training and benefits demonstration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Early user engagement in AI projects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API Rate Limiting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bottlenecks during peak loads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Implemented intelligent batching and retry logic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Design for Azure service limits from start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18: AI and Machine Learning Key Learnings**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AI Lessons:</a:t>
            </a:r>
          </a:p>
          <a:p>
            <a:pPr lvl="1"/>
            <a:r>
              <a:t>Quality training data is more important than quantity</a:t>
            </a:r>
          </a:p>
          <a:p>
            <a:pPr lvl="1"/>
            <a:r>
              <a:t>Azure Document Intelligence pre-built models accelerated development</a:t>
            </a:r>
          </a:p>
          <a:p>
            <a:pPr lvl="1"/>
            <a:r>
              <a:t>Custom model fine-tuning delivered superior domain-specific accuracy</a:t>
            </a:r>
          </a:p>
          <a:p>
            <a:pPr/>
            <a:r>
              <a:rPr b="1"/>
              <a:t>Process Lessons:</a:t>
            </a:r>
          </a:p>
          <a:p>
            <a:pPr lvl="1"/>
            <a:r>
              <a:t>Iterative model improvement approach was highly effective</a:t>
            </a:r>
          </a:p>
          <a:p>
            <a:pPr lvl="1"/>
            <a:r>
              <a:t>Real-time feedback loops improved model performance continuously</a:t>
            </a:r>
          </a:p>
          <a:p>
            <a:pPr lvl="1"/>
            <a:r>
              <a:t>User acceptance testing critical for AI solution success</a:t>
            </a:r>
          </a:p>
          <a:p>
            <a:pPr/>
            <a:r>
              <a:rPr b="1"/>
              <a:t>Organizational AI Lessons:</a:t>
            </a:r>
          </a:p>
          <a:p>
            <a:pPr lvl="1"/>
            <a:r>
              <a:t>AI literacy training essential for successful adoption</a:t>
            </a:r>
          </a:p>
          <a:p>
            <a:pPr lvl="1"/>
            <a:r>
              <a:t>Business user involvement in model validation crucial</a:t>
            </a:r>
          </a:p>
          <a:p>
            <a:pPr lvl="1"/>
            <a:r>
              <a:t>Change management even more critical for AI implementations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19: Best Practices Established for AI Projects**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AI Model Management:</a:t>
            </a:r>
            <a:r>
              <a:t> Established model versioning and performance monitoring</a:t>
            </a:r>
          </a:p>
          <a:p>
            <a:pPr/>
            <a:r>
              <a:rPr b="1"/>
              <a:t>Data Governance:</a:t>
            </a:r>
            <a:r>
              <a:t> Implemented data quality standards for AI training</a:t>
            </a:r>
          </a:p>
          <a:p>
            <a:pPr/>
            <a:r>
              <a:rPr b="1"/>
              <a:t>Azure AI Service Standards:</a:t>
            </a:r>
            <a:r>
              <a:t> Standardized approach to Azure Cognitive Services</a:t>
            </a:r>
          </a:p>
          <a:p>
            <a:pPr/>
            <a:r>
              <a:rPr b="1"/>
              <a:t>Monitoring and Alerting:</a:t>
            </a:r>
            <a:r>
              <a:t> Comprehensive AI model performance monitoring</a:t>
            </a:r>
          </a:p>
          <a:p>
            <a:pPr/>
            <a:r>
              <a:rPr b="1"/>
              <a:t>Documentation Standards:</a:t>
            </a:r>
            <a:r>
              <a:t> AI-specific documentation requirements established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20: Immediate AI Operations Recommendations**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Model Performance Monitoring:</a:t>
            </a:r>
          </a:p>
          <a:p>
            <a:pPr lvl="1"/>
            <a:r>
              <a:t>Implement continuous accuracy monitoring with Azure ML</a:t>
            </a:r>
          </a:p>
          <a:p>
            <a:pPr lvl="1"/>
            <a:r>
              <a:t>Set up automated retraining triggers for model drift</a:t>
            </a:r>
          </a:p>
          <a:p>
            <a:pPr lvl="1"/>
            <a:r>
              <a:t>Establish performance benchmarking and alerting</a:t>
            </a:r>
          </a:p>
          <a:p>
            <a:pPr/>
            <a:r>
              <a:rPr b="1"/>
              <a:t>Azure Service Optimization:</a:t>
            </a:r>
          </a:p>
          <a:p>
            <a:pPr lvl="1"/>
            <a:r>
              <a:t>Monitor Azure consumption and optimize costs</a:t>
            </a:r>
          </a:p>
          <a:p>
            <a:pPr lvl="1"/>
            <a:r>
              <a:t>Implement auto-scaling for variable document volumes</a:t>
            </a:r>
          </a:p>
          <a:p>
            <a:pPr lvl="1"/>
            <a:r>
              <a:t>Enhance security monitoring and compliance reporting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Future AI Enhancement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Enhancement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Contract Analysis AI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Legal document processing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6-9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Multi-Modal Document AI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Image and text processing combined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Predictive Analytics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AI-driven business insights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9-12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Azure OpenAI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Advanced language understanding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4-6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22: Transition to AI Operations**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AI Operations Handover:</a:t>
            </a:r>
            <a:r>
              <a:t> Complete transition to Azure AI operations team</a:t>
            </a:r>
          </a:p>
          <a:p>
            <a:pPr/>
            <a:r>
              <a:rPr b="1"/>
              <a:t>Model Management Process:</a:t>
            </a:r>
            <a:r>
              <a:t> Ongoing model monitoring and retraining procedures</a:t>
            </a:r>
          </a:p>
          <a:p>
            <a:pPr/>
            <a:r>
              <a:rPr b="1"/>
              <a:t>Performance Optimization:</a:t>
            </a:r>
            <a:r>
              <a:t> Continuous improvement based on usage patterns</a:t>
            </a:r>
          </a:p>
          <a:p>
            <a:pPr/>
            <a:r>
              <a:rPr b="1"/>
              <a:t>Azure Service Management:</a:t>
            </a:r>
            <a:r>
              <a:t> Cost optimization and capacity planning</a:t>
            </a:r>
          </a:p>
          <a:p>
            <a:pPr/>
            <a:r>
              <a:rPr b="1"/>
              <a:t>AI Governance:</a:t>
            </a:r>
            <a:r>
              <a:t> Established AI ethics and compliance framework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23: AI Implementation Core Team**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Manager:</a:t>
            </a:r>
            <a:r>
              <a:t> [Name] - Successful AI project delivery and stakeholder management</a:t>
            </a:r>
          </a:p>
          <a:p>
            <a:pPr/>
            <a:r>
              <a:rPr b="1"/>
              <a:t>AI Solution Architect:</a:t>
            </a:r>
            <a:r>
              <a:t> [Name] - Azure Document Intelligence architecture and optimization</a:t>
            </a:r>
          </a:p>
          <a:p>
            <a:pPr/>
            <a:r>
              <a:rPr b="1"/>
              <a:t>Machine Learning Engineer:</a:t>
            </a:r>
            <a:r>
              <a:t> [Name] - Custom model development and training</a:t>
            </a:r>
          </a:p>
          <a:p>
            <a:pPr/>
            <a:r>
              <a:rPr b="1"/>
              <a:t>Azure Integration Specialist:</a:t>
            </a:r>
            <a:r>
              <a:t> [Name] - Seamless Azure service integration</a:t>
            </a:r>
          </a:p>
          <a:p>
            <a:pPr/>
            <a:r>
              <a:rPr b="1"/>
              <a:t>Business Analyst:</a:t>
            </a:r>
            <a:r>
              <a:t> [Name] - Requirements analysis and process optimization</a:t>
            </a:r>
          </a:p>
          <a:p>
            <a:pPr/>
            <a:r>
              <a:rPr b="1"/>
              <a:t>Change Management Lead:</a:t>
            </a:r>
            <a:r>
              <a:t> [Name] - User adoption and training excellence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24: Extended AI Team Recognition**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Data Science Team:</a:t>
            </a:r>
            <a:r>
              <a:t> Model training and validation excellence</a:t>
            </a:r>
          </a:p>
          <a:p>
            <a:pPr/>
            <a:r>
              <a:rPr b="1"/>
              <a:t>Azure Infrastructure Team:</a:t>
            </a:r>
            <a:r>
              <a:t> Robust cloud foundation and security</a:t>
            </a:r>
          </a:p>
          <a:p>
            <a:pPr/>
            <a:r>
              <a:rPr b="1"/>
              <a:t>Business Process Owners:</a:t>
            </a:r>
            <a:r>
              <a:t> Domain expertise and user acceptance testing</a:t>
            </a:r>
          </a:p>
          <a:p>
            <a:pPr/>
            <a:r>
              <a:rPr b="1"/>
              <a:t>IT Security Team:</a:t>
            </a:r>
            <a:r>
              <a:t> AI security and compliance implementation</a:t>
            </a:r>
          </a:p>
          <a:p>
            <a:pPr/>
            <a:r>
              <a:rPr b="1"/>
              <a:t>Executive AI Sponsors:</a:t>
            </a:r>
            <a:r>
              <a:t> Vision and support for AI transformation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25: AI Innovation Success Factors**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AI Expertise:</a:t>
            </a:r>
            <a:r>
              <a:t> Deep Azure AI service knowledge and implementation skills</a:t>
            </a:r>
          </a:p>
          <a:p>
            <a:pPr/>
            <a:r>
              <a:rPr b="1"/>
              <a:t>Business Partnership:</a:t>
            </a:r>
            <a:r>
              <a:t> Strong collaboration between technical and business teams</a:t>
            </a:r>
          </a:p>
          <a:p>
            <a:pPr/>
            <a:r>
              <a:rPr b="1"/>
              <a:t>Innovation Mindset:</a:t>
            </a:r>
            <a:r>
              <a:t> Willingness to experiment and iterate with AI solutions</a:t>
            </a:r>
          </a:p>
          <a:p>
            <a:pPr/>
            <a:r>
              <a:rPr b="1"/>
              <a:t>User-Centric Design:</a:t>
            </a:r>
            <a:r>
              <a:t> Focus on practical business value and user experience</a:t>
            </a:r>
          </a:p>
          <a:p>
            <a:pPr/>
            <a:r>
              <a:rPr b="1"/>
              <a:t>Continuous Learning:</a:t>
            </a:r>
            <a:r>
              <a:t> Commitment to AI model improvement and optimization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26: AI Project Success Declaration**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AI Objectives Achieved:</a:t>
            </a:r>
            <a:r>
              <a:t> 96%+ accuracy target exceeded with robust automation</a:t>
            </a:r>
          </a:p>
          <a:p>
            <a:pPr/>
            <a:r>
              <a:rPr b="1"/>
              <a:t>Business Value Delivered:</a:t>
            </a:r>
            <a:r>
              <a:t> 280% ROI with 72% cost reduction achieved</a:t>
            </a:r>
          </a:p>
          <a:p>
            <a:pPr/>
            <a:r>
              <a:rPr b="1"/>
              <a:t>Technical Excellence:</a:t>
            </a:r>
            <a:r>
              <a:t> Production-ready Azure AI solution with 99.9% uptime</a:t>
            </a:r>
          </a:p>
          <a:p>
            <a:pPr/>
            <a:r>
              <a:rPr b="1"/>
              <a:t>User Satisfaction:</a:t>
            </a:r>
            <a:r>
              <a:t> 95% user adoption with positive feedback</a:t>
            </a:r>
          </a:p>
          <a:p>
            <a:pPr/>
            <a:r>
              <a:rPr b="1"/>
              <a:t>On-Time Delivery:</a:t>
            </a:r>
            <a:r>
              <a:t> Delivered on schedule with Azure AI best practices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27: Azure Document Intelligence Project Closure**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AI Solution Deployed:</a:t>
            </a:r>
            <a:r>
              <a:t> Production Azure Document Intelligence service operational</a:t>
            </a:r>
          </a:p>
          <a:p>
            <a:pPr/>
            <a:r>
              <a:rPr b="1"/>
              <a:t>Model Performance Validated:</a:t>
            </a:r>
            <a:r>
              <a:t> All accuracy and performance targets exceeded</a:t>
            </a:r>
          </a:p>
          <a:p>
            <a:pPr/>
            <a:r>
              <a:rPr b="1"/>
              <a:t>Knowledge Transfer Complete:</a:t>
            </a:r>
            <a:r>
              <a:t> AI operations team fully trained and equipped</a:t>
            </a:r>
          </a:p>
          <a:p>
            <a:pPr/>
            <a:r>
              <a:rPr b="1"/>
              <a:t>Documentation Complete:</a:t>
            </a:r>
            <a:r>
              <a:t> Comprehensive AI solution and operations documentation</a:t>
            </a:r>
          </a:p>
          <a:p>
            <a:pPr/>
            <a:r>
              <a:rPr b="1"/>
              <a:t>AI Lessons Captured:</a:t>
            </a:r>
            <a:r>
              <a:t> Best practices documented for future AI initiatives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**Slide 28: Thank You and Q&amp;A**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Appreciation:</a:t>
            </a:r>
            <a:r>
              <a:t> Thank you for supporting our AI transformation journey</a:t>
            </a:r>
          </a:p>
          <a:p>
            <a:pPr/>
            <a:r>
              <a:rPr b="1"/>
              <a:t>Azure AI Contact:</a:t>
            </a:r>
            <a:r>
              <a:t> [Future support and enhancement contact details]</a:t>
            </a:r>
          </a:p>
          <a:p>
            <a:pPr/>
            <a:r>
              <a:rPr b="1"/>
              <a:t>Q&amp;A Session:</a:t>
            </a:r>
            <a:r>
              <a:t> Questions about Azure Document Intelligence implementation</a:t>
            </a:r>
          </a:p>
          <a:p>
            <a:pPr/>
            <a:r>
              <a:rPr b="1"/>
              <a:t>AI Roadmap:</a:t>
            </a:r>
            <a:r>
              <a:t> Next steps in our enterprise AI adoption strategy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Gather AI model performance metrics and accuracy data</a:t>
            </a:r>
          </a:p>
          <a:p>
            <a:pPr/>
            <a:r>
              <a:t>[ ] Collect user feedback on automated document processing</a:t>
            </a:r>
          </a:p>
          <a:p>
            <a:pPr/>
            <a:r>
              <a:t>[ ] Prepare Azure service cost analysis and ROI calculations</a:t>
            </a:r>
          </a:p>
          <a:p>
            <a:pPr/>
            <a:r>
              <a:t>[ ] Create visual demonstrations of AI capabilities</a:t>
            </a:r>
          </a:p>
          <a:p>
            <a:pPr/>
            <a:r>
              <a:t>[ ] Practice presentation with live AI solution demo</a:t>
            </a:r>
          </a:p>
          <a:p>
            <a:pPr/>
            <a:r>
              <a:t>[ ] Prepare for technical AI questions and scenarios</a:t>
            </a:r>
          </a:p>
          <a:p>
            <a:pPr/>
            <a:r>
              <a:t>[ ] Coordinate with AI team members for technical Q&amp;A support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**AI Presentation Best Practices**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AI Value First:</a:t>
            </a:r>
            <a:r>
              <a:t> Lead with business transformation achieved through AI</a:t>
            </a:r>
          </a:p>
          <a:p>
            <a:pPr/>
            <a:r>
              <a:rPr b="1"/>
              <a:t>Data-Driven AI Metrics:</a:t>
            </a:r>
            <a:r>
              <a:t> Use accuracy, performance, and cost metrics</a:t>
            </a:r>
          </a:p>
          <a:p>
            <a:pPr/>
            <a:r>
              <a:rPr b="1"/>
              <a:t>Live AI Demonstrations:</a:t>
            </a:r>
            <a:r>
              <a:t> Show actual document processing in real-time</a:t>
            </a:r>
          </a:p>
          <a:p>
            <a:pPr/>
            <a:r>
              <a:rPr b="1"/>
              <a:t>Transformation Story:</a:t>
            </a:r>
            <a:r>
              <a:t> Present as journey from manual to AI-automated processes</a:t>
            </a:r>
          </a:p>
          <a:p>
            <a:pPr/>
            <a:r>
              <a:rPr b="1"/>
              <a:t>Technical Transparency:</a:t>
            </a:r>
            <a:r>
              <a:t> Acknowledge AI limitations and continuous improvement</a:t>
            </a:r>
          </a:p>
          <a:p>
            <a:pPr/>
            <a:r>
              <a:rPr b="1"/>
              <a:t>Future AI Vision:</a:t>
            </a:r>
            <a:r>
              <a:t> End with broader AI adoption roadmap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**Audience Engagement for AI Solutions**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Interactive AI Demo:</a:t>
            </a:r>
            <a:r>
              <a:t> Live document processing demonstration</a:t>
            </a:r>
          </a:p>
          <a:p>
            <a:pPr/>
            <a:r>
              <a:rPr b="1"/>
              <a:t>Before/After Comparisons:</a:t>
            </a:r>
            <a:r>
              <a:t> Show manual vs. AI-automated processes</a:t>
            </a:r>
          </a:p>
          <a:p>
            <a:pPr/>
            <a:r>
              <a:rPr b="1"/>
              <a:t>Real User Stories:</a:t>
            </a:r>
            <a:r>
              <a:t> Share specific examples of productivity improvements</a:t>
            </a:r>
          </a:p>
          <a:p>
            <a:pPr/>
            <a:r>
              <a:rPr b="1"/>
              <a:t>AI Innovation Recognition:</a:t>
            </a:r>
            <a:r>
              <a:t> Acknowledge the team's AI expertise and innovation</a:t>
            </a:r>
          </a:p>
          <a:p>
            <a:pPr/>
            <a:r>
              <a:rPr b="1"/>
              <a:t>Clear AI Strategy:</a:t>
            </a:r>
            <a:r>
              <a:t> Define next steps in enterprise AI adoption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**Follow-Up Actions**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Distribute AI solution presentation and technical documentation</a:t>
            </a:r>
          </a:p>
          <a:p>
            <a:pPr/>
            <a:r>
              <a:t>[ ] Send Azure Document Intelligence performance summary report</a:t>
            </a:r>
          </a:p>
          <a:p>
            <a:pPr/>
            <a:r>
              <a:t>[ ] Schedule AI operations transition meetings</a:t>
            </a:r>
          </a:p>
          <a:p>
            <a:pPr/>
            <a:r>
              <a:t>[ ] Document AI lessons learned for future projects</a:t>
            </a:r>
          </a:p>
          <a:p>
            <a:pPr/>
            <a:r>
              <a:t>[ ] Archive AI project documentation and model artifacts</a:t>
            </a:r>
          </a:p>
          <a:p>
            <a:pPr/>
            <a:r>
              <a:t>[ ] Plan AI innovation team celebration and recognition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**A. Azure AI Performance Dashboard**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[Include detailed AI model accuracy metrics]</a:t>
            </a:r>
          </a:p>
          <a:p>
            <a:pPr/>
            <a:r>
              <a:t>[Document processing volume and speed trends]</a:t>
            </a:r>
          </a:p>
          <a:p>
            <a:pPr/>
            <a:r>
              <a:t>[User adoption and satisfaction statistics]</a:t>
            </a:r>
          </a:p>
          <a:p>
            <a:pPr/>
            <a:r>
              <a:t>[Azure service consumption and cost analysis]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**B. AI Solution Stakeholder Feedback**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[Compiled feedback from business users]</a:t>
            </a:r>
          </a:p>
          <a:p>
            <a:pPr/>
            <a:r>
              <a:t>[AI solution satisfaction surveys]</a:t>
            </a:r>
          </a:p>
          <a:p>
            <a:pPr/>
            <a:r>
              <a:t>[Executive feedback on AI transformation]</a:t>
            </a:r>
          </a:p>
          <a:p>
            <a:pPr/>
            <a:r>
              <a:t>[Suggestions for future AI enhancements]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**C. Azure Document Intelligence Artifacts**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[List of all AI solution deliverables]</a:t>
            </a:r>
          </a:p>
          <a:p>
            <a:pPr/>
            <a:r>
              <a:t>[Model training datasets and documentation]</a:t>
            </a:r>
          </a:p>
          <a:p>
            <a:pPr/>
            <a:r>
              <a:t>[API integration guides and code samples]</a:t>
            </a:r>
          </a:p>
          <a:p>
            <a:pPr/>
            <a:r>
              <a:t>[Azure AI service configuration and deployment guides]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**D. AI Operations Transition Documentation**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[AI operations handover checklist]</a:t>
            </a:r>
          </a:p>
          <a:p>
            <a:pPr/>
            <a:r>
              <a:t>[Model monitoring and retraining procedures]</a:t>
            </a:r>
          </a:p>
          <a:p>
            <a:pPr/>
            <a:r>
              <a:t>[Azure AI service support contacts]</a:t>
            </a:r>
          </a:p>
          <a:p>
            <a:pPr/>
            <a:r>
              <a:t>[AI solution troubleshooting and escalation procedures]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