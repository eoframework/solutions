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AI Document Intelligence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data entry bottlenecks and reduce processing time from hours to minutes</a:t>
            </a:r>
          </a:p>
          <a:p>
            <a:pPr lvl="1"/>
            <a:r>
              <a:t>Achieve 99%+ accuracy with AI-powered extraction replacing error-prone manual processes</a:t>
            </a:r>
          </a:p>
          <a:p>
            <a:pPr lvl="1"/>
            <a:r>
              <a:t>Scale effortlessly to handle volume fluctuations without adding headcount</a:t>
            </a:r>
          </a:p>
          <a:p>
            <a:pPr/>
            <a:r>
              <a:rPr b="1"/>
              <a:t>Success Criteria</a:t>
            </a:r>
          </a:p>
          <a:p>
            <a:pPr lvl="1"/>
            <a:r>
              <a:t>90% reduction in document processing time with measurable productivity gains</a:t>
            </a:r>
          </a:p>
          <a:p>
            <a:pPr lvl="1"/>
            <a:r>
              <a:t>95%+ data extraction accuracy validated against business requirements</a:t>
            </a:r>
          </a:p>
          <a:p>
            <a:pPr lvl="1"/>
            <a:r>
              <a:t>ROI realization within 12-18 months through labor cost savings and efficiency gains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AI/ML Services</a:t>
            </a:r>
          </a:p>
          <a:p>
            <a:pPr lvl="1"/>
            <a:r>
              <a:t>Azure AI Document Intelligence for OCR and intelligent form/table extraction from documents</a:t>
            </a:r>
          </a:p>
          <a:p>
            <a:pPr lvl="1"/>
            <a:r>
              <a:t>Azure Cognitive Services Text Analytics for NLP entity recognition and document classification</a:t>
            </a:r>
          </a:p>
          <a:p>
            <a:pPr lvl="1"/>
            <a:r>
              <a:t>Azure AI Custom Vision for document classification and quality assurance on low-confidence results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Serverless processing with Azure Functions and Logic Apps for scalable workflows</a:t>
            </a:r>
          </a:p>
          <a:p>
            <a:pPr lvl="1"/>
            <a:r>
              <a:t>Blob Storage, Cosmos DB metadata, and API Management for integration</a:t>
            </a:r>
          </a:p>
          <a:p>
            <a:pPr lvl="1"/>
            <a:r>
              <a:t>Azure Monitor and Application Insights for compliance and audit logging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1876" y="685799"/>
            <a:ext cx="2998274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Pilot (Months 1-2)</a:t>
            </a:r>
          </a:p>
          <a:p>
            <a:pPr lvl="1"/>
            <a:r>
              <a:t>Deploy single document type to validate AI accuracy and business value</a:t>
            </a:r>
          </a:p>
          <a:p>
            <a:pPr lvl="1"/>
            <a:r>
              <a:t>Configure Document Intelligence/Text Analytics models with sample documents</a:t>
            </a:r>
          </a:p>
          <a:p>
            <a:pPr lvl="1"/>
            <a:r>
              <a:t>Establish human review workflow and quality benchmarks</a:t>
            </a:r>
          </a:p>
          <a:p>
            <a:pPr/>
            <a:r>
              <a:rPr b="1"/>
              <a:t>Phase 2: Expansion (Months 3-4)</a:t>
            </a:r>
          </a:p>
          <a:p>
            <a:pPr lvl="1"/>
            <a:r>
              <a:t>Extend to additional document types and higher volumes</a:t>
            </a:r>
          </a:p>
          <a:p>
            <a:pPr lvl="1"/>
            <a:r>
              <a:t>Implement API integrations with downstream business systems</a:t>
            </a:r>
          </a:p>
          <a:p>
            <a:pPr lvl="1"/>
            <a:r>
              <a:t>Configure automated routing and exception handling</a:t>
            </a:r>
          </a:p>
          <a:p>
            <a:pPr/>
            <a:r>
              <a:rPr b="1"/>
              <a:t>Phase 3: Optimization (Months 5-6)</a:t>
            </a:r>
          </a:p>
          <a:p>
            <a:pPr lvl="1"/>
            <a:r>
              <a:t>Fine-tune AI models based on production data and feedback</a:t>
            </a:r>
          </a:p>
          <a:p>
            <a:pPr lvl="1"/>
            <a:r>
              <a:t>Implement advanced features like multi-language support</a:t>
            </a:r>
          </a:p>
          <a:p>
            <a:pPr lvl="1"/>
            <a:r>
              <a:t>Complete training and transition to operations team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document type automated, 95%+ accuracy validated, Human review workflow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Expansion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Multiple document types supported, API integrations live, Volume processing at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Optimization &amp;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AI models fine-tuned, Advanced features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Healthcare Insurance Provider</a:t>
            </a:r>
          </a:p>
          <a:p>
            <a:pPr lvl="1"/>
            <a:r>
              <a:rPr b="1"/>
              <a:t>Client:</a:t>
            </a:r>
            <a:r>
              <a:t> Regional health insurer processing 50,000+ claims monthly</a:t>
            </a:r>
          </a:p>
          <a:p>
            <a:pPr lvl="1"/>
            <a:r>
              <a:rPr b="1"/>
              <a:t>Challenge:</a:t>
            </a:r>
            <a:r>
              <a:t> Manual processing taking 24-48 hours, 8% error rate, high labor costs limiting scalability</a:t>
            </a:r>
          </a:p>
          <a:p>
            <a:pPr lvl="1"/>
            <a:r>
              <a:rPr b="1"/>
              <a:t>Solution:</a:t>
            </a:r>
            <a:r>
              <a:t> Azure AI Document Intelligence with Text Analytics and Custom Vision for automated claims processing</a:t>
            </a:r>
          </a:p>
          <a:p>
            <a:pPr lvl="1"/>
            <a:r>
              <a:rPr b="1"/>
              <a:t>Results:</a:t>
            </a:r>
            <a:r>
              <a:t> 92% faster processing (24hrs → 2hrs), 99.2% accuracy, $2.1M annual savings, ROI in 11 months</a:t>
            </a:r>
          </a:p>
          <a:p>
            <a:pPr lvl="1"/>
            <a:r>
              <a:rPr b="1"/>
              <a:t>Testimonial:</a:t>
            </a:r>
            <a:r>
              <a:t> "The AI accuracy exceeded our expectations. We've redeployed staff to complex cases requiring human judgment, dramatically improving both efficiency and job satisfaction." — </a:t>
            </a:r>
            <a:r>
              <a:rPr b="1"/>
              <a:t>Sarah Martinez, VP Operations</a:t>
            </a:r>
            <a:r>
              <a:t>, HealthFirst Insurance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Azure AI/ML solutions with proven results</a:t>
            </a:r>
          </a:p>
          <a:p>
            <a:pPr lvl="1"/>
            <a:r>
              <a:t>50+ successful Document Intelligence implementations across healthcare, finance, government</a:t>
            </a:r>
          </a:p>
          <a:p>
            <a:pPr lvl="1"/>
            <a:r>
              <a:t>Microsoft Gold Partner with Azure Advanced Specialization</a:t>
            </a:r>
          </a:p>
          <a:p>
            <a:pPr lvl="1"/>
            <a:r>
              <a:t>Certified solutions architects with Document Intelligence/Text Analytics expertise</a:t>
            </a:r>
          </a:p>
          <a:p>
            <a:pPr lvl="1"/>
            <a:r>
              <a:t>Dedicated AI/ML practice with data scientists and ML engineers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document processing templates accelerate deployment</a:t>
            </a:r>
          </a:p>
          <a:p>
            <a:pPr lvl="1"/>
            <a:r>
              <a:t>Proven AI model training methodology reduces time to accuracy</a:t>
            </a:r>
          </a:p>
          <a:p>
            <a:pPr lvl="1"/>
            <a:r>
              <a:t>Direct Microsoft Azure specialist support through partner network</a:t>
            </a:r>
          </a:p>
          <a:p>
            <a:pPr lvl="1"/>
            <a:r>
              <a:t>Best practices from 50+ implementations avoid common pitfalls</a:t>
            </a:r>
          </a:p>
          <a:p>
            <a:pPr lvl="1"/>
            <a:r>
              <a:t>Comprehensive training ensures team self-sufficiency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964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132421"/>
                <a:gridCol w="1742186"/>
                <a:gridCol w="1132421"/>
                <a:gridCol w="993046"/>
                <a:gridCol w="993046"/>
                <a:gridCol w="1158554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Azure/Partner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($3,690)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$14,838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$51,894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$8,712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$8,010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$106,352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($13,690)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$92,662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$24,102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$24,102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$140,866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Decision: Executive approval for pilot phase by [specific date]</a:t>
            </a:r>
          </a:p>
          <a:p>
            <a:pPr/>
            <a:r>
              <a:t>Kickoff: Target pilot start date [30 days from approval]</a:t>
            </a:r>
          </a:p>
          <a:p>
            <a:pPr/>
            <a:r>
              <a:t>Team Formation: Identify business SME, IT contact, document samples</a:t>
            </a:r>
          </a:p>
          <a:p>
            <a:pPr/>
            <a:r>
              <a:t>Week 1: Contract finalization and Azure account setup</a:t>
            </a:r>
          </a:p>
          <a:p>
            <a:pPr/>
            <a:r>
              <a:t>Week 2: Document sample collection and AI model configuration</a:t>
            </a:r>
          </a:p>
          <a:p>
            <a:pPr/>
            <a:r>
              <a:t>Week 3: Document Intelligence/Text Analytics training and initial testing</a:t>
            </a:r>
          </a:p>
          <a:p>
            <a:pPr/>
            <a:r>
              <a:t>Week 4: First production documents processed with validation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