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and reduce document processing time by 80% with AI-powered extraction</a:t>
            </a:r>
          </a:p>
          <a:p>
            <a:pPr lvl="1"/>
            <a:r>
              <a:t>Achieve 95%+ accuracy using pre-built and custom models trained on your document types</a:t>
            </a:r>
          </a:p>
          <a:p>
            <a:pPr lvl="1"/>
            <a:r>
              <a:t>Scale document processing automatically to handle peak volumes without additional staffing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85% reduction in manual data entry with measurable FTE savings within 6 months</a:t>
            </a:r>
          </a:p>
          <a:p>
            <a:pPr lvl="1"/>
            <a:r>
              <a:t>95%+ extraction accuracy validated against business-critical document types</a:t>
            </a:r>
          </a:p>
          <a:p>
            <a:pPr lvl="1"/>
            <a:r>
              <a:t>Full integration with existing LOB systems (ERP, CRM, SharePoint) operational by Month 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document types (invoices receipts forms)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Document Intelligence pre-built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(Functions Blob Doc Intel)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 (CRM ERP)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encryption at rest/transit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Blob Storage and SharePoint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Document Intelligence for OCR, layout analysis, and structured data extraction</a:t>
            </a:r>
          </a:p>
          <a:p>
            <a:pPr lvl="1"/>
            <a:r>
              <a:t>Pre-built models for invoices, receipts, contracts, and identity documents</a:t>
            </a:r>
          </a:p>
          <a:p>
            <a:pPr lvl="1"/>
            <a:r>
              <a:t>Custom models trained on your specific document types and business rules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Functions for serverless document processing workflows</a:t>
            </a:r>
          </a:p>
          <a:p>
            <a:pPr lvl="1"/>
            <a:r>
              <a:t>Cosmos DB for scalable metadata storage and extraction results</a:t>
            </a:r>
          </a:p>
          <a:p>
            <a:pPr lvl="1"/>
            <a:r>
              <a:t>Azure Blob Storage for secure document ingestion and archival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Model Training (Months 1-2)</a:t>
            </a:r>
          </a:p>
          <a:p>
            <a:pPr lvl="1"/>
            <a:r>
              <a:t>Deploy Azure Document Intelligence resource and configure security</a:t>
            </a:r>
          </a:p>
          <a:p>
            <a:pPr lvl="1"/>
            <a:r>
              <a:t>Analyze document samples and select appropriate pre-built models</a:t>
            </a:r>
          </a:p>
          <a:p>
            <a:pPr lvl="1"/>
            <a:r>
              <a:t>Train custom models for organization-specific document types</a:t>
            </a:r>
          </a:p>
          <a:p>
            <a:pPr/>
            <a:r>
              <a:rPr b="1"/>
              <a:t>Phase 2: Pipeline Development (Months 3-4)</a:t>
            </a:r>
          </a:p>
          <a:p>
            <a:pPr lvl="1"/>
            <a:r>
              <a:t>Build serverless processing pipeline with Azure Functions</a:t>
            </a:r>
          </a:p>
          <a:p>
            <a:pPr lvl="1"/>
            <a:r>
              <a:t>Implement confidence scoring and human review workflows</a:t>
            </a:r>
          </a:p>
          <a:p>
            <a:pPr lvl="1"/>
            <a:r>
              <a:t>Integrate with downstream systems via Logic Apps and APIs</a:t>
            </a:r>
          </a:p>
          <a:p>
            <a:pPr/>
            <a:r>
              <a:rPr b="1"/>
              <a:t>Phase 3: Optimization &amp; Scale (Months 5-6)</a:t>
            </a:r>
          </a:p>
          <a:p>
            <a:pPr lvl="1"/>
            <a:r>
              <a:t>Fine-tune models based on production accuracy metrics</a:t>
            </a:r>
          </a:p>
          <a:p>
            <a:pPr lvl="1"/>
            <a:r>
              <a:t>Implement advanced validation rules and exception handling</a:t>
            </a:r>
          </a:p>
          <a:p>
            <a:pPr lvl="1"/>
            <a:r>
              <a:t>Complete knowledge transfer and operations handover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environment configured, Document Intelligence models trained, Initial accuracy validated at 90%+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Pipeline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pipeline operational, LOB system integrations complete, Human review workflows functional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Model accuracy optimized to 95%+, Full production deployment, Operations team trained and certified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Provider</a:t>
            </a:r>
          </a:p>
          <a:p>
            <a:pPr lvl="1"/>
            <a:r>
              <a:rPr b="1"/>
              <a:t>Client:</a:t>
            </a:r>
            <a:r>
              <a:t> Mid-size healthcare network processing 50K+ documents monthly</a:t>
            </a:r>
          </a:p>
          <a:p>
            <a:pPr lvl="1"/>
            <a:r>
              <a:rPr b="1"/>
              <a:t>Challenge:</a:t>
            </a:r>
            <a:r>
              <a:t> 8 FTEs manual data entry, 72-hour backlog, 15% error rate causing compliance issues</a:t>
            </a:r>
          </a:p>
          <a:p>
            <a:pPr lvl="1"/>
            <a:r>
              <a:rPr b="1"/>
              <a:t>Solution:</a:t>
            </a:r>
            <a:r>
              <a:t> Document Intelligence with custom models for forms, claims, records</a:t>
            </a:r>
          </a:p>
          <a:p>
            <a:pPr lvl="1"/>
            <a:r>
              <a:rPr b="1"/>
              <a:t>Results:</a:t>
            </a:r>
            <a:r>
              <a:t> 85% manual reduction, 72hrs→4hrs processing, 97% accuracy, $420K savings</a:t>
            </a:r>
          </a:p>
          <a:p>
            <a:pPr lvl="1"/>
            <a:r>
              <a:rPr b="1"/>
              <a:t>Testimonial:</a:t>
            </a:r>
            <a:r>
              <a:t> "Document Intelligence transformed our patient onboarding. What took 3 days now happens in hours with better accuracy." — </a:t>
            </a:r>
            <a:r>
              <a:rPr b="1"/>
              <a:t>Sarah Mitchell, VP Operations</a:t>
            </a:r>
            <a:r>
              <a:t>, Regional Healthcare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Solutions Partner with AI and Data specialization</a:t>
            </a:r>
          </a:p>
          <a:p>
            <a:pPr lvl="1"/>
            <a:r>
              <a:t>50+ Azure Document Intelligence deployments across healthcare, finance, and insurance</a:t>
            </a:r>
          </a:p>
          <a:p>
            <a:pPr lvl="1"/>
            <a:r>
              <a:t>Certified Azure AI Engineers with custom model training expertise</a:t>
            </a:r>
          </a:p>
          <a:p>
            <a:pPr lvl="1"/>
            <a:r>
              <a:t>Pre-built accelerators for common document types and integrations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deployment methodology reduces risk and accelerates time-to-value</a:t>
            </a:r>
          </a:p>
          <a:p>
            <a:pPr lvl="1"/>
            <a:r>
              <a:t>Pre-trained model templates for invoices, contracts, and forms</a:t>
            </a:r>
          </a:p>
          <a:p>
            <a:pPr lvl="1"/>
            <a:r>
              <a:t>Best practices from 50+ similar implementations</a:t>
            </a:r>
          </a:p>
          <a:p>
            <a:pPr lvl="1"/>
            <a:r>
              <a:t>Comprehensive knowledge transfer ensures team self-sufficiency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$106,358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$92,668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$140,884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team formation</a:t>
            </a:r>
          </a:p>
          <a:p>
            <a:pPr/>
            <a:r>
              <a:rPr b="1"/>
              <a:t>Document Samples:</a:t>
            </a:r>
            <a:r>
              <a:t> Provide 50+ samples per document type for model training accuracy</a:t>
            </a:r>
          </a:p>
          <a:p>
            <a:pPr/>
            <a:r>
              <a:rPr b="1"/>
              <a:t>Week 1-2:</a:t>
            </a:r>
            <a:r>
              <a:t> Azure environment setup, security configuration, and model selection workshop</a:t>
            </a:r>
          </a:p>
          <a:p>
            <a:pPr/>
            <a:r>
              <a:rPr b="1"/>
              <a:t>Week 3-4:</a:t>
            </a:r>
            <a:r>
              <a:t> Model training with sample documents and first automated extractions validated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Document Intelligence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