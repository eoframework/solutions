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AI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AI Document Intelligence for OCR and intelligent form/table extraction from documents</a:t>
            </a:r>
          </a:p>
          <a:p>
            <a:pPr lvl="1"/>
            <a:r>
              <a:t>Azure Cognitive Services Text Analytics for NLP entity recognition and document classification</a:t>
            </a:r>
          </a:p>
          <a:p>
            <a:pPr lvl="1"/>
            <a:r>
              <a:t>Azure AI Custom Vision for document classification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Azure Functions and Logic Apps for scalable workflows</a:t>
            </a:r>
          </a:p>
          <a:p>
            <a:pPr lvl="1"/>
            <a:r>
              <a:t>Blob Storage, Cosmos DB metadata, and API Management for integration</a:t>
            </a:r>
          </a:p>
          <a:p>
            <a:pPr lvl="1"/>
            <a:r>
              <a:t>Azure Monitor and Application Insights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Document Intelligence/Text Analytics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Azure AI Document Intelligence with Text Analytics and Custom Vision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Azure AI/ML solutions with proven results</a:t>
            </a:r>
          </a:p>
          <a:p>
            <a:pPr lvl="1"/>
            <a:r>
              <a:t>50+ successful Document Intelligence implementations across healthcare, finance, government</a:t>
            </a:r>
          </a:p>
          <a:p>
            <a:pPr lvl="1"/>
            <a:r>
              <a:t>Microsoft Gold Partner with Azure Advanced Specialization</a:t>
            </a:r>
          </a:p>
          <a:p>
            <a:pPr lvl="1"/>
            <a:r>
              <a:t>Certified solutions architects with Document Intelligence/Text Analytics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Microsoft Azure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Azure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Document Intelligence/Text Analytics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