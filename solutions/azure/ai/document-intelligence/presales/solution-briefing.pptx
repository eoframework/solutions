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Document Intelligence</a:t>
            </a:r>
          </a:p>
          <a:p>
            <a:r>
              <a:t>['Presenter Name']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Logo (top center)</a:t>
            </a:r>
          </a:p>
          <a:p>
            <a:pPr/>
            <a:r>
              <a:t>Consulting Company Logo (footer left)</a:t>
            </a:r>
          </a:p>
          <a:p>
            <a:pPr/>
            <a:r>
              <a:t>EO Framework Logo (footer right)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Opportunity</a:t>
            </a:r>
          </a:p>
          <a:p>
            <a:pPr/>
            <a:r>
              <a:t>Eliminate manual data entry and reduce document processing time by 80% with AI-powered extraction</a:t>
            </a:r>
          </a:p>
          <a:p>
            <a:pPr/>
            <a:r>
              <a:t>Achieve 95%+ accuracy using pre-built and custom models trained on your document types</a:t>
            </a:r>
          </a:p>
          <a:p>
            <a:pPr/>
            <a:r>
              <a:t>Scale document processing automatically to handle peak volumes without additional staffing</a:t>
            </a:r>
          </a:p>
          <a:p>
            <a:pPr/>
            <a:r>
              <a:t>Success Criteria</a:t>
            </a:r>
          </a:p>
          <a:p>
            <a:pPr/>
            <a:r>
              <a:t>85% reduction in manual data entry with measurable FTE savings within 6 months</a:t>
            </a:r>
          </a:p>
          <a:p>
            <a:pPr/>
            <a:r>
              <a:t>95%+ extraction accuracy validated against business-critical document types</a:t>
            </a:r>
          </a:p>
          <a:p>
            <a:pPr/>
            <a:r>
              <a:t>Full integration with existing LOB systems (ERP, CRM, SharePoint) operational by Month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AI/ML Services</a:t>
            </a:r>
          </a:p>
          <a:p>
            <a:pPr/>
            <a:r>
              <a:t>Azure Document Intelligence for OCR, layout analysis, and structured data extraction</a:t>
            </a:r>
          </a:p>
          <a:p>
            <a:pPr/>
            <a:r>
              <a:t>Pre-built models for invoices, receipts, contracts, and identity documents</a:t>
            </a:r>
          </a:p>
          <a:p>
            <a:pPr/>
            <a:r>
              <a:t>Custom models trained on your specific document types and business rules</a:t>
            </a:r>
          </a:p>
          <a:p>
            <a:pPr/>
            <a:r>
              <a:t>Platform Architecture</a:t>
            </a:r>
          </a:p>
          <a:p>
            <a:pPr/>
            <a:r>
              <a:t>Azure Functions for serverless document processing workflows</a:t>
            </a:r>
          </a:p>
          <a:p>
            <a:pPr/>
            <a:r>
              <a:t>Cosmos DB for scalable metadata storage and extraction results</a:t>
            </a:r>
          </a:p>
          <a:p>
            <a:pPr/>
            <a:r>
              <a:t>Logic Apps and Power Automate for business process integration</a:t>
            </a:r>
          </a:p>
          <a:p>
            <a:pPr/>
            <a:r>
              <a:t>Azure Blob Storage for secure document ingestion and archival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Phase 1: Foundation &amp; Model Training (Months 1-2)</a:t>
            </a:r>
          </a:p>
          <a:p>
            <a:pPr/>
            <a:r>
              <a:t>Deploy Azure Document Intelligence resource and configure security</a:t>
            </a:r>
          </a:p>
          <a:p>
            <a:pPr/>
            <a:r>
              <a:t>Analyze document samples and select appropriate pre-built models</a:t>
            </a:r>
          </a:p>
          <a:p>
            <a:pPr/>
            <a:r>
              <a:t>Train custom models for organization-specific document types</a:t>
            </a:r>
          </a:p>
          <a:p>
            <a:pPr/>
            <a:r>
              <a:t>Phase 2: Pipeline Development (Months 3-4)</a:t>
            </a:r>
          </a:p>
          <a:p>
            <a:pPr/>
            <a:r>
              <a:t>Build serverless processing pipeline with Azure Functions</a:t>
            </a:r>
          </a:p>
          <a:p>
            <a:pPr/>
            <a:r>
              <a:t>Implement confidence scoring and human review workflows</a:t>
            </a:r>
          </a:p>
          <a:p>
            <a:pPr/>
            <a:r>
              <a:t>Integrate with downstream systems via Logic Apps and APIs</a:t>
            </a:r>
          </a:p>
          <a:p>
            <a:pPr/>
            <a:r>
              <a:t>Phase 3: Optimization &amp; Scale (Months 5-6)</a:t>
            </a:r>
          </a:p>
          <a:p>
            <a:pPr/>
            <a:r>
              <a:t>Fine-tune models based on production accuracy metrics</a:t>
            </a:r>
          </a:p>
          <a:p>
            <a:pPr/>
            <a:r>
              <a:t>Implement advanced validation rules and exception handling</a:t>
            </a:r>
          </a:p>
          <a:p>
            <a:pPr/>
            <a:r>
              <a:t>Complete knowledge transfer and operations handover</a:t>
            </a:r>
          </a:p>
          <a:p>
            <a:pPr/>
            <a:r>
              <a:t>Start with pre-built models to validate value before custom training</a:t>
            </a:r>
          </a:p>
          <a:p>
            <a:pPr/>
            <a:r>
              <a:t>Human review workflow ensures quality during model learning period</a:t>
            </a:r>
          </a:p>
          <a:p>
            <a:pPr/>
            <a:r>
              <a:t>Incremental rollout reduces risk of business disruption</a:t>
            </a:r>
          </a:p>
          <a:p>
            <a:pPr/>
            <a:r>
              <a:t>Representative document samples for model training (minimum 50 per type)</a:t>
            </a:r>
          </a:p>
          <a:p>
            <a:pPr/>
            <a:r>
              <a:t>Business SMEs available to validate extraction accuracy</a:t>
            </a:r>
          </a:p>
          <a:p>
            <a:pPr/>
            <a:r>
              <a:t>Clear success metrics defined upfront (accuracy, speed, cost savings)</a:t>
            </a:r>
          </a:p>
          <a:p>
            <a:pPr/>
            <a:r>
              <a:t>Phase 1 focuses on model accuracy before building production pipeline</a:t>
            </a:r>
          </a:p>
          <a:p>
            <a:pPr/>
            <a:r>
              <a:t>Pre-built models accelerate time-to-value for common document types</a:t>
            </a:r>
          </a:p>
          <a:p>
            <a:pPr/>
            <a:r>
              <a:t>Custom models unlock value from organization-specific documents</a:t>
            </a:r>
          </a:p>
          <a:p>
            <a:pPr/>
            <a:r>
              <a:t>Human review ensures quality assurance during initial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First documents processed automatically - Week 3</a:t>
            </a:r>
          </a:p>
          <a:p>
            <a:pPr/>
            <a:r>
              <a:t>Pre-built invoice/receipt models operational - Month 1</a:t>
            </a:r>
          </a:p>
          <a:p>
            <a:pPr/>
            <a:r>
              <a:t>Custom model trained on primary document type - Month 2</a:t>
            </a:r>
          </a:p>
          <a:p>
            <a:pPr/>
            <a:r>
              <a:t>Early value delivery with pre-built models while custom models train</a:t>
            </a:r>
          </a:p>
          <a:p>
            <a:pPr/>
            <a:r>
              <a:t>Phased approach validates accuracy before full production deployment</a:t>
            </a:r>
          </a:p>
          <a:p>
            <a:pPr/>
            <a:r>
              <a:t>Operations team fully self-sufficient by project completion</a:t>
            </a:r>
          </a:p>
          <a:p>
            <a:pPr/>
            <a:r>
              <a:t>Continuous model improvement built into post-deployment operations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Success: Regional Healthcare Provider</a:t>
            </a:r>
          </a:p>
          <a:p>
            <a:pPr/>
            <a:r>
              <a:t>Client: Mid-size healthcare network processing 50,000+ patient documents monthly</a:t>
            </a:r>
          </a:p>
          <a:p>
            <a:pPr/>
            <a:r>
              <a:t>Challenge: 8 FTEs dedicated to manual data entry, 72-hour processing backlog, 15% error rate causing compliance issues</a:t>
            </a:r>
          </a:p>
          <a:p>
            <a:pPr/>
            <a:r>
              <a:t>Solution: Deployed Azure Document Intelligence with custom models for patient intake forms, insurance claims, and medical records, integrated with Epic EHR system</a:t>
            </a:r>
          </a:p>
          <a:p>
            <a:pPr/>
            <a:r>
              <a:t>Results: 85% reduction in manual processing (6.8 FTE savings), processing time reduced from 72 hours to 4 hours, accuracy improved to 97%, $420K annual labor cost savings</a:t>
            </a:r>
          </a:p>
          <a:p>
            <a:pPr/>
            <a:r>
              <a:t>Testimonial: "Azure Document Intelligence transformed our patient onboarding process. What used to take our team 3 days now happens in hours, and with better accuracy. The integration with Epic was seamless." — Sarah Mitchell, VP of Operations, Regional Healthcare Network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What We Bring</a:t>
            </a:r>
          </a:p>
          <a:p>
            <a:pPr/>
            <a:r>
              <a:t>Microsoft Solutions Partner with AI and Data specialization</a:t>
            </a:r>
          </a:p>
          <a:p>
            <a:pPr/>
            <a:r>
              <a:t>50+ Azure Document Intelligence deployments across healthcare, finance, and insurance</a:t>
            </a:r>
          </a:p>
          <a:p>
            <a:pPr/>
            <a:r>
              <a:t>Certified Azure AI Engineers with custom model training expertise</a:t>
            </a:r>
          </a:p>
          <a:p>
            <a:pPr/>
            <a:r>
              <a:t>Pre-built accelerators for common document types and integrations</a:t>
            </a:r>
          </a:p>
          <a:p>
            <a:pPr/>
            <a:r>
              <a:t>Direct Microsoft escalation path for complex scenarios</a:t>
            </a:r>
          </a:p>
          <a:p>
            <a:pPr/>
            <a:r>
              <a:t>Value to You</a:t>
            </a:r>
          </a:p>
          <a:p>
            <a:pPr/>
            <a:r>
              <a:t>Proven deployment methodology reduces risk and accelerates time-to-value</a:t>
            </a:r>
          </a:p>
          <a:p>
            <a:pPr/>
            <a:r>
              <a:t>Pre-trained model templates for invoices, contracts, and forms</a:t>
            </a:r>
          </a:p>
          <a:p>
            <a:pPr/>
            <a:r>
              <a:t>Best practices from 50+ similar implementations</a:t>
            </a:r>
          </a:p>
          <a:p>
            <a:pPr/>
            <a:r>
              <a:t>Comprehensive knowledge transfer ensures team self-sufficiency</a:t>
            </a:r>
          </a:p>
          <a:p>
            <a:pPr/>
            <a:r>
              <a:t>Post-deployment optimization services improve accuracy over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Azure AI Services Credit: $3,690 (30% of eligible Azure Document Intelligence consumption Year 1)</a:t>
            </a:r>
          </a:p>
          <a:p>
            <a:pPr/>
            <a:r>
              <a:t>Microsoft Partner Services Credit: $10,000 (Applied to architecture and AI configuration)</a:t>
            </a:r>
          </a:p>
          <a:p>
            <a:pPr/>
            <a:r>
              <a:t>Total Credits Applied: $13,690</a:t>
            </a:r>
          </a:p>
          <a:p>
            <a:pPr/>
            <a:r>
              <a:t>Cloud Infrastructure: $14,400/year</a:t>
            </a:r>
          </a:p>
          <a:p>
            <a:pPr/>
            <a:r>
              <a:t>Software Licenses &amp; Subscriptions: $960/year</a:t>
            </a:r>
          </a:p>
          <a:p>
            <a:pPr/>
            <a:r>
              <a:t>Support &amp; Maintenance: $1,200/year</a:t>
            </a:r>
          </a:p>
          <a:p>
            <a:pPr/>
            <a:r>
              <a:t>Year 1 investment of $84K delivers $420K+ annual savings (5:1 ROI)</a:t>
            </a:r>
          </a:p>
          <a:p>
            <a:pPr/>
            <a:r>
              <a:t>Azure credits reduce initial cloud costs by 35%</a:t>
            </a:r>
          </a:p>
          <a:p>
            <a:pPr/>
            <a:r>
              <a:t>Ongoing costs of $17K/year far outweigh FTE savings</a:t>
            </a:r>
          </a:p>
          <a:p>
            <a:pPr/>
            <a:r>
              <a:t>Cloud infrastructure scales with document volume</a:t>
            </a:r>
          </a:p>
          <a:p>
            <a:pPr/>
            <a:r>
              <a:t>Professional services include model training expertise</a:t>
            </a:r>
          </a:p>
          <a:p>
            <a:pPr/>
            <a:r>
              <a:t>Credits demonstrate our Microsoft partnership leverage</a:t>
            </a:r>
          </a:p>
          <a:p>
            <a:pPr/>
            <a:r>
              <a:t>Support ensures continuous model optimization</a:t>
            </a:r>
          </a:p>
          <a:p>
            <a:pPr/>
            <a:r>
              <a:t>"Can we use pre-built models only?" - Explain custom model value for accuracy</a:t>
            </a:r>
          </a:p>
          <a:p>
            <a:pPr/>
            <a:r>
              <a:t>"What if accuracy doesn't meet targets?" - Human review workflow ensures quality</a:t>
            </a:r>
          </a:p>
          <a:p>
            <a:pPr/>
            <a:r>
              <a:t>"How does this compare to other OCR solutions?" - Azure AI provides intelligent extraction, not just OCR</a:t>
            </a:r>
          </a:p>
          <a:p>
            <a:pPr/>
            <a:r>
              <a:t>"What about document security?" - Azure compliance certifications (SOC 2, HIPAA, etc.)</a:t>
            </a:r>
          </a:p>
          <a:p>
            <a:pPr/>
            <a:r>
              <a:t>Compare $84K investment to $420K annual savings potential</a:t>
            </a:r>
          </a:p>
          <a:p>
            <a:pPr/>
            <a:r>
              <a:t>Break-even achieved within first 3 months post-deployment</a:t>
            </a:r>
          </a:p>
          <a:p>
            <a:pPr/>
            <a:r>
              <a:t>Azure consumption model means you pay for what you use</a:t>
            </a:r>
          </a:p>
          <a:p>
            <a:pPr/>
            <a:r>
              <a:t>Transparent pricing with no hidden costs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Week 1: Azure environment setup and security configuration</a:t>
            </a:r>
          </a:p>
          <a:p>
            <a:pPr/>
            <a:r>
              <a:t>Week 2: Document analysis and model selection workshop</a:t>
            </a:r>
          </a:p>
          <a:p>
            <a:pPr/>
            <a:r>
              <a:t>Week 3: Initial model training with sample documents</a:t>
            </a:r>
          </a:p>
          <a:p>
            <a:pPr/>
            <a:r>
              <a:t>Week 4: First automated extractions validated</a:t>
            </a:r>
          </a:p>
          <a:p>
            <a:pPr/>
            <a:r>
              <a:t>"With the investment clear, let's discuss how we begin"</a:t>
            </a:r>
          </a:p>
          <a:p>
            <a:pPr/>
            <a:r>
              <a:t>Emphasize document samples are key to model accuracy</a:t>
            </a:r>
          </a:p>
          <a:p>
            <a:pPr/>
            <a:r>
              <a:t>Position kickoff as straightforward and well-structured</a:t>
            </a:r>
          </a:p>
          <a:p>
            <a:pPr/>
            <a:r>
              <a:t>Document samples are critical - quality affects accuracy</a:t>
            </a:r>
          </a:p>
          <a:p>
            <a:pPr/>
            <a:r>
              <a:t>We provide templates for organizing and labeling samples</a:t>
            </a:r>
          </a:p>
          <a:p>
            <a:pPr/>
            <a:r>
              <a:t>First results visible within 30 days of kickoff</a:t>
            </a:r>
          </a:p>
          <a:p>
            <a:pPr/>
            <a:r>
              <a:t>Emphasize partnership - "we'll work alongside your team"</a:t>
            </a:r>
          </a:p>
          <a:p>
            <a:pPr/>
            <a:r>
              <a:t>Our team is ready to start immediately upon approval</a:t>
            </a:r>
          </a:p>
          <a:p>
            <a:pPr/>
            <a:r>
              <a:t>Week 1-2 are preparation, real AI training begins Week 3</a:t>
            </a:r>
          </a:p>
          <a:p>
            <a:pPr/>
            <a:r>
              <a:t>You'll see tangible extraction results within first month</a:t>
            </a:r>
          </a:p>
          <a:p>
            <a:pPr/>
            <a:r>
              <a:t>Document sample collection can begin immediately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Your Account Manager: [Name, Title] | [Email] | [Phone]</a:t>
            </a:r>
          </a:p>
          <a:p>
            <a:pPr/>
            <a:r>
              <a:t>Thank them for their time and engagement</a:t>
            </a:r>
          </a:p>
          <a:p>
            <a:pPr/>
            <a:r>
              <a:t>Reiterate the document processing transformation opportunity</a:t>
            </a:r>
          </a:p>
          <a:p>
            <a:pPr/>
            <a:r>
              <a:t>Introduce team members who will support implementation</a:t>
            </a:r>
          </a:p>
          <a:p>
            <a:pPr/>
            <a:r>
              <a:t>Make yourself available for questions</a:t>
            </a:r>
          </a:p>
          <a:p>
            <a:pPr/>
            <a:r>
              <a:t>"What questions do you have about the AI models?"</a:t>
            </a:r>
          </a:p>
          <a:p>
            <a:pPr/>
            <a:r>
              <a:t>"Which document types are your highest priority?"</a:t>
            </a:r>
          </a:p>
          <a:p>
            <a:pPr/>
            <a:r>
              <a:t>"What would you need to see to move forward?"</a:t>
            </a:r>
          </a:p>
          <a:p>
            <a:pPr/>
            <a:r>
              <a:t>Be prepared to discuss document sample requirements</a:t>
            </a:r>
          </a:p>
          <a:p>
            <a:pPr/>
            <a:r>
              <a:t>Listen actively and acknowledge concerns about AI accuracy</a:t>
            </a:r>
          </a:p>
          <a:p>
            <a:pPr/>
            <a:r>
              <a:t>Offer proof-of-concept for specific document types</a:t>
            </a:r>
          </a:p>
          <a:p>
            <a:pPr/>
            <a:r>
              <a:t>Schedule follow-up to review detailed technical architecture</a:t>
            </a:r>
          </a:p>
          <a:p>
            <a:pPr/>
            <a:r>
              <a:t>Send meeting summary within 24 hours</a:t>
            </a:r>
          </a:p>
          <a:p>
            <a:pPr/>
            <a:r>
              <a:t>"Shall we schedule a document analysis workshop?"</a:t>
            </a:r>
          </a:p>
          <a:p>
            <a:pPr/>
            <a:r>
              <a:t>"Would you prefer to start with invoices or contracts?"</a:t>
            </a:r>
          </a:p>
          <a:p>
            <a:pPr/>
            <a:r>
              <a:t>"Can we schedule a follow-up with your IT security team?"</a:t>
            </a:r>
          </a:p>
          <a:p>
            <a:pPr/>
            <a:r>
              <a:t>Don't leave without clear next steps and timeline</a:t>
            </a:r>
          </a:p>
          <a:p>
            <a:pPr/>
            <a:r>
              <a:t>Welcome attendees and introduce yourself</a:t>
            </a:r>
          </a:p>
          <a:p>
            <a:pPr/>
            <a:r>
              <a:t>Set the tone: This is about transforming document processing with AI</a:t>
            </a:r>
          </a:p>
          <a:p>
            <a:pPr/>
            <a:r>
              <a:t>Mention we'll cover the business case, Azure solution, and implementation</a:t>
            </a:r>
          </a:p>
          <a:p>
            <a:pPr/>
            <a:r>
              <a:t>Focus on document processing pain points most organizations share</a:t>
            </a:r>
          </a:p>
          <a:p>
            <a:pPr/>
            <a:r>
              <a:t>Quantify the opportunity (80% time reduction, 95%+ accuracy)</a:t>
            </a:r>
          </a:p>
          <a:p>
            <a:pPr/>
            <a:r>
              <a:t>Emphasize scalability - no additional staff for volume increases</a:t>
            </a:r>
          </a:p>
          <a:p>
            <a:pPr/>
            <a:r>
              <a:t>Get alignment on specific document types and volumes to process</a:t>
            </a:r>
          </a:p>
          <a:p>
            <a:pPr/>
            <a:r>
              <a:t>Walk through Azure Document Intelligence capabilities</a:t>
            </a:r>
          </a:p>
          <a:p>
            <a:pPr/>
            <a:r>
              <a:t>Distinguish between pre-built models (fast) and custom models (accurate)</a:t>
            </a:r>
          </a:p>
          <a:p>
            <a:pPr/>
            <a:r>
              <a:t>Show how the serverless architecture scales automatically</a:t>
            </a:r>
          </a:p>
          <a:p>
            <a:pPr/>
            <a:r>
              <a:t>Emphasize security and compliance built into Azure platform</a:t>
            </a:r>
          </a:p>
          <a:p>
            <a:pPr/>
            <a:r>
              <a:t>Emphasize model training is critical first step</a:t>
            </a:r>
          </a:p>
          <a:p>
            <a:pPr/>
            <a:r>
              <a:t>Pre-built models provide quick wins while custom models train</a:t>
            </a:r>
          </a:p>
          <a:p>
            <a:pPr/>
            <a:r>
              <a:t>Human review workflow ensures accuracy during learning period</a:t>
            </a:r>
          </a:p>
          <a:p>
            <a:pPr/>
            <a:r>
              <a:t>Knowledge transfer ensures long-term self-sufficiency</a:t>
            </a:r>
          </a:p>
          <a:p>
            <a:pPr/>
            <a:r>
              <a:t>Show progressive value delivery starting Month 1</a:t>
            </a:r>
          </a:p>
          <a:p>
            <a:pPr/>
            <a:r>
              <a:t>Emphasize quick wins with pre-built models</a:t>
            </a:r>
          </a:p>
          <a:p>
            <a:pPr/>
            <a:r>
              <a:t>Final accuracy targets achieved through production optimization</a:t>
            </a:r>
          </a:p>
          <a:p>
            <a:pPr/>
            <a:r>
              <a:t>Operations team fully capable by project end</a:t>
            </a:r>
          </a:p>
          <a:p>
            <a:pPr/>
            <a:r>
              <a:t>Healthcare case study relatable to most industries</a:t>
            </a:r>
          </a:p>
          <a:p>
            <a:pPr/>
            <a:r>
              <a:t>Quantified results: 85% reduction, 97% accuracy, $420K savings</a:t>
            </a:r>
          </a:p>
          <a:p>
            <a:pPr/>
            <a:r>
              <a:t>Testimonial builds credibility and trust</a:t>
            </a:r>
          </a:p>
          <a:p>
            <a:pPr/>
            <a:r>
              <a:t>Emphasize integration with existing systems (Epic in this case)</a:t>
            </a:r>
          </a:p>
          <a:p>
            <a:pPr/>
            <a:r>
              <a:t>Microsoft Solutions Partner provides credibility</a:t>
            </a:r>
          </a:p>
          <a:p>
            <a:pPr/>
            <a:r>
              <a:t>50+ deployments demonstrates deep experience</a:t>
            </a:r>
          </a:p>
          <a:p>
            <a:pPr/>
            <a:r>
              <a:t>Pre-built accelerators reduce implementation risk</a:t>
            </a:r>
          </a:p>
          <a:p>
            <a:pPr/>
            <a:r>
              <a:t>Direct Microsoft escalation shows partnership strength</a:t>
            </a:r>
          </a:p>
          <a:p>
            <a:pPr/>
            <a:r>
              <a:t>Walk through costs showing clear ROI potential</a:t>
            </a:r>
          </a:p>
          <a:p>
            <a:pPr/>
            <a:r>
              <a:t>$5K Azure credits reduce first-year investment</a:t>
            </a:r>
          </a:p>
          <a:p>
            <a:pPr/>
            <a:r>
              <a:t>Ongoing costs minimal compared to current manual processing costs</a:t>
            </a:r>
          </a:p>
          <a:p>
            <a:pPr/>
            <a:r>
              <a:t>Emphasize transparent pricing model</a:t>
            </a:r>
          </a:p>
          <a:p>
            <a:pPr/>
            <a:r>
              <a:t>Document samples are the key first step</a:t>
            </a:r>
          </a:p>
          <a:p>
            <a:pPr/>
            <a:r>
              <a:t>Clear 30-day plan shows immediate momentum</a:t>
            </a:r>
          </a:p>
          <a:p>
            <a:pPr/>
            <a:r>
              <a:t>First results visible within first month</a:t>
            </a:r>
          </a:p>
          <a:p>
            <a:pPr/>
            <a:r>
              <a:t>Partnership approach emphasized</a:t>
            </a:r>
          </a:p>
          <a:p>
            <a:pPr/>
            <a:r>
              <a:t>Open for questions focusing on AI capabilities</a:t>
            </a:r>
          </a:p>
          <a:p>
            <a:pPr/>
            <a:r>
              <a:t>Offer proof-of-concept for specific documents</a:t>
            </a:r>
          </a:p>
          <a:p>
            <a:pPr/>
            <a:r>
              <a:t>Schedule follow-up with technical team if needed</a:t>
            </a:r>
          </a:p>
          <a:p>
            <a:pPr/>
            <a:r>
              <a:t>Don't leave without clear next steps</a:t>
            </a:r>
          </a:p>
          <a:p>
            <a:pPr/>
            <a:r>
              <a:t>Company brand colors and fonts</a:t>
            </a:r>
          </a:p>
          <a:p>
            <a:pPr/>
            <a:r>
              <a:t>Consistent slide layout and formatting</a:t>
            </a:r>
          </a:p>
          <a:p>
            <a:pPr/>
            <a:r>
              <a:t>Professional graphics and icons</a:t>
            </a:r>
          </a:p>
          <a:p>
            <a:pPr/>
            <a:r>
              <a:t>Client logo on each slide (if approved)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