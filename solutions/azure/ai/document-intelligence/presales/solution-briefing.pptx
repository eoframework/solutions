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AI Document Intelligence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Azure AI Document Intelligence for OCR and intelligent form/table extraction from documents</a:t>
            </a:r>
          </a:p>
          <a:p>
            <a:pPr lvl="1"/>
            <a:r>
              <a:t>Azure Cognitive Services Text Analytics for NLP entity recognition and document classification</a:t>
            </a:r>
          </a:p>
          <a:p>
            <a:pPr lvl="1"/>
            <a:r>
              <a:t>Azure AI Custom Vision for document classification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Azure Functions and Logic Apps for scalable workflows</a:t>
            </a:r>
          </a:p>
          <a:p>
            <a:pPr lvl="1"/>
            <a:r>
              <a:t>Blob Storage, Cosmos DB metadata, and API Management for integration</a:t>
            </a:r>
          </a:p>
          <a:p>
            <a:pPr lvl="1"/>
            <a:r>
              <a:t>Azure Monitor and Application Insights for compliance and audit logging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876" y="685799"/>
            <a:ext cx="2998274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Document Intelligence/Text Analytics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</a:t>
            </a:r>
          </a:p>
          <a:p>
            <a:pPr lvl="1"/>
            <a:r>
              <a:rPr b="1"/>
              <a:t>Challenge:</a:t>
            </a:r>
            <a:r>
              <a:t> Manual processing taking 24-48 hours, 8% error rate, high labor costs limiting scalability</a:t>
            </a:r>
          </a:p>
          <a:p>
            <a:pPr lvl="1"/>
            <a:r>
              <a:rPr b="1"/>
              <a:t>Solution:</a:t>
            </a:r>
            <a:r>
              <a:t> Azure AI Document Intelligence with Text Analytics and Custom Vision for automated claims processing</a:t>
            </a:r>
          </a:p>
          <a:p>
            <a:pPr lvl="1"/>
            <a:r>
              <a:rPr b="1"/>
              <a:t>Results:</a:t>
            </a:r>
            <a:r>
              <a:t> 92% faster processing (24hrs → 2hrs), 99.2% accuracy, $2.1M annual savings, ROI in 11 months</a:t>
            </a:r>
          </a:p>
          <a:p>
            <a:pPr lvl="1"/>
            <a:r>
              <a:rPr b="1"/>
              <a:t>Testimonial:</a:t>
            </a:r>
            <a:r>
              <a:t> "The AI accuracy exceeded our expectations. We've redeployed staff to complex cases requiring human judgment, dramatically improving both efficiency and job satisfaction." — </a:t>
            </a:r>
            <a:r>
              <a:rPr b="1"/>
              <a:t>Sarah Martinez, VP Operations</a:t>
            </a:r>
            <a:r>
              <a:t>, HealthFirst Insurance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Azure AI/ML solutions with proven results</a:t>
            </a:r>
          </a:p>
          <a:p>
            <a:pPr lvl="1"/>
            <a:r>
              <a:t>50+ successful Document Intelligence implementations across healthcare, finance, government</a:t>
            </a:r>
          </a:p>
          <a:p>
            <a:pPr lvl="1"/>
            <a:r>
              <a:t>Microsoft Gold Partner with Azure Advanced Specialization</a:t>
            </a:r>
          </a:p>
          <a:p>
            <a:pPr lvl="1"/>
            <a:r>
              <a:t>Certified solutions architects with Document Intelligence/Text Analytics expertise</a:t>
            </a:r>
          </a:p>
          <a:p>
            <a:pPr lvl="1"/>
            <a:r>
              <a:t>Dedicated AI/ML practice with data scientists and ML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Microsoft Azure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  <a:p>
            <a:pPr lvl="1"/>
            <a:r>
              <a:t>Comprehensive training ensures team self-sufficiency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$14,838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$51,894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$8,712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$92,662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$140,866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pilot phase by [specific date]</a:t>
            </a:r>
          </a:p>
          <a:p>
            <a:pPr/>
            <a:r>
              <a:rPr b="1"/>
              <a:t>Kickoff:</a:t>
            </a:r>
            <a:r>
              <a:t> Target pilot start date [30 days from approval]</a:t>
            </a:r>
          </a:p>
          <a:p>
            <a:pPr/>
            <a:r>
              <a:rPr b="1"/>
              <a:t>Team Formation:</a:t>
            </a:r>
            <a:r>
              <a:t> Identify business SME, IT contact, document samples</a:t>
            </a:r>
          </a:p>
          <a:p>
            <a:pPr/>
            <a:r>
              <a:rPr b="1"/>
              <a:t>Week 1:</a:t>
            </a:r>
            <a:r>
              <a:t> Contract finalization and Azure account setup</a:t>
            </a:r>
          </a:p>
          <a:p>
            <a:pPr/>
            <a:r>
              <a:rPr b="1"/>
              <a:t>Week 2:</a:t>
            </a:r>
            <a:r>
              <a:t> Document sample collection and AI model configuration</a:t>
            </a:r>
          </a:p>
          <a:p>
            <a:pPr/>
            <a:r>
              <a:rPr b="1"/>
              <a:t>Week 3:</a:t>
            </a:r>
            <a:r>
              <a:t> Document Intelligence/Text Analytics training and initial testing</a:t>
            </a:r>
          </a:p>
          <a:p>
            <a:pPr/>
            <a:r>
              <a:rPr b="1"/>
              <a:t>Week 4:</a:t>
            </a:r>
            <a:r>
              <a:t> First production documents processed with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