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31079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721470" y="678433"/>
            <a:ext cx="4228856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Delivered Capabilities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Azure DevOps organization setup</a:t>
            </a:r>
          </a:p>
          <a:p>
            <a:pPr/>
            <a:r>
              <a:t>CI/CD pipeline framework deployed</a:t>
            </a:r>
          </a:p>
          <a:p>
            <a:pPr/>
            <a:r>
              <a:t>Container infrastructure operational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Key Metrics Achieved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60% faster deployments realized</a:t>
            </a:r>
          </a:p>
          <a:p>
            <a:pPr/>
            <a:r>
              <a:t>10+ parallel build capacity</a:t>
            </a:r>
          </a:p>
          <a:p>
            <a:pPr/>
            <a:r>
              <a:t>99.9% platform availability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Impact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Daily deployment frequency enabled</a:t>
            </a:r>
          </a:p>
          <a:p>
            <a:pPr/>
            <a:r>
              <a:t>Developer productivity improved 45%</a:t>
            </a:r>
          </a:p>
          <a:p>
            <a:pPr/>
            <a:r>
              <a:t>Zero-downtime deployment achieved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Deployment Acceleration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Deployment time: 4 hours to 90 min</a:t>
            </a:r>
          </a:p>
          <a:p>
            <a:pPr/>
            <a:r>
              <a:t>Release frequency: monthly to daily</a:t>
            </a:r>
          </a:p>
          <a:p>
            <a:pPr/>
            <a:r>
              <a:t>Success rate: 99.5% achieved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Developer Productivity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Build time reduced 65%</a:t>
            </a:r>
          </a:p>
          <a:p>
            <a:pPr/>
            <a:r>
              <a:t>Automation coverage: 90%</a:t>
            </a:r>
          </a:p>
          <a:p>
            <a:pPr/>
            <a:r>
              <a:t>Self-service enabled for teams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Cost Optimization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Infrastructure costs reduced 40%</a:t>
            </a:r>
          </a:p>
          <a:p>
            <a:pPr/>
            <a:r>
              <a:t>Tool consolidation completed</a:t>
            </a:r>
          </a:p>
          <a:p>
            <a:pPr/>
            <a:r>
              <a:t>Resource utilization optimized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Core Platform Components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Azure DevOps organization config</a:t>
            </a:r>
          </a:p>
          <a:p>
            <a:pPr/>
            <a:r>
              <a:t>Azure Container Registry (Premium)</a:t>
            </a:r>
          </a:p>
          <a:p>
            <a:pPr/>
            <a:r>
              <a:t>Azure Kubernetes Service cluster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CI/CD Automation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YAML pipeline templates library</a:t>
            </a:r>
          </a:p>
          <a:p>
            <a:pPr/>
            <a:r>
              <a:t>Multi-stage deployment pipelines</a:t>
            </a:r>
          </a:p>
          <a:p>
            <a:pPr/>
            <a:r>
              <a:t>Automated testing integration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Security Integration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SonarCloud code analysis</a:t>
            </a:r>
          </a:p>
          <a:p>
            <a:pPr/>
            <a:r>
              <a:t>WhiteSource dependency scanning</a:t>
            </a:r>
          </a:p>
          <a:p>
            <a:pPr/>
            <a:r>
              <a:t>Container vulnerability scanning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Pipeline Stages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Build and unit testing phase</a:t>
            </a:r>
          </a:p>
          <a:p>
            <a:pPr/>
            <a:r>
              <a:t>Security scanning integration</a:t>
            </a:r>
          </a:p>
          <a:p>
            <a:pPr/>
            <a:r>
              <a:t>Multi-environment deployment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Deployment Strategy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Blue-green zero-downtime deploy</a:t>
            </a:r>
          </a:p>
          <a:p>
            <a:pPr/>
            <a:r>
              <a:t>Canary release capability</a:t>
            </a:r>
          </a:p>
          <a:p>
            <a:pPr/>
            <a:r>
              <a:t>Automated rollback enabled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Environment Management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Development auto-deployment</a:t>
            </a:r>
          </a:p>
          <a:p>
            <a:pPr/>
            <a:r>
              <a:t>Staging with team approval</a:t>
            </a:r>
          </a:p>
          <a:p>
            <a:pPr/>
            <a:r>
              <a:t>Production with CAB approval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Functional Testing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15 test cases executed</a:t>
            </a:r>
          </a:p>
          <a:p>
            <a:pPr/>
            <a:r>
              <a:t>100% pass rate achieved</a:t>
            </a:r>
          </a:p>
          <a:p>
            <a:pPr/>
            <a:r>
              <a:t>All integrations validated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Performance Testing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Build time under 10 minutes</a:t>
            </a:r>
          </a:p>
          <a:p>
            <a:pPr/>
            <a:r>
              <a:t>Deploy time under 5 minutes</a:t>
            </a:r>
          </a:p>
          <a:p>
            <a:pPr/>
            <a:r>
              <a:t>Queue time under 2 minutes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Security Validation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SAST scanning operational</a:t>
            </a:r>
          </a:p>
          <a:p>
            <a:pPr/>
            <a:r>
              <a:t>SCA scanning operational</a:t>
            </a:r>
          </a:p>
          <a:p>
            <a:pPr/>
            <a:r>
              <a:t>Container scanning active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Developer Training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Pipeline authoring workshop</a:t>
            </a:r>
          </a:p>
          <a:p>
            <a:pPr/>
            <a:r>
              <a:t>Git workflow best practices</a:t>
            </a:r>
          </a:p>
          <a:p>
            <a:pPr/>
            <a:r>
              <a:t>25 developers certified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Operations Training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Platform administration guide</a:t>
            </a:r>
          </a:p>
          <a:p>
            <a:pPr/>
            <a:r>
              <a:t>Monitoring and alerting setup</a:t>
            </a:r>
          </a:p>
          <a:p>
            <a:pPr/>
            <a:r>
              <a:t>8 operators certified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Documentation Delivered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Administrator runbooks complete</a:t>
            </a:r>
          </a:p>
          <a:p>
            <a:pPr/>
            <a:r>
              <a:t>Developer quick-start guide</a:t>
            </a:r>
          </a:p>
          <a:p>
            <a:pPr/>
            <a:r>
              <a:t>Troubleshooting procedures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Monitoring Active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Platform health dashboards</a:t>
            </a:r>
          </a:p>
          <a:p>
            <a:pPr/>
            <a:r>
              <a:t>Pipeline execution monitoring</a:t>
            </a:r>
          </a:p>
          <a:p>
            <a:pPr/>
            <a:r>
              <a:t>Alert rules configured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Support Model Ready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L1/L2/L3 procedures defined</a:t>
            </a:r>
          </a:p>
          <a:p>
            <a:pPr/>
            <a:r>
              <a:t>Escalation paths documented</a:t>
            </a:r>
          </a:p>
          <a:p>
            <a:pPr/>
            <a:r>
              <a:t>On-call rotation established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Hypercare Plan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30-day hypercare support</a:t>
            </a:r>
          </a:p>
          <a:p>
            <a:pPr/>
            <a:r>
              <a:t>Daily standup scheduled</a:t>
            </a:r>
          </a:p>
          <a:p>
            <a:pPr/>
            <a:r>
              <a:t>Issue tracking active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Week 1-2 Priorities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Complete team onboarding</a:t>
            </a:r>
          </a:p>
          <a:p>
            <a:pPr/>
            <a:r>
              <a:t>Monitor pipeline performance</a:t>
            </a:r>
          </a:p>
          <a:p>
            <a:pPr/>
            <a:r>
              <a:t>Address any issues promptly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30-Day Hypercare Focus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Optimize pipeline performance</a:t>
            </a:r>
          </a:p>
          <a:p>
            <a:pPr/>
            <a:r>
              <a:t>Tune security thresholds</a:t>
            </a:r>
          </a:p>
          <a:p>
            <a:pPr/>
            <a:r>
              <a:t>Refine alerting rules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Future Enhancements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Additional pipeline templates</a:t>
            </a:r>
          </a:p>
          <a:p>
            <a:pPr/>
            <a:r>
              <a:t>Advanced deployment patterns</a:t>
            </a:r>
          </a:p>
          <a:p>
            <a:pPr/>
            <a:r>
              <a:t>Extended monitoring coverage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441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86</cp:revision>
  <dcterms:created xsi:type="dcterms:W3CDTF">2025-11-01T21:16:10Z</dcterms:created>
  <dcterms:modified xsi:type="dcterms:W3CDTF">2025-11-27T20:15:42Z</dcterms:modified>
</cp:coreProperties>
</file>