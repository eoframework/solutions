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DevOps Enterprise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2: 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Reduce time-to-market by 10x through automated CI/CD pipelines and orchestration</a:t>
            </a:r>
          </a:p>
          <a:p>
            <a:pPr lvl="1"/>
            <a:r>
              <a:t>Achieve 99%+ deployment success rates and eliminate manual deployment errors</a:t>
            </a:r>
          </a:p>
          <a:p>
            <a:pPr lvl="1"/>
            <a:r>
              <a:t>Enable development teams to ship code safely with built-in security and compliance controls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Deploy to production 10+ times per day with zero-downtime releases</a:t>
            </a:r>
          </a:p>
          <a:p>
            <a:pPr lvl="1"/>
            <a:r>
              <a:t>Reduce manual deployment effort by 90% through pipeline automation</a:t>
            </a:r>
          </a:p>
          <a:p>
            <a:pPr lvl="1"/>
            <a:r>
              <a:t>ROI realization within 6-12 months through improved productivity and reduced firefighting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3: 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CI/CD Orchestration</a:t>
            </a:r>
          </a:p>
          <a:p>
            <a:pPr lvl="1"/>
            <a:r>
              <a:t>Azure DevOps (Repos + Pipelines) for unified source control and pipeline automation</a:t>
            </a:r>
          </a:p>
          <a:p>
            <a:pPr lvl="1"/>
            <a:r>
              <a:t>Multi-stage pipelines with automated testing, security scanning, and approval workflows</a:t>
            </a:r>
          </a:p>
          <a:p>
            <a:pPr/>
            <a:r>
              <a:rPr b="1"/>
              <a:t>Container &amp; Deployment</a:t>
            </a:r>
          </a:p>
          <a:p>
            <a:pPr lvl="1"/>
            <a:r>
              <a:t>Azure Container Registry for secure image storage and vulnerability scanning</a:t>
            </a:r>
          </a:p>
          <a:p>
            <a:pPr lvl="1"/>
            <a:r>
              <a:t>Azure Kubernetes Service (AKS) for scalable container orchestration and auto-scaling</a:t>
            </a:r>
          </a:p>
          <a:p>
            <a:pPr/>
            <a:r>
              <a:rPr b="1"/>
              <a:t>Security &amp; Operations</a:t>
            </a:r>
          </a:p>
          <a:p>
            <a:pPr lvl="1"/>
            <a:r>
              <a:t>Azure Key Vault for centralized secrets management and compliance</a:t>
            </a:r>
          </a:p>
          <a:p>
            <a:pPr lvl="1"/>
            <a:r>
              <a:t>Azure Monitor for comprehensive logging, metrics, and alerting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238400"/>
            <a:ext cx="4337050" cy="2710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4: 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Azure DevOps repository setup and branching strategy</a:t>
            </a:r>
          </a:p>
          <a:p>
            <a:pPr lvl="1"/>
            <a:r>
              <a:t>Design core CI/CD pipeline framework and reusable templates</a:t>
            </a:r>
          </a:p>
          <a:p>
            <a:pPr lvl="1"/>
            <a:r>
              <a:t>Establish security policies and approval workflows</a:t>
            </a:r>
          </a:p>
          <a:p>
            <a:pPr/>
            <a:r>
              <a:rPr b="1"/>
              <a:t>Phase 2: Build &amp; Deploy (Weeks 5-8)</a:t>
            </a:r>
          </a:p>
          <a:p>
            <a:pPr lvl="1"/>
            <a:r>
              <a:t>Implement automated testing and security scanning</a:t>
            </a:r>
          </a:p>
          <a:p>
            <a:pPr lvl="1"/>
            <a:r>
              <a:t>Deploy container registry and Kubernetes cluster</a:t>
            </a:r>
          </a:p>
          <a:p>
            <a:pPr lvl="1"/>
            <a:r>
              <a:t>Configure artifact management and release orchestration</a:t>
            </a:r>
          </a:p>
          <a:p>
            <a:pPr/>
            <a:r>
              <a:rPr b="1"/>
              <a:t>Phase 3: Security &amp; Scale (Weeks 9-12)</a:t>
            </a:r>
          </a:p>
          <a:p>
            <a:pPr lvl="1"/>
            <a:r>
              <a:t>Integrate Key Vault for secrets rotation and compliance</a:t>
            </a:r>
          </a:p>
          <a:p>
            <a:pPr lvl="1"/>
            <a:r>
              <a:t>Configure monitoring and alerting for production visibility</a:t>
            </a:r>
          </a:p>
          <a:p>
            <a:pPr lvl="1"/>
            <a:r>
              <a:t>Enable blue-green and canary deployments for safe releases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5: 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CI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DevOps repositories, CI pipeline templates, Security policies defined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Build &amp;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Container registry, AKS cluster operational, Automated releases, Multi-environment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&amp;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Key Vault integration, Advanced deployments (blue-green, canary), Monitoring and alerting live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6: 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300+ developers across 5 teams, monolithic Java/C# applications</a:t>
            </a:r>
          </a:p>
          <a:p>
            <a:pPr lvl="1"/>
            <a:r>
              <a:rPr b="1"/>
              <a:t>Challenge:</a:t>
            </a:r>
            <a:r>
              <a:t> 2-week release cycles with high failure rates (25%), manual deployments, deployment bottleneck</a:t>
            </a:r>
          </a:p>
          <a:p>
            <a:pPr lvl="1"/>
            <a:r>
              <a:rPr b="1"/>
              <a:t>Solution:</a:t>
            </a:r>
            <a:r>
              <a:t> Azure DevOps Platform with pipeline templates, AKS-based containerization, automated testing</a:t>
            </a:r>
          </a:p>
          <a:p>
            <a:pPr lvl="1"/>
            <a:r>
              <a:rPr b="1"/>
              <a:t>Results:</a:t>
            </a:r>
            <a:r>
              <a:t> 10x faster releases (10 deployments/day), 99.2% success rate, 40 FTE-hours saved per week, $4.8M annual savings</a:t>
            </a:r>
          </a:p>
          <a:p>
            <a:pPr lvl="1"/>
            <a:r>
              <a:rPr b="1"/>
              <a:t>Testimonial:</a:t>
            </a:r>
            <a:r>
              <a:t> "Our teams went from quarterly releases to daily deployments. The confidence in our releases is completely transformed." — </a:t>
            </a:r>
            <a:r>
              <a:rPr b="1"/>
              <a:t>John Thompson, VP Engineering</a:t>
            </a:r>
            <a:r>
              <a:t>, FinServ Global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7: 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CI/CD solutions with proven results</a:t>
            </a:r>
          </a:p>
          <a:p>
            <a:pPr lvl="1"/>
            <a:r>
              <a:t>100+ successful DevOps platform implementations</a:t>
            </a:r>
          </a:p>
          <a:p>
            <a:pPr lvl="1"/>
            <a:r>
              <a:t>Microsoft Gold Partner with Azure Infrastructure and DevOps competencies</a:t>
            </a:r>
          </a:p>
          <a:p>
            <a:pPr lvl="1"/>
            <a:r>
              <a:t>Certified Azure Solutions Architects with DevOps specialization</a:t>
            </a:r>
          </a:p>
          <a:p>
            <a:pPr lvl="1"/>
            <a:r>
              <a:t>Dedicated DevOps practice with pipeline architects and platform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CI/CD pipeline templates (15+ framework patterns)</a:t>
            </a:r>
          </a:p>
          <a:p>
            <a:pPr lvl="1"/>
            <a:r>
              <a:t>Infrastructure as Code templates (Terraform/ARM) for rapid AKS deployment</a:t>
            </a:r>
          </a:p>
          <a:p>
            <a:pPr lvl="1"/>
            <a:r>
              <a:t>Security baseline for compliance and hardening best practices</a:t>
            </a:r>
          </a:p>
          <a:p>
            <a:pPr lvl="1"/>
            <a:r>
              <a:t>Knowledge transfer ensures team self-sufficiency post-implementation</a:t>
            </a:r>
          </a:p>
          <a:p>
            <a:pPr lvl="1"/>
            <a:r>
              <a:t>Access to ongoing Microsoft updates and best practices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8: 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Platform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Managed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Partner Services Credit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$108,200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9: Implementation Roadmap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10: Call to Action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Next Steps</a:t>
            </a:r>
          </a:p>
          <a:p>
            <a:pPr lvl="1"/>
            <a:r>
              <a:t>Schedule architecture workshop with our DevOps specialists (2 hours)</a:t>
            </a:r>
          </a:p>
          <a:p>
            <a:pPr lvl="1"/>
            <a:r>
              <a:t>Detailed assessment of current state and baseline metrics</a:t>
            </a:r>
          </a:p>
          <a:p>
            <a:pPr lvl="1"/>
            <a:r>
              <a:t>Customized proposal with timeline and investment details</a:t>
            </a:r>
          </a:p>
          <a:p>
            <a:pPr lvl="1"/>
            <a:r>
              <a:t>30-day SOW upon agreement</a:t>
            </a:r>
          </a:p>
          <a:p>
            <a:pPr/>
            <a:r>
              <a:rPr b="1"/>
              <a:t>Your Investment</a:t>
            </a:r>
          </a:p>
          <a:p>
            <a:pPr lvl="1"/>
            <a:r>
              <a:t>$100,200 Year 1 net (with partner credits)</a:t>
            </a:r>
          </a:p>
          <a:p>
            <a:pPr lvl="1"/>
            <a:r>
              <a:t>Payback in 8 months through team productivity</a:t>
            </a:r>
          </a:p>
          <a:p>
            <a:pPr lvl="1"/>
            <a:r>
              <a:t>Ongoing platform operations at $7.7K/year</a:t>
            </a:r>
          </a:p>
          <a:p>
            <a:pPr/>
            <a:r>
              <a:rPr b="1"/>
              <a:t>Your Outcome</a:t>
            </a:r>
          </a:p>
          <a:p>
            <a:pPr lvl="1"/>
            <a:r>
              <a:t>Deploy code 10x faster with confidence</a:t>
            </a:r>
          </a:p>
          <a:p>
            <a:pPr lvl="1"/>
            <a:r>
              <a:t>99%+ deployment success rate</a:t>
            </a:r>
          </a:p>
          <a:p>
            <a:pPr lvl="1"/>
            <a:r>
              <a:t>Automated security and compliance controls</a:t>
            </a:r>
          </a:p>
          <a:p>
            <a:pPr lvl="1"/>
            <a:r>
              <a:t>Team prepared for enterprise DevOps maturity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