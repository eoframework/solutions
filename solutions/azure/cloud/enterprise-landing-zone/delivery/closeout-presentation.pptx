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Azure Landing Zone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Management Group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organizational 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hierarchy with 4 levels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Supports 10+ business units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Policy Framework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governance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150+ policies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99.8% compliance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Hub-and-spoke with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Secure network 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trust network principles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and Access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Enterprise RBAC and PIM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Complete IAM framework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Integration with on-premises 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Cloud Governance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Compliance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Implementation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Policy Framework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compliance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99.8% policy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Custom policy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Management &amp; Billing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Budget controls and alerts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 - Multi-subscription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Resource Tagging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resource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resource visibility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 - Automated tagging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Center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Centralized security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 - Cross-subscription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 Through Cloud Foundation**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actual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5x faster deployments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actual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 to deployment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Compliance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compliance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99.8%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Policy compliance reports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Enhancement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Zero critical findings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Azure Security Center score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Cloud Governance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Complex Policy Dependencies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policy conflicts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policy testing framework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impact analysis process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System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connectivity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Detailed network architecture and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connectivity design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Resistance to cloud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Comprehensive training and stakeholder engagement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Early engagement in cloud initiatives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Cloud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Multi-Region Landing Zones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scalability and disaster recovery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DevOps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CI/CD with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Data-driven insights and AI 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9-15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Edge Computing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IoT and edge workload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