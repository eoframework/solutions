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Azure Enterprise Landing Zone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Alison Smith | November 22,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Build a secure foundation for multi-subscription Azure deployments with consistent governance</a:t>
            </a:r>
          </a:p>
          <a:p>
            <a:pPr lvl="1"/>
            <a:r>
              <a:t>Reduce cloud management overhead by 40-50% through automated policy enforcement</a:t>
            </a:r>
          </a:p>
          <a:p>
            <a:pPr lvl="1"/>
            <a:r>
              <a:t>Enable rapid subscription provisioning while maintaining security and compliance standards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Deploy management group hierarchy with automated policy inheritance within 8 weeks</a:t>
            </a:r>
          </a:p>
          <a:p>
            <a:pPr lvl="1"/>
            <a:r>
              <a:t>Achieve 100% policy compliance across all subscriptions with real-time monitoring</a:t>
            </a:r>
          </a:p>
          <a:p>
            <a:pPr lvl="1"/>
            <a:r>
              <a:t>Reduce subscription provisioning time from weeks to hours with standardized templates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Azure Enterprise Landing Zone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Management Groups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3-tier hierarchy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Availability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(99.9%)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Subscriptions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5-10 subscriptions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Infrastructure Complexity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Hub-spoke network topology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Hybrid Connectivity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ExpressRoute circuit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Security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Azure Defender Standard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Identity Federation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Azure AD Connect sync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Compliance Frameworks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SOC2 ISO27001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500 Azure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Cost Management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Azure Cost Management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User Roles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 custom RBAC roles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Governance Automation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Policy-driven governance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Workloads to Onboard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20-30 applications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Environments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Landing zones for dev staging prod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Policy Assignments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 policy assignments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Target Azure Regions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regions (East US West US)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Azure Enterprise Landing Zone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Key Components</a:t>
            </a:r>
          </a:p>
          <a:p>
            <a:pPr lvl="1"/>
            <a:r>
              <a:rPr b="1"/>
              <a:t>Management Groups:</a:t>
            </a:r>
            <a:r>
              <a:t> Hierarchical organization of subscriptions with inherited policies and access controls</a:t>
            </a:r>
          </a:p>
          <a:p>
            <a:pPr lvl="1"/>
            <a:r>
              <a:rPr b="1"/>
              <a:t>Azure Policy:</a:t>
            </a:r>
            <a:r>
              <a:t> Automated compliance enforcement, resource guardrails, and configuration standards</a:t>
            </a:r>
          </a:p>
          <a:p>
            <a:pPr lvl="1"/>
            <a:r>
              <a:rPr b="1"/>
              <a:t>Hub-Spoke Network:</a:t>
            </a:r>
            <a:r>
              <a:t> Centralized connectivity with Azure Virtual WAN or hub virtual network design</a:t>
            </a:r>
          </a:p>
          <a:p>
            <a:pPr/>
            <a:r>
              <a:rPr b="1"/>
              <a:t>Technology Stack</a:t>
            </a:r>
          </a:p>
          <a:p>
            <a:pPr lvl="1"/>
            <a:r>
              <a:t>Platform: Microsoft Azure with Management Groups and Policy framework</a:t>
            </a:r>
          </a:p>
          <a:p>
            <a:pPr lvl="1"/>
            <a:r>
              <a:t>Governance: Azure Policy, Blueprints, Resource Graph, RBAC</a:t>
            </a:r>
          </a:p>
          <a:p>
            <a:pPr lvl="1"/>
            <a:r>
              <a:t>Networking: Virtual WAN, Azure Firewall, ExpressRoute/VPN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Azure Enterprise Landing Zone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Assessment &amp; Design</a:t>
            </a:r>
            <a:r>
              <a:t> (Weeks 1-3)</a:t>
            </a:r>
          </a:p>
          <a:p>
            <a:pPr lvl="1"/>
            <a:r>
              <a:t>Current Azure environment inventory and gap analysis</a:t>
            </a:r>
          </a:p>
          <a:p>
            <a:pPr lvl="1"/>
            <a:r>
              <a:t>Management group hierarchy design and naming conventions</a:t>
            </a:r>
          </a:p>
          <a:p>
            <a:pPr lvl="1"/>
            <a:r>
              <a:t>Policy framework definition and compliance requirements mapping</a:t>
            </a:r>
          </a:p>
          <a:p>
            <a:pPr/>
            <a:r>
              <a:rPr b="1"/>
              <a:t>Phase 2: Foundation Deployment</a:t>
            </a:r>
            <a:r>
              <a:t> (Weeks 4-6)</a:t>
            </a:r>
          </a:p>
          <a:p>
            <a:pPr lvl="1"/>
            <a:r>
              <a:t>Management group structure implementation</a:t>
            </a:r>
          </a:p>
          <a:p>
            <a:pPr lvl="1"/>
            <a:r>
              <a:t>Core Azure Policy assignments (tagging, allowed regions, resource types)</a:t>
            </a:r>
          </a:p>
          <a:p>
            <a:pPr lvl="1"/>
            <a:r>
              <a:t>Hub network deployment with Azure Firewall and connectivity services</a:t>
            </a:r>
          </a:p>
          <a:p>
            <a:pPr/>
            <a:r>
              <a:rPr b="1"/>
              <a:t>Phase 3: Governance &amp; Optimization</a:t>
            </a:r>
            <a:r>
              <a:t> (Weeks 7-10)</a:t>
            </a:r>
          </a:p>
          <a:p>
            <a:pPr lvl="1"/>
            <a:r>
              <a:t>Azure Blueprints creation for subscription vending</a:t>
            </a:r>
          </a:p>
          <a:p>
            <a:pPr lvl="1"/>
            <a:r>
              <a:t>Azure Cost Management configuration and budget alerts</a:t>
            </a:r>
          </a:p>
          <a:p>
            <a:pPr lvl="1"/>
            <a:r>
              <a:t>Documentation, training, and operational handover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Azure Enterprise Landing Zone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Assessment &amp; Design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1-3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Current state analysis complete, Management group design approved, Policy framework documented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Foundation Deployment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4-6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Management groups live, Core policies enforcing, Hub network operational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Governance &amp; Optimization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7-10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Blueprints ready, Cost management active, Knowledge transfer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Azure Enterprise Landing Zone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Global Financial Services Firm</a:t>
            </a:r>
          </a:p>
          <a:p>
            <a:pPr lvl="1"/>
            <a:r>
              <a:rPr b="1"/>
              <a:t>Client:</a:t>
            </a:r>
            <a:r>
              <a:t> Fortune 500 financial institution with 500+ Azure subscriptions</a:t>
            </a:r>
          </a:p>
          <a:p>
            <a:pPr lvl="1"/>
            <a:r>
              <a:rPr b="1"/>
              <a:t>Challenge:</a:t>
            </a:r>
            <a:r>
              <a:t> Inconsistent governance, compliance failures, 35% cloud overspend, 3-week provisioning delays</a:t>
            </a:r>
          </a:p>
          <a:p>
            <a:pPr lvl="1"/>
            <a:r>
              <a:rPr b="1"/>
              <a:t>Solution:</a:t>
            </a:r>
            <a:r>
              <a:t> Landing zone with policies, hub-spoke network, automated subscription vending</a:t>
            </a:r>
          </a:p>
          <a:p>
            <a:pPr lvl="1"/>
            <a:r>
              <a:rPr b="1"/>
              <a:t>Results:</a:t>
            </a:r>
            <a:r>
              <a:t> 100% compliance in 90 days, 42% cost reduction ($2.1M savings), 4-hour provisioning</a:t>
            </a:r>
          </a:p>
          <a:p>
            <a:pPr lvl="1"/>
            <a:r>
              <a:rPr b="1"/>
              <a:t>Testimonial:</a:t>
            </a:r>
            <a:r>
              <a:t> "Landing zone transformed our governance from firefighting to proactive control. Teams self-service environments within trusted guardrails." — </a:t>
            </a:r>
            <a:r>
              <a:rPr b="1"/>
              <a:t>Sarah Mitchell, Cloud Director</a:t>
            </a:r>
            <a:r>
              <a:t>, Global Financial Services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Azure Enterprise Landing Zone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Microsoft Gold Partner with Azure Expert MSP designation</a:t>
            </a:r>
          </a:p>
          <a:p>
            <a:pPr lvl="1"/>
            <a:r>
              <a:t>100+ Azure Landing Zone implementations across enterprise clients</a:t>
            </a:r>
          </a:p>
          <a:p>
            <a:pPr lvl="1"/>
            <a:r>
              <a:t>Certified Azure Solutions Architects with governance specialization</a:t>
            </a:r>
          </a:p>
          <a:p>
            <a:pPr lvl="1"/>
            <a:r>
              <a:t>Pre-built policy libraries and landing zone accelerators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Proven landing zone frameworks reduce implementation risk by 70%</a:t>
            </a:r>
          </a:p>
          <a:p>
            <a:pPr lvl="1"/>
            <a:r>
              <a:t>Custom policy templates aligned with your compliance requirements</a:t>
            </a:r>
          </a:p>
          <a:p>
            <a:pPr lvl="1"/>
            <a:r>
              <a:t>Azure Cost Management expertise to optimize cloud spend</a:t>
            </a:r>
          </a:p>
          <a:p>
            <a:pPr lvl="1"/>
            <a:r>
              <a:t>Comprehensive skills transfer for internal team self-sufficiency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Azure Enterprise Landing Zone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$134,000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($15,000)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$119,000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$119,000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Cloud Infrastructure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$56,620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$56,620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$56,620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$56,620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$169,860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 Licenses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$30,600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$30,600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$30,600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$30,600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$91,800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$24,800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$24,800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$24,800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$24,800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$74,400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$246,020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($15,000)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$231,020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$112,020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$112,020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$455,060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Azure Enterprise Landing Zone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SOW approval and contract execution by [Target Date]</a:t>
            </a:r>
          </a:p>
          <a:p>
            <a:pPr/>
            <a:r>
              <a:rPr b="1"/>
              <a:t>Kickoff:</a:t>
            </a:r>
            <a:r>
              <a:t> Project initiation scheduled for [Start Date] with team formation</a:t>
            </a:r>
          </a:p>
          <a:p>
            <a:pPr/>
            <a:r>
              <a:rPr b="1"/>
              <a:t>Team Setup:</a:t>
            </a:r>
            <a:r>
              <a:t> Identify Azure admin, security lead, and finance stakeholders upfront</a:t>
            </a:r>
          </a:p>
          <a:p>
            <a:pPr/>
            <a:r>
              <a:rPr b="1"/>
              <a:t>Week 1-2:</a:t>
            </a:r>
            <a:r>
              <a:t> Contract finalization, Azure access provisioning, and discovery workshops</a:t>
            </a:r>
          </a:p>
          <a:p>
            <a:pPr/>
            <a:r>
              <a:rPr b="1"/>
              <a:t>Week 3-4:</a:t>
            </a:r>
            <a:r>
              <a:t> Management group design workshop and foundation deployment begins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Azure Enterprise Landing Zone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84</cp:revision>
  <dcterms:created xsi:type="dcterms:W3CDTF">2025-11-01T21:16:10Z</dcterms:created>
  <dcterms:modified xsi:type="dcterms:W3CDTF">2025-11-22T19:37:42Z</dcterms:modified>
</cp:coreProperties>
</file>