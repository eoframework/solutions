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Challenge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Solution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Expected Outcomes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Accelerated Cloud Adoption</a:t>
            </a:r>
            <a:r>
              <a:t>: Teams can deploy workloads in days, not months, with pre-configured secure environments</a:t>
            </a:r>
          </a:p>
          <a:p>
            <a:pPr/>
            <a:r>
              <a:rPr b="1"/>
              <a:t>Enhanced Security Posture</a:t>
            </a:r>
            <a:r>
              <a:t>: Centralized security controls, compliance policies, and threat protection across all Azure resources</a:t>
            </a:r>
          </a:p>
          <a:p>
            <a:pPr/>
            <a:r>
              <a:rPr b="1"/>
              <a:t>Operational Efficiency</a:t>
            </a:r>
            <a:r>
              <a:t>: Automated governance, self-service capabilities, and reduced manual configuration overhead</a:t>
            </a:r>
          </a:p>
          <a:p>
            <a:pPr/>
            <a:r>
              <a:rPr b="1"/>
              <a:t>Platform Foundation</a:t>
            </a:r>
          </a:p>
          <a:p>
            <a:pPr lvl="1"/>
            <a:r>
              <a:t>Management group hierarchy with Azure Policy for centralized governance and compliance</a:t>
            </a:r>
          </a:p>
          <a:p>
            <a:pPr lvl="1"/>
            <a:r>
              <a:t>Hub-spoke network topology with Azure Virtual WAN and Azure Firewall for secure connectivity</a:t>
            </a:r>
          </a:p>
          <a:p>
            <a:pPr/>
            <a:r>
              <a:rPr b="1"/>
              <a:t>Security &amp; Compliance</a:t>
            </a:r>
          </a:p>
          <a:p>
            <a:pPr lvl="1"/>
            <a:r>
              <a:t>Azure Sentinel SIEM/SOAR integration with Microsoft Defender for Cloud for threat protection</a:t>
            </a:r>
          </a:p>
          <a:p>
            <a:pPr lvl="1"/>
            <a:r>
              <a:t>Identity management with Azure AD Conditional Access and RBAC for zero-trust security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Strategic Benefits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Accelerated Time-to-Market</a:t>
            </a:r>
            <a:r>
              <a:t>: Pre-configured landing zones enable teams to deploy production workloads 10x faster than manual setup</a:t>
            </a:r>
          </a:p>
          <a:p>
            <a:pPr/>
            <a:r>
              <a:rPr b="1"/>
              <a:t>Reduced Security Risk</a:t>
            </a:r>
            <a:r>
              <a:t>: Enterprise-grade security controls and compliance policies built into the foundation reduce breach risk by 60%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Operational Benefits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Cost Optimization</a:t>
            </a:r>
            <a:r>
              <a:t>: Centralized cost management and governance policies prevent resource sprawl and reduce waste by 30-40%</a:t>
            </a:r>
          </a:p>
          <a:p>
            <a:pPr/>
            <a:r>
              <a:rPr b="1"/>
              <a:t>Simplified Compliance</a:t>
            </a:r>
            <a:r>
              <a:t>: Automated policy enforcement and audit logging simplify compliance with HIPAA, PCI-DSS, ISO 27001, and other frameworks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Financial Benefits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Lower TCO</a:t>
            </a:r>
            <a:r>
              <a:t>: Standardized architecture reduces operational overhead and management costs by 35%</a:t>
            </a:r>
          </a:p>
          <a:p>
            <a:pPr/>
            <a:r>
              <a:rPr b="1"/>
              <a:t>Predictable Scaling</a:t>
            </a:r>
            <a:r>
              <a:t>: Hub-spoke model supports growth from 10 to 1000+ subscriptions without architectural redesign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Core Components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Management Groups</a:t>
            </a:r>
            <a:r>
              <a:t>: Hierarchical structure (Platform, Landing Zones, Sandboxes, Decommissioned) for policy and access control</a:t>
            </a:r>
          </a:p>
          <a:p>
            <a:pPr/>
            <a:r>
              <a:rPr b="1"/>
              <a:t>Subscription Vending</a:t>
            </a:r>
            <a:r>
              <a:t>: Automated subscription provisioning with pre-configured policies, networking, and security baselines</a:t>
            </a:r>
          </a:p>
          <a:p>
            <a:pPr/>
            <a:r>
              <a:rPr b="1"/>
              <a:t>Hub-Spoke Networking</a:t>
            </a:r>
            <a:r>
              <a:t>: Azure Virtual WAN with Azure Firewall, ExpressRoute, and VPN Gateway for hybrid connectivity</a:t>
            </a:r>
          </a:p>
          <a:p>
            <a:pPr/>
            <a:r>
              <a:rPr b="1"/>
              <a:t>Identity &amp; Access</a:t>
            </a:r>
            <a:r>
              <a:t>: Azure AD integration with Conditional Access, Privileged Identity Management, and RBAC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&amp; Governance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Azure Policy</a:t>
            </a:r>
            <a:r>
              <a:t>: Centralized governance with 150+ built-in policies for security, compliance, and cost management</a:t>
            </a:r>
          </a:p>
          <a:p>
            <a:pPr/>
            <a:r>
              <a:rPr b="1"/>
              <a:t>Microsoft Defender for Cloud</a:t>
            </a:r>
            <a:r>
              <a:t>: Continuous security assessment with threat detection and vulnerability management</a:t>
            </a:r>
          </a:p>
          <a:p>
            <a:pPr/>
            <a:r>
              <a:rPr b="1"/>
              <a:t>Azure Sentinel</a:t>
            </a:r>
            <a:r>
              <a:t>: Cloud-native SIEM/SOAR for security operations and threat hunting</a:t>
            </a:r>
          </a:p>
          <a:p>
            <a:pPr/>
            <a:r>
              <a:rPr b="1"/>
              <a:t>Azure Monitor</a:t>
            </a:r>
            <a:r>
              <a:t>: Centralized logging with Log Analytics Workspace for diagnostics and performance monitoring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Connectivity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Azure Virtual WAN</a:t>
            </a:r>
            <a:r>
              <a:t>: Global network backbone for site-to-site VPN and ExpressRoute connectivity</a:t>
            </a:r>
          </a:p>
          <a:p>
            <a:pPr/>
            <a:r>
              <a:rPr b="1"/>
              <a:t>Azure Firewall</a:t>
            </a:r>
            <a:r>
              <a:t>: Premium tier with TLS inspection, IDPS, and URL filtering for network security</a:t>
            </a:r>
          </a:p>
          <a:p>
            <a:pPr/>
            <a:r>
              <a:rPr b="1"/>
              <a:t>Private Endpoints</a:t>
            </a:r>
            <a:r>
              <a:t>: Secure connectivity to Azure PaaS services without public internet exposure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Phase 1: Foundation (Weeks 1-4)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Management group structure and Azure Policy framework setup</a:t>
            </a:r>
          </a:p>
          <a:p>
            <a:pPr/>
            <a:r>
              <a:t>Hub network deployment with Azure Virtual WAN and Azure Firewall</a:t>
            </a:r>
          </a:p>
          <a:p>
            <a:pPr/>
            <a:r>
              <a:t>Azure AD integration with Conditional Access and RBAC design</a:t>
            </a:r>
          </a:p>
          <a:p>
            <a:pPr/>
            <a:r>
              <a:t>Centralized logging with Log Analytics Workspace and Azure Monitor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Phase 2: Security &amp; Compliance (Weeks 5-8)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Microsoft Defender for Cloud enablement across all subscriptions</a:t>
            </a:r>
          </a:p>
          <a:p>
            <a:pPr/>
            <a:r>
              <a:t>Azure Sentinel deployment with security playbooks and threat detection rules</a:t>
            </a:r>
          </a:p>
          <a:p>
            <a:pPr/>
            <a:r>
              <a:t>Azure Policy compliance enforcement with custom policies for organizational requirements</a:t>
            </a:r>
          </a:p>
          <a:p>
            <a:pPr/>
            <a:r>
              <a:t>DDoS Protection and Azure Bastion for secure access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Phase 3: Landing Zones (Weeks 9-12)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$169,860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$245,020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$230,020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$454,060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Investment Highlights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949" b="5949"/>
          <a:stretch>
            <a:fillRect/>
          </a:stretch>
        </p:blipFill>
        <p:spPr/>
      </p:pic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Global Financial Services Firm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95% faster provisioning</a:t>
            </a:r>
            <a:r>
              <a:t>: Environment deployment reduced from 6 weeks to 2 days</a:t>
            </a:r>
          </a:p>
          <a:p>
            <a:pPr/>
            <a:r>
              <a:rPr b="1"/>
              <a:t>60% security improvement</a:t>
            </a:r>
            <a:r>
              <a:t>: Automated compliance with 200+ Azure Policy rules and continuous threat monitoring</a:t>
            </a:r>
          </a:p>
          <a:p>
            <a:pPr/>
            <a:r>
              <a:rPr b="1"/>
              <a:t>$2.5M annual savings</a:t>
            </a:r>
            <a:r>
              <a:t>: Eliminated manual processes, optimized resource usage, and reduced security incidents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Implementation Risks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Probability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Mitigation Strategy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AD integration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Pre-migration assessment, phased rollout with pilot groups, dedicated identity architect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connectivity issues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ExpressRoute with redundant circuits, VPN failover, comprehensive testing before cutover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Policy conflicts with existing Azure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audit mode first, gradual enforcement, exception process for legacy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Skills gap in Azure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Comprehensive training program, documentation, operational runbooks, support contract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Considerations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Data Residency</a:t>
            </a:r>
            <a:r>
              <a:t>: All Azure regions support data residency requirements for regulatory compliance</a:t>
            </a:r>
          </a:p>
          <a:p>
            <a:pPr/>
            <a:r>
              <a:rPr b="1"/>
              <a:t>Encryption</a:t>
            </a:r>
            <a:r>
              <a:t>: Encryption at-rest and in-transit for all data with Azure Key Vault for key management</a:t>
            </a:r>
          </a:p>
          <a:p>
            <a:pPr/>
            <a:r>
              <a:rPr b="1"/>
              <a:t>Zero Trust Model</a:t>
            </a:r>
            <a:r>
              <a:t>: Least-privilege access with Conditional Access, MFA, and just-in-time access for privileged operations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Immediate Actions (This Week)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Discovery Workshop: 2-day workshop to document current Azure environment, compliance requirements, and organizational structure</a:t>
            </a:r>
          </a:p>
          <a:p>
            <a:pPr/>
            <a:r>
              <a:t>Architecture Review: Assessment of existing Azure resources and integration requirements with landing zone design</a:t>
            </a:r>
          </a:p>
          <a:p>
            <a:pPr/>
            <a:r>
              <a:t>Stakeholder Alignment: Executive briefing on landing zone benefits, timeline, and investment requirements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30 Days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Finalize Statement of Work with detailed scope, timeline, and acceptance criteria</a:t>
            </a:r>
          </a:p>
          <a:p>
            <a:pPr/>
            <a:r>
              <a:t>Complete Azure AD readiness assessment and integration planning</a:t>
            </a:r>
          </a:p>
          <a:p>
            <a:pPr/>
            <a:r>
              <a:t>Develop custom Azure Policy requirements based on organizational standards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Kickoff (Week 1)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team mobilization with dedicated cloud architects and security engineers</a:t>
            </a:r>
          </a:p>
          <a:p>
            <a:pPr/>
            <a:r>
              <a:t>Management group structure design based on organizational hierarchy</a:t>
            </a:r>
          </a:p>
          <a:p>
            <a:pPr/>
            <a:r>
              <a:t>Hub network architecture design with ExpressRoute and Azure Firewall configuration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