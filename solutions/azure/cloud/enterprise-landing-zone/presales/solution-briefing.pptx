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Build a secure foundation for multi-subscription Azure deployments with consistent governance</a:t>
            </a:r>
          </a:p>
          <a:p>
            <a:pPr lvl="1"/>
            <a:r>
              <a:t>Reduce cloud management overhead by 40-50% through automated policy enforcement</a:t>
            </a:r>
          </a:p>
          <a:p>
            <a:pPr lvl="1"/>
            <a:r>
              <a:t>Enable rapid subscription provisioning while maintaining security and compliance standards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management group hierarchy with automated policy inheritance within 8 weeks</a:t>
            </a:r>
          </a:p>
          <a:p>
            <a:pPr lvl="1"/>
            <a:r>
              <a:t>Achieve 100% policy compliance across all subscriptions with real-time monitoring</a:t>
            </a:r>
          </a:p>
          <a:p>
            <a:pPr lvl="1"/>
            <a:r>
              <a:t>Reduce subscription provisioning time from weeks to hours with standardized templates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Management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hierarchy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network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circuit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Defender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Federation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Connect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Azure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custom RBAC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Governance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Policy-driven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Onboard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20-30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 for dev staging prod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Azure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regions (East US West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Management Groups:</a:t>
            </a:r>
            <a:r>
              <a:t> Hierarchical organization of subscriptions with inherited policies and access controls</a:t>
            </a:r>
          </a:p>
          <a:p>
            <a:pPr lvl="1"/>
            <a:r>
              <a:rPr b="1"/>
              <a:t>Azure Policy:</a:t>
            </a:r>
            <a:r>
              <a:t> Automated compliance enforcement, resource guardrails, and configuration standards</a:t>
            </a:r>
          </a:p>
          <a:p>
            <a:pPr lvl="1"/>
            <a:r>
              <a:rPr b="1"/>
              <a:t>Hub-Spoke Network:</a:t>
            </a:r>
            <a:r>
              <a:t> Centralized connectivity with Azure Virtual WAN or hub virtual network design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Microsoft Azure</a:t>
            </a:r>
          </a:p>
          <a:p>
            <a:pPr lvl="1"/>
            <a:r>
              <a:t>Governance: Azure Policy, Azure Blueprints, Azure Resource Graph</a:t>
            </a:r>
          </a:p>
          <a:p>
            <a:pPr lvl="1"/>
            <a:r>
              <a:t>Identity: Azure Active Directory with RBAC</a:t>
            </a:r>
          </a:p>
          <a:p>
            <a:pPr lvl="1"/>
            <a:r>
              <a:t>Networking: Virtual WAN, Azure Firewall, ExpressRoute/VPN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Azure environment inventory and gap analysis</a:t>
            </a:r>
          </a:p>
          <a:p>
            <a:pPr lvl="1"/>
            <a:r>
              <a:t>Management group hierarchy design and naming conventions</a:t>
            </a:r>
          </a:p>
          <a:p>
            <a:pPr lvl="1"/>
            <a:r>
              <a:t>Policy framework definition and compliance requirements mapping</a:t>
            </a:r>
          </a:p>
          <a:p>
            <a:pPr/>
            <a:r>
              <a:rPr b="1"/>
              <a:t>Phase 2: Foundation Deployment</a:t>
            </a:r>
            <a:r>
              <a:t> (Weeks 4-6)</a:t>
            </a:r>
          </a:p>
          <a:p>
            <a:pPr lvl="1"/>
            <a:r>
              <a:t>Management group structure implementation</a:t>
            </a:r>
          </a:p>
          <a:p>
            <a:pPr lvl="1"/>
            <a:r>
              <a:t>Core Azure Policy assignments (tagging, allowed regions, resource types)</a:t>
            </a:r>
          </a:p>
          <a:p>
            <a:pPr lvl="1"/>
            <a:r>
              <a:t>Hub network deployment with Azure Firewall and connectivity services</a:t>
            </a:r>
          </a:p>
          <a:p>
            <a:pPr/>
            <a:r>
              <a:rPr b="1"/>
              <a:t>Phase 3: Governance &amp; Optimization</a:t>
            </a:r>
            <a:r>
              <a:t> (Weeks 7-10)</a:t>
            </a:r>
          </a:p>
          <a:p>
            <a:pPr lvl="1"/>
            <a:r>
              <a:t>Azure Blueprints creation for subscription vending</a:t>
            </a:r>
          </a:p>
          <a:p>
            <a:pPr lvl="1"/>
            <a:r>
              <a:t>Azure Cost Management configuration and budget alerts</a:t>
            </a:r>
          </a:p>
          <a:p>
            <a:pPr lvl="1"/>
            <a:r>
              <a:t>Documentation, training, and operational handover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Current state analysis complete, Management group design approved, Policy framework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live, Core policies enforcing, Hub network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Governance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Blueprints ready, Cost management active, Knowledge transfer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500+ Azure subscriptions</a:t>
            </a:r>
          </a:p>
          <a:p>
            <a:pPr lvl="1"/>
            <a:r>
              <a:rPr b="1"/>
              <a:t>Challenge:</a:t>
            </a:r>
            <a:r>
              <a:t> Inconsistent governance, compliance failures, 35% cloud overspend, 3-week provisioning delays</a:t>
            </a:r>
          </a:p>
          <a:p>
            <a:pPr lvl="1"/>
            <a:r>
              <a:rPr b="1"/>
              <a:t>Solution:</a:t>
            </a:r>
            <a:r>
              <a:t> Landing zone with policies, hub-spoke network, automated subscription vending</a:t>
            </a:r>
          </a:p>
          <a:p>
            <a:pPr lvl="1"/>
            <a:r>
              <a:rPr b="1"/>
              <a:t>Results:</a:t>
            </a:r>
            <a:r>
              <a:t> 100% compliance in 90 days, 42% cost reduction ($2.1M savings), 4-hour provisioning</a:t>
            </a:r>
          </a:p>
          <a:p>
            <a:pPr lvl="1"/>
            <a:r>
              <a:rPr b="1"/>
              <a:t>Testimonial:</a:t>
            </a:r>
            <a:r>
              <a:t> "Landing zone transformed our governance from firefighting to proactive control. Teams self-service environments within trusted guardrails." — </a:t>
            </a:r>
            <a:r>
              <a:rPr b="1"/>
              <a:t>Sarah Mitchell, Cloud Director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Azure Expert MSP designation</a:t>
            </a:r>
          </a:p>
          <a:p>
            <a:pPr lvl="1"/>
            <a:r>
              <a:t>100+ Azure Landing Zone implementations across enterprise clients</a:t>
            </a:r>
          </a:p>
          <a:p>
            <a:pPr lvl="1"/>
            <a:r>
              <a:t>Certified Azure Solutions Architects with governance specialization</a:t>
            </a:r>
          </a:p>
          <a:p>
            <a:pPr lvl="1"/>
            <a:r>
              <a:t>Pre-built policy libraries and landing zone accelerators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landing zone frameworks reduce implementation risk by 70%</a:t>
            </a:r>
          </a:p>
          <a:p>
            <a:pPr lvl="1"/>
            <a:r>
              <a:t>Custom policy templates aligned with your compliance requirements</a:t>
            </a:r>
          </a:p>
          <a:p>
            <a:pPr lvl="1"/>
            <a:r>
              <a:t>Azure Cost Management expertise to optimize cloud spend</a:t>
            </a:r>
          </a:p>
          <a:p>
            <a:pPr lvl="1"/>
            <a:r>
              <a:t>Comprehensive skills transfer for internal team self-sufficiency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$169,860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$246,020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$231,020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$455,060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team formation</a:t>
            </a:r>
          </a:p>
          <a:p>
            <a:pPr/>
            <a:r>
              <a:rPr b="1"/>
              <a:t>Team Setup:</a:t>
            </a:r>
            <a:r>
              <a:t> Identify Azure admin, security lead, and finance stakeholders upfront</a:t>
            </a:r>
          </a:p>
          <a:p>
            <a:pPr/>
            <a:r>
              <a:rPr b="1"/>
              <a:t>Week 1-2:</a:t>
            </a:r>
            <a:r>
              <a:t> Contract finalization, Azure access provisioning, and discovery workshops</a:t>
            </a:r>
          </a:p>
          <a:p>
            <a:pPr/>
            <a:r>
              <a:rPr b="1"/>
              <a:t>Week 3-4:</a:t>
            </a:r>
            <a:r>
              <a:t> Management group design workshop and foundation deployment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