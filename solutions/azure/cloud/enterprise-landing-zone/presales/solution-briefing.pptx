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cloud adoption - teams can deploy workloads in days, not months, with pre-configured secure environments</a:t>
            </a:r>
          </a:p>
          <a:p>
            <a:pPr lvl="1"/>
            <a:r>
              <a:t>Establish centralized governance supporting multiple teams while maintaining security controls and cost management</a:t>
            </a:r>
          </a:p>
          <a:p>
            <a:pPr lvl="1"/>
            <a:r>
              <a:t>Enable scalability from 10 to 1000+ subscriptions without architectural redesign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 faster provisioning - environment deployment reduced from 6 weeks to 2 days</a:t>
            </a:r>
          </a:p>
          <a:p>
            <a:pPr lvl="1"/>
            <a:r>
              <a:t>60% security improvement through automated compliance with 200+ Azure Policy rules</a:t>
            </a:r>
          </a:p>
          <a:p>
            <a:pPr lvl="1"/>
            <a:r>
              <a:t>35% reduction in operational overhead through standardized architecture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Platform Foundation</a:t>
            </a:r>
          </a:p>
          <a:p>
            <a:pPr lvl="1"/>
            <a:r>
              <a:t>Management group hierarchy with Azure Policy for centralized governance and compliance</a:t>
            </a:r>
          </a:p>
          <a:p>
            <a:pPr lvl="1"/>
            <a:r>
              <a:t>Hub-spoke network topology with Azure Virtual WAN and Azure Firewall for secure connectivity</a:t>
            </a:r>
          </a:p>
          <a:p>
            <a:pPr/>
            <a:r>
              <a:rPr b="1"/>
              <a:t>Security &amp; Compliance</a:t>
            </a:r>
          </a:p>
          <a:p>
            <a:pPr lvl="1"/>
            <a:r>
              <a:t>Azure Sentinel SIEM/SOAR integration with Microsoft Defender for Cloud for threat protection</a:t>
            </a:r>
          </a:p>
          <a:p>
            <a:pPr lvl="1"/>
            <a:r>
              <a:t>Identity management with Azure AD Conditional Access and RBAC for zero-trust security</a:t>
            </a:r>
          </a:p>
          <a:p>
            <a:pPr/>
            <a:r>
              <a:rPr b="1"/>
              <a:t>Automated Subscription Vending</a:t>
            </a:r>
          </a:p>
          <a:p>
            <a:pPr lvl="1"/>
            <a:r>
              <a:t>Pre-configured policies, networking, and security baselines for rapid deployment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4705" y="685799"/>
            <a:ext cx="3372615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Management group structure and Azure Policy framework setup</a:t>
            </a:r>
          </a:p>
          <a:p>
            <a:pPr lvl="1"/>
            <a:r>
              <a:t>Hub network deployment with Azure Virtual WAN and Azure Firewall</a:t>
            </a:r>
          </a:p>
          <a:p>
            <a:pPr lvl="1"/>
            <a:r>
              <a:t>Azure AD integration with Conditional Access and RBAC design</a:t>
            </a:r>
          </a:p>
          <a:p>
            <a:pPr/>
            <a:r>
              <a:rPr b="1"/>
              <a:t>Phase 2: Security &amp; Compliance (Weeks 5-8)</a:t>
            </a:r>
          </a:p>
          <a:p>
            <a:pPr lvl="1"/>
            <a:r>
              <a:t>Microsoft Defender for Cloud enablement across all subscriptions</a:t>
            </a:r>
          </a:p>
          <a:p>
            <a:pPr lvl="1"/>
            <a:r>
              <a:t>Azure Sentinel deployment with security playbooks</a:t>
            </a:r>
          </a:p>
          <a:p>
            <a:pPr lvl="1"/>
            <a:r>
              <a:t>Azure Policy compliance enforcement with custom organizational policies</a:t>
            </a:r>
          </a:p>
          <a:p>
            <a:pPr/>
            <a:r>
              <a:rPr b="1"/>
              <a:t>Phase 3: Landing Zones (Weeks 9-12)</a:t>
            </a:r>
          </a:p>
          <a:p>
            <a:pPr lvl="1"/>
            <a:r>
              <a:t>Subscription vending process with automated provisioning workflows</a:t>
            </a:r>
          </a:p>
          <a:p>
            <a:pPr lvl="1"/>
            <a:r>
              <a:t>Spoke network deployment with NSGs and route tables</a:t>
            </a:r>
          </a:p>
          <a:p>
            <a:pPr lvl="1"/>
            <a:r>
              <a:t>Application landing zone templates for common workload patterns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 configured, Hub network operational, Azure AD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Defender enabled, Sentinel deployed, Policy enforcement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Subscription vending operational, Spoke networks deployed, Self-service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Global Financial Services Firm</a:t>
            </a:r>
          </a:p>
          <a:p>
            <a:pPr lvl="1"/>
            <a:r>
              <a:rPr b="1"/>
              <a:t>Challenge:</a:t>
            </a:r>
            <a:r>
              <a:t> Legacy data center with complex compliance (SOC 2, PCI-DSS), slow 6-8 week provisioning</a:t>
            </a:r>
          </a:p>
          <a:p>
            <a:pPr lvl="1"/>
            <a:r>
              <a:rPr b="1"/>
              <a:t>Solution:</a:t>
            </a:r>
            <a:r>
              <a:t> Enterprise Landing Zone with automated subscription vending and Azure Policy compliance</a:t>
            </a:r>
          </a:p>
          <a:p>
            <a:pPr lvl="1"/>
            <a:r>
              <a:rPr b="1"/>
              <a:t>Results:</a:t>
            </a:r>
            <a:r>
              <a:t> 95% faster provisioning (6 weeks to 2 days), 60% security improvement, $2.5M annual savings</a:t>
            </a:r>
          </a:p>
          <a:p>
            <a:pPr lvl="1"/>
            <a:r>
              <a:rPr b="1"/>
              <a:t>Quote:</a:t>
            </a:r>
            <a:r>
              <a:t> "The Azure Landing Zone transformed our cloud journey. We now provision secure, compliant environments in days instead of months."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Gold Partner with 15+ years Azure architecture experience</a:t>
            </a:r>
          </a:p>
          <a:p>
            <a:pPr lvl="1"/>
            <a:r>
              <a:t>100+ enterprise landing zone implementations across regulated industries</a:t>
            </a:r>
          </a:p>
          <a:p>
            <a:pPr lvl="1"/>
            <a:r>
              <a:t>Azure Advanced Specializations in Security and Networking</a:t>
            </a:r>
          </a:p>
          <a:p>
            <a:pPr lvl="1"/>
            <a:r>
              <a:t>Direct access to Microsoft engineering and early-access programs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enterprise-scale reference architecture reduces risk by 70%</a:t>
            </a:r>
          </a:p>
          <a:p>
            <a:pPr lvl="1"/>
            <a:r>
              <a:t>Pre-built policy sets and automation accelerators fast-track deployment</a:t>
            </a:r>
          </a:p>
          <a:p>
            <a:pPr lvl="1"/>
            <a:r>
              <a:t>Best practices from 100+ implementations across industries</a:t>
            </a:r>
          </a:p>
          <a:p>
            <a:pPr lvl="1"/>
            <a:r>
              <a:t>Comprehensive skills transfer for long-term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$169,860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$245,020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$230,020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$454,060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landing zone implementation by [specific date]</a:t>
            </a:r>
          </a:p>
          <a:p>
            <a:pPr/>
            <a:r>
              <a:rPr b="1"/>
              <a:t>Kickoff:</a:t>
            </a:r>
            <a:r>
              <a:t> Target deployment start [30 days from approval]</a:t>
            </a:r>
          </a:p>
          <a:p>
            <a:pPr/>
            <a:r>
              <a:rPr b="1"/>
              <a:t>Team Formation:</a:t>
            </a:r>
            <a:r>
              <a:t> Identify cloud architect, security lead, compliance officer</a:t>
            </a:r>
          </a:p>
          <a:p>
            <a:pPr/>
            <a:r>
              <a:rPr b="1"/>
              <a:t>Week 1-4:</a:t>
            </a:r>
            <a:r>
              <a:t> Foundation deployment (management groups, hub network, Azure AD)</a:t>
            </a:r>
          </a:p>
          <a:p>
            <a:pPr/>
            <a:r>
              <a:rPr b="1"/>
              <a:t>Week 5-8:</a:t>
            </a:r>
            <a:r>
              <a:t> Security and compliance (Defender, Sentinel, policies)</a:t>
            </a:r>
          </a:p>
          <a:p>
            <a:pPr/>
            <a:r>
              <a:rPr b="1"/>
              <a:t>Week 9-12:</a:t>
            </a:r>
            <a:r>
              <a:t> Landing zones and subscription vending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