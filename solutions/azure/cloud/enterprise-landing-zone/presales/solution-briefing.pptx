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Azure Enterprise Landing Zone</a:t>
            </a:r>
          </a:p>
          <a:p>
            <a:r>
              <a:t>Alison Smith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1: Title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Client Logo (top center)</a:t>
            </a:r>
          </a:p>
          <a:p>
            <a:pPr/>
            <a:r>
              <a:t>Consulting Company Logo (footer left)</a:t>
            </a:r>
          </a:p>
          <a:p>
            <a:pPr/>
            <a:r>
              <a:t>EO Framework Logo (footer right)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Opportunity</a:t>
            </a:r>
          </a:p>
          <a:p>
            <a:pPr/>
            <a:r>
              <a:t>Build a secure foundation for multi-subscription Azure deployments with consistent governance</a:t>
            </a:r>
          </a:p>
          <a:p>
            <a:pPr/>
            <a:r>
              <a:t>Reduce cloud management overhead by 40-50% through automated policy enforcement</a:t>
            </a:r>
          </a:p>
          <a:p>
            <a:pPr/>
            <a:r>
              <a:t>Enable rapid subscription provisioning while maintaining security and compliance standards</a:t>
            </a:r>
          </a:p>
          <a:p>
            <a:pPr/>
            <a:r>
              <a:t>Success Criteria</a:t>
            </a:r>
          </a:p>
          <a:p>
            <a:pPr/>
            <a:r>
              <a:t>Deploy management group hierarchy with automated policy inheritance within 8 weeks</a:t>
            </a:r>
          </a:p>
          <a:p>
            <a:pPr/>
            <a:r>
              <a:t>Achieve 100% policy compliance across all subscriptions with real-time monitoring</a:t>
            </a:r>
          </a:p>
          <a:p>
            <a:pPr/>
            <a:r>
              <a:t>Reduce subscription provisioning time from weeks to hours with standardized templates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Engagement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Key Components</a:t>
            </a:r>
          </a:p>
          <a:p>
            <a:pPr/>
            <a:r>
              <a:t>Management Groups: Hierarchical organization of subscriptions with inherited policies and access controls</a:t>
            </a:r>
          </a:p>
          <a:p>
            <a:pPr/>
            <a:r>
              <a:t>Azure Policy: Automated compliance enforcement, resource guardrails, and configuration standards</a:t>
            </a:r>
          </a:p>
          <a:p>
            <a:pPr/>
            <a:r>
              <a:t>Hub-Spoke Network: Centralized connectivity with Azure Virtual WAN or hub virtual network design</a:t>
            </a:r>
          </a:p>
          <a:p>
            <a:pPr/>
            <a:r>
              <a:t>Technology Stack</a:t>
            </a:r>
          </a:p>
          <a:p>
            <a:pPr/>
            <a:r>
              <a:t>Cloud Platform: Microsoft Azure</a:t>
            </a:r>
          </a:p>
          <a:p>
            <a:pPr/>
            <a:r>
              <a:t>Governance: Azure Policy, Azure Blueprints, Azure Resource Graph</a:t>
            </a:r>
          </a:p>
          <a:p>
            <a:pPr/>
            <a:r>
              <a:t>Identity: Azure Active Directory with RBAC</a:t>
            </a:r>
          </a:p>
          <a:p>
            <a:pPr/>
            <a:r>
              <a:t>Networking: Virtual WAN, Azure Firewall, ExpressRoute/VPN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Phase 1: Assessment &amp; Design (Weeks 1-3)</a:t>
            </a:r>
          </a:p>
          <a:p>
            <a:pPr/>
            <a:r>
              <a:t>Current Azure environment inventory and gap analysis</a:t>
            </a:r>
          </a:p>
          <a:p>
            <a:pPr/>
            <a:r>
              <a:t>Management group hierarchy design and naming conventions</a:t>
            </a:r>
          </a:p>
          <a:p>
            <a:pPr/>
            <a:r>
              <a:t>Policy framework definition and compliance requirements mapping</a:t>
            </a:r>
          </a:p>
          <a:p>
            <a:pPr/>
            <a:r>
              <a:t>Phase 2: Foundation Deployment (Weeks 4-6)</a:t>
            </a:r>
          </a:p>
          <a:p>
            <a:pPr/>
            <a:r>
              <a:t>Management group structure implementation</a:t>
            </a:r>
          </a:p>
          <a:p>
            <a:pPr/>
            <a:r>
              <a:t>Core Azure Policy assignments (tagging, allowed regions, resource types)</a:t>
            </a:r>
          </a:p>
          <a:p>
            <a:pPr/>
            <a:r>
              <a:t>Hub network deployment with Azure Firewall and connectivity services</a:t>
            </a:r>
          </a:p>
          <a:p>
            <a:pPr/>
            <a:r>
              <a:t>Phase 3: Governance &amp; Optimization (Weeks 7-10)</a:t>
            </a:r>
          </a:p>
          <a:p>
            <a:pPr/>
            <a:r>
              <a:t>Azure Blueprints creation for subscription vending</a:t>
            </a:r>
          </a:p>
          <a:p>
            <a:pPr/>
            <a:r>
              <a:t>Azure Cost Management configuration and budget alerts</a:t>
            </a:r>
          </a:p>
          <a:p>
            <a:pPr/>
            <a:r>
              <a:t>Documentation, training, and operational handover</a:t>
            </a:r>
          </a:p>
          <a:p>
            <a:pPr/>
            <a:r>
              <a:t>Technical Risks: Phased policy rollout with audit-only mode before enforcement</a:t>
            </a:r>
          </a:p>
          <a:p>
            <a:pPr/>
            <a:r>
              <a:t>Timeline Risks: Pre-built landing zone accelerators reduce implementation time</a:t>
            </a:r>
          </a:p>
          <a:p>
            <a:pPr/>
            <a:r>
              <a:t>Resource Risks: Microsoft certified architects with Azure governance expertise</a:t>
            </a:r>
          </a:p>
          <a:p>
            <a:pPr/>
            <a:r>
              <a:t>Executive sponsorship for governance standards adoption</a:t>
            </a:r>
          </a:p>
          <a:p>
            <a:pPr/>
            <a:r>
              <a:t>Clear ownership model for subscriptions and resources</a:t>
            </a:r>
          </a:p>
          <a:p>
            <a:pPr/>
            <a:r>
              <a:t>Regular policy compliance reviews and remediation workflows</a:t>
            </a:r>
          </a:p>
          <a:p>
            <a:pPr/>
            <a:r>
              <a:t>Connect each phase to governance value delivery from Business Opportunity slide</a:t>
            </a:r>
          </a:p>
          <a:p>
            <a:pPr/>
            <a:r>
              <a:t>Address risks proactively to build confidence</a:t>
            </a:r>
          </a:p>
          <a:p>
            <a:pPr/>
            <a:r>
              <a:t>Highlight success factors that require client engagement</a:t>
            </a:r>
          </a:p>
          <a:p>
            <a:pPr/>
            <a:r>
              <a:t>Show how risk mitigation is built into every phase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 &amp; Milestones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Management group hierarchy visible in Azure Portal - Week 4</a:t>
            </a:r>
          </a:p>
          <a:p>
            <a:pPr/>
            <a:r>
              <a:t>First policy compliance report generated - Week 5</a:t>
            </a:r>
          </a:p>
          <a:p>
            <a:pPr/>
            <a:r>
              <a:t>New subscription provisioned using standardized process - Week 8</a:t>
            </a:r>
          </a:p>
          <a:p>
            <a:pPr/>
            <a:r>
              <a:t>Walk through the phased approach showing progressive governance maturity</a:t>
            </a:r>
          </a:p>
          <a:p>
            <a:pPr/>
            <a:r>
              <a:t>Emphasize quick wins in early phases to demonstrate momentum</a:t>
            </a:r>
          </a:p>
          <a:p>
            <a:pPr/>
            <a:r>
              <a:t>Show that governance value starts before full completion</a:t>
            </a:r>
          </a:p>
          <a:p>
            <a:pPr/>
            <a:r>
              <a:t>Address timeline concerns proactively with risk mitigation strategies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Client Success: Global Financial Services Firm</a:t>
            </a:r>
          </a:p>
          <a:p>
            <a:pPr/>
            <a:r>
              <a:t>Client: Fortune 500 financial institution with 500+ Azure subscriptions across 20 business units</a:t>
            </a:r>
          </a:p>
          <a:p>
            <a:pPr/>
            <a:r>
              <a:t>Challenge: Inconsistent governance causing compliance failures, uncontrolled cloud spend exceeding budget by 35%, and 3-week subscription provisioning delays blocking business agility</a:t>
            </a:r>
          </a:p>
          <a:p>
            <a:pPr/>
            <a:r>
              <a:t>Solution: Deployed comprehensive Azure Landing Zone with management group hierarchy, 150+ custom policies, hub-spoke networking, and automated subscription vending through Azure Blueprints</a:t>
            </a:r>
          </a:p>
          <a:p>
            <a:pPr/>
            <a:r>
              <a:t>Results: 100% policy compliance achieved in 90 days, 42% reduction in cloud waste ($2.1M annual savings), subscription provisioning reduced to 4 hours, zero audit findings in subsequent compliance reviews</a:t>
            </a:r>
          </a:p>
          <a:p>
            <a:pPr/>
            <a:r>
              <a:t>Testimonial: "This landing zone implementation transformed our Azure governance from reactive firefighting to proactive control. We now have visibility and consistency across all our subscriptions, and our teams can self-service new environments within guardrails we trust." — Sarah Mitchell, Cloud Platform Director, Global Financial Services Corp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What We Bring</a:t>
            </a:r>
          </a:p>
          <a:p>
            <a:pPr/>
            <a:r>
              <a:t>Microsoft Gold Partner with Azure Expert MSP designation</a:t>
            </a:r>
          </a:p>
          <a:p>
            <a:pPr/>
            <a:r>
              <a:t>100+ Azure Landing Zone implementations across enterprise clients</a:t>
            </a:r>
          </a:p>
          <a:p>
            <a:pPr/>
            <a:r>
              <a:t>Certified Azure Solutions Architects with governance specialization</a:t>
            </a:r>
          </a:p>
          <a:p>
            <a:pPr/>
            <a:r>
              <a:t>Pre-built policy libraries and landing zone accelerators</a:t>
            </a:r>
          </a:p>
          <a:p>
            <a:pPr/>
            <a:r>
              <a:t>Direct Microsoft escalation and Azure engineering support</a:t>
            </a:r>
          </a:p>
          <a:p>
            <a:pPr/>
            <a:r>
              <a:t>Value to You</a:t>
            </a:r>
          </a:p>
          <a:p>
            <a:pPr/>
            <a:r>
              <a:t>Proven landing zone frameworks reduce implementation risk by 70%</a:t>
            </a:r>
          </a:p>
          <a:p>
            <a:pPr/>
            <a:r>
              <a:t>Custom policy templates aligned with your compliance requirements</a:t>
            </a:r>
          </a:p>
          <a:p>
            <a:pPr/>
            <a:r>
              <a:t>Azure Cost Management expertise to optimize cloud spend</a:t>
            </a:r>
          </a:p>
          <a:p>
            <a:pPr/>
            <a:r>
              <a:t>Comprehensive skills transfer for internal team self-sufficiency</a:t>
            </a:r>
          </a:p>
          <a:p>
            <a:pPr/>
            <a:r>
              <a:t>Ongoing governance advisory and policy optimization support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Partner Services Credit: $5,000 (applied to landing zone design and policy framework)</a:t>
            </a:r>
          </a:p>
          <a:p>
            <a:pPr/>
            <a:r>
              <a:t>Azure Credit: $1,800 (30% credit on eligible compute and management services)</a:t>
            </a:r>
          </a:p>
          <a:p>
            <a:pPr/>
            <a:r>
              <a:t>Total Credits Applied: $6,800</a:t>
            </a:r>
          </a:p>
          <a:p>
            <a:pPr/>
            <a:r>
              <a:t>Cloud Infrastructure: $6,082/year</a:t>
            </a:r>
          </a:p>
          <a:p>
            <a:pPr/>
            <a:r>
              <a:t>Software Licenses &amp; Subscriptions: $900/year</a:t>
            </a:r>
          </a:p>
          <a:p>
            <a:pPr/>
            <a:r>
              <a:t>Support &amp; Maintenance: $1,200/year</a:t>
            </a:r>
          </a:p>
          <a:p>
            <a:pPr/>
            <a:r>
              <a:t>Frame as investment with measurable returns, not just cost</a:t>
            </a:r>
          </a:p>
          <a:p>
            <a:pPr/>
            <a:r>
              <a:t>Highlight $6.8K in credits reduces Year 1 investment by 9%</a:t>
            </a:r>
          </a:p>
          <a:p>
            <a:pPr/>
            <a:r>
              <a:t>Show how Year 1 net investment of $66K delivers ongoing governance value</a:t>
            </a:r>
          </a:p>
          <a:p>
            <a:pPr/>
            <a:r>
              <a:t>Annual operating costs of $8K far lower than cost of governance failures</a:t>
            </a:r>
          </a:p>
          <a:p>
            <a:pPr/>
            <a:r>
              <a:t>Walk through each cost item explaining value delivered</a:t>
            </a:r>
          </a:p>
          <a:p>
            <a:pPr/>
            <a:r>
              <a:t>Professional services ensures proper foundation before enforcement</a:t>
            </a:r>
          </a:p>
          <a:p>
            <a:pPr/>
            <a:r>
              <a:t>Azure infrastructure includes monitoring and management plane costs</a:t>
            </a:r>
          </a:p>
          <a:p>
            <a:pPr/>
            <a:r>
              <a:t>Credits demonstrate our partnership leverage with Microsoft</a:t>
            </a:r>
          </a:p>
          <a:p>
            <a:pPr/>
            <a:r>
              <a:t>Support costs ensure long-term governance optimization</a:t>
            </a:r>
          </a:p>
          <a:p>
            <a:pPr/>
            <a:r>
              <a:t>"Can we reduce costs?" - Explain risk of cutting assessment or policy design</a:t>
            </a:r>
          </a:p>
          <a:p>
            <a:pPr/>
            <a:r>
              <a:t>"What if we do it ourselves?" - Compare to cost of governance failures and compliance gaps</a:t>
            </a:r>
          </a:p>
          <a:p>
            <a:pPr/>
            <a:r>
              <a:t>"Why cloud consumption costs?" - Show management plane services essential for governance</a:t>
            </a:r>
          </a:p>
          <a:p>
            <a:pPr/>
            <a:r>
              <a:t>"What's included in support?" - Detail policy updates, compliance monitoring, optimization</a:t>
            </a:r>
          </a:p>
          <a:p>
            <a:pPr/>
            <a:r>
              <a:t>Compare $66K Year 1 net investment to cost of uncontrolled cloud spend from Business Opportunity</a:t>
            </a:r>
          </a:p>
          <a:p>
            <a:pPr/>
            <a:r>
              <a:t>Position credits as evidence of our Microsoft partnership</a:t>
            </a:r>
          </a:p>
          <a:p>
            <a:pPr/>
            <a:r>
              <a:t>3-year TCO of $82K provides enterprise governance at predictable cost</a:t>
            </a:r>
          </a:p>
          <a:p>
            <a:pPr/>
            <a:r>
              <a:t>Emphasize transparent pricing with no hidden costs or surprises</a:t>
            </a:r>
          </a:p>
          <a:p>
            <a:pPr/>
            <a:r>
              <a:t>Offer to provide detailed line-item breakdown in follow-up meeting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Week 1: Contract finalization and Azure access provisioning</a:t>
            </a:r>
          </a:p>
          <a:p>
            <a:pPr/>
            <a:r>
              <a:t>Week 2: Current state discovery and stakeholder interviews</a:t>
            </a:r>
          </a:p>
          <a:p>
            <a:pPr/>
            <a:r>
              <a:t>Week 3: Management group design workshop</a:t>
            </a:r>
          </a:p>
          <a:p>
            <a:pPr/>
            <a:r>
              <a:t>Week 4: Foundation deployment begins</a:t>
            </a:r>
          </a:p>
          <a:p>
            <a:pPr/>
            <a:r>
              <a:t>"Now that we've covered the investment and value, let's talk about how we get started"</a:t>
            </a:r>
          </a:p>
          <a:p>
            <a:pPr/>
            <a:r>
              <a:t>Position this as straightforward and low-friction process</a:t>
            </a:r>
          </a:p>
          <a:p>
            <a:pPr/>
            <a:r>
              <a:t>Emphasize you'll be with them every step of the way</a:t>
            </a:r>
          </a:p>
          <a:p>
            <a:pPr/>
            <a:r>
              <a:t>Be specific about the decision needed - don't leave it vague</a:t>
            </a:r>
          </a:p>
          <a:p>
            <a:pPr/>
            <a:r>
              <a:t>Propose concrete dates for kickoff based on their calendar</a:t>
            </a:r>
          </a:p>
          <a:p>
            <a:pPr/>
            <a:r>
              <a:t>Identify key team members needed upfront (Azure admin, security lead, finance)</a:t>
            </a:r>
          </a:p>
          <a:p>
            <a:pPr/>
            <a:r>
              <a:t>Show 30-day plan demonstrates we're ready to move fast</a:t>
            </a:r>
          </a:p>
          <a:p>
            <a:pPr/>
            <a:r>
              <a:t>We can start as soon as [specific timeframe] after decision</a:t>
            </a:r>
          </a:p>
          <a:p>
            <a:pPr/>
            <a:r>
              <a:t>Our team is already allocated and ready to begin</a:t>
            </a:r>
          </a:p>
          <a:p>
            <a:pPr/>
            <a:r>
              <a:t>Week 1-2 are preparation, real governance work starts Week 3</a:t>
            </a:r>
          </a:p>
          <a:p>
            <a:pPr/>
            <a:r>
              <a:t>You'll see tangible progress within first month</a:t>
            </a:r>
          </a:p>
          <a:p>
            <a:pPr/>
            <a:r>
              <a:t>Emphasize partnership - "we'll be working alongside your team"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Your Account Manager: [Name, Title] | [Email] | [Phone]</a:t>
            </a:r>
          </a:p>
          <a:p>
            <a:pPr/>
            <a:r>
              <a:t>Thank them for their time and attention</a:t>
            </a:r>
          </a:p>
          <a:p>
            <a:pPr/>
            <a:r>
              <a:t>Reiterate excitement about partnership opportunity</a:t>
            </a:r>
          </a:p>
          <a:p>
            <a:pPr/>
            <a:r>
              <a:t>Introduce the team members who will be working with them</a:t>
            </a:r>
          </a:p>
          <a:p>
            <a:pPr/>
            <a:r>
              <a:t>Make yourself available for questions</a:t>
            </a:r>
          </a:p>
          <a:p>
            <a:pPr/>
            <a:r>
              <a:t>"What questions do you have?"</a:t>
            </a:r>
          </a:p>
          <a:p>
            <a:pPr/>
            <a:r>
              <a:t>"What concerns should we address?"</a:t>
            </a:r>
          </a:p>
          <a:p>
            <a:pPr/>
            <a:r>
              <a:t>"What would you need to see to move forward?"</a:t>
            </a:r>
          </a:p>
          <a:p>
            <a:pPr/>
            <a:r>
              <a:t>Be prepared to discuss next steps in detail</a:t>
            </a:r>
          </a:p>
          <a:p>
            <a:pPr/>
            <a:r>
              <a:t>Listen actively and acknowledge concerns</a:t>
            </a:r>
          </a:p>
          <a:p>
            <a:pPr/>
            <a:r>
              <a:t>Don't oversell - be honest about challenges</a:t>
            </a:r>
          </a:p>
          <a:p>
            <a:pPr/>
            <a:r>
              <a:t>Offer to follow up on items you don't know</a:t>
            </a:r>
          </a:p>
          <a:p>
            <a:pPr/>
            <a:r>
              <a:t>Schedule follow-up meeting before they leave</a:t>
            </a:r>
          </a:p>
          <a:p>
            <a:pPr/>
            <a:r>
              <a:t>Send meeting summary within 24 hours</a:t>
            </a:r>
          </a:p>
          <a:p>
            <a:pPr/>
            <a:r>
              <a:t>Ask for the business - "Are you ready to move forward?"</a:t>
            </a:r>
          </a:p>
          <a:p>
            <a:pPr/>
            <a:r>
              <a:t>Trial close: "Does this approach work for your timeline?"</a:t>
            </a:r>
          </a:p>
          <a:p>
            <a:pPr/>
            <a:r>
              <a:t>Alternative close: "Would you prefer to start in [Month A] or [Month B]?"</a:t>
            </a:r>
          </a:p>
          <a:p>
            <a:pPr/>
            <a:r>
              <a:t>Don't leave without clear next steps and timeline</a:t>
            </a:r>
          </a:p>
          <a:p>
            <a:pPr/>
            <a:r>
              <a:t>Welcome attendees and introduce yourself</a:t>
            </a:r>
          </a:p>
          <a:p>
            <a:pPr/>
            <a:r>
              <a:t>Set the tone: This is about partnership and solving real governance challenges</a:t>
            </a:r>
          </a:p>
          <a:p>
            <a:pPr/>
            <a:r>
              <a:t>Mention that we'll cover the challenge, solution, implementation, and investment</a:t>
            </a:r>
          </a:p>
          <a:p>
            <a:pPr/>
            <a:r>
              <a:t>Frame the conversation positively around governance opportunities, not problems</a:t>
            </a:r>
          </a:p>
          <a:p>
            <a:pPr/>
            <a:r>
              <a:t>Emphasize strategic value of consistent cloud governance at scale</a:t>
            </a:r>
          </a:p>
          <a:p>
            <a:pPr/>
            <a:r>
              <a:t>Connect success criteria to measurable compliance and cost outcomes</a:t>
            </a:r>
          </a:p>
          <a:p>
            <a:pPr/>
            <a:r>
              <a:t>Get alignment on what "success" means to each stakeholder group</a:t>
            </a:r>
          </a:p>
          <a:p>
            <a:pPr/>
            <a:r>
              <a:t>Focus on value creation and control establishment</a:t>
            </a:r>
          </a:p>
          <a:p>
            <a:pPr/>
            <a:r>
              <a:t>Walk through the high-level landing zone architecture at a business level</a:t>
            </a:r>
          </a:p>
          <a:p>
            <a:pPr/>
            <a:r>
              <a:t>Focus on how management groups and policies address governance gaps from Slide 2</a:t>
            </a:r>
          </a:p>
          <a:p>
            <a:pPr/>
            <a:r>
              <a:t>Mention the technology stack credibility (Microsoft native, enterprise-grade)</a:t>
            </a:r>
          </a:p>
          <a:p>
            <a:pPr/>
            <a:r>
              <a:t>Keep it simple - detailed architecture is in the appendix</a:t>
            </a:r>
          </a:p>
          <a:p>
            <a:pPr/>
            <a:r>
              <a:t>Walk through the 3-phase methodology showing progressive governance implementation</a:t>
            </a:r>
          </a:p>
          <a:p>
            <a:pPr/>
            <a:r>
              <a:t>Emphasize Azure-native approach from assessment through optimization</a:t>
            </a:r>
          </a:p>
          <a:p>
            <a:pPr/>
            <a:r>
              <a:t>Connect each phase to governance value delivery from Business Opportunity</a:t>
            </a:r>
          </a:p>
          <a:p>
            <a:pPr/>
            <a:r>
              <a:t>Reference speaker notes for risk mitigation and success factors</a:t>
            </a:r>
          </a:p>
          <a:p>
            <a:pPr/>
            <a:r>
              <a:t>Show how each component (hierarchy, policies, networking) is built systematically</a:t>
            </a:r>
          </a:p>
          <a:p>
            <a:pPr/>
            <a:r>
              <a:t>Walk through the phased approach showing progressive governance value delivery</a:t>
            </a:r>
          </a:p>
          <a:p>
            <a:pPr/>
            <a:r>
              <a:t>Emphasize quick wins in early phases</a:t>
            </a:r>
          </a:p>
          <a:p>
            <a:pPr/>
            <a:r>
              <a:t>Show that governance value starts before full completion</a:t>
            </a:r>
          </a:p>
          <a:p>
            <a:pPr/>
            <a:r>
              <a:t>Address timeline concerns proactively</a:t>
            </a:r>
          </a:p>
          <a:p>
            <a:pPr/>
            <a:r>
              <a:t>Share the case study with focus on similar governance challenges</a:t>
            </a:r>
          </a:p>
          <a:p>
            <a:pPr/>
            <a:r>
              <a:t>Quantify the results - be specific about compliance improvements and cost savings</a:t>
            </a:r>
          </a:p>
          <a:p>
            <a:pPr/>
            <a:r>
              <a:t>Use the testimonial to build credibility and trust</a:t>
            </a:r>
          </a:p>
          <a:p>
            <a:pPr/>
            <a:r>
              <a:t>Connect industry recognition to governance expertise and quality</a:t>
            </a:r>
          </a:p>
          <a:p>
            <a:pPr/>
            <a:r>
              <a:t>Transition naturally from success stories to "why us"</a:t>
            </a:r>
          </a:p>
          <a:p>
            <a:pPr/>
            <a:r>
              <a:t>Emphasize the team that will work with them</a:t>
            </a:r>
          </a:p>
          <a:p>
            <a:pPr/>
            <a:r>
              <a:t>Position the partnership as long-term governance advisory, not just implementation</a:t>
            </a:r>
          </a:p>
          <a:p>
            <a:pPr/>
            <a:r>
              <a:t>Build confidence in our ability to deliver</a:t>
            </a:r>
          </a:p>
          <a:p>
            <a:pPr/>
            <a:r>
              <a:t>Walk through the cost table line by line, explaining value of each component</a:t>
            </a:r>
          </a:p>
          <a:p>
            <a:pPr/>
            <a:r>
              <a:t>Highlight the $6.8K in credits (9% savings) from partner programs</a:t>
            </a:r>
          </a:p>
          <a:p>
            <a:pPr/>
            <a:r>
              <a:t>Emphasize transparency - all costs shown including credits and discounts</a:t>
            </a:r>
          </a:p>
          <a:p>
            <a:pPr/>
            <a:r>
              <a:t>Show Year 1 net investment of $66K vs. $72K list price</a:t>
            </a:r>
          </a:p>
          <a:p>
            <a:pPr/>
            <a:r>
              <a:t>Compare to cost of governance failures from Business Opportunity</a:t>
            </a:r>
          </a:p>
          <a:p>
            <a:pPr/>
            <a:r>
              <a:t>Position as investment with measurable returns, not expense</a:t>
            </a:r>
          </a:p>
          <a:p>
            <a:pPr/>
            <a:r>
              <a:t>Reference detailed speaker notes on slide for handling objections</a:t>
            </a:r>
          </a:p>
          <a:p>
            <a:pPr/>
            <a:r>
              <a:t>Have line-item breakdown ready if deeper financial questions arise</a:t>
            </a:r>
          </a:p>
          <a:p>
            <a:pPr/>
            <a:r>
              <a:t>Transition naturally from investment discussion to "how we get started"</a:t>
            </a:r>
          </a:p>
          <a:p>
            <a:pPr/>
            <a:r>
              <a:t>Walk through immediate actions with specific dates and requirements</a:t>
            </a:r>
          </a:p>
          <a:p>
            <a:pPr/>
            <a:r>
              <a:t>Present 30-day launch plan to show readiness and momentum</a:t>
            </a:r>
          </a:p>
          <a:p>
            <a:pPr/>
            <a:r>
              <a:t>Be specific about decision needed - don't leave it ambiguous</a:t>
            </a:r>
          </a:p>
          <a:p>
            <a:pPr/>
            <a:r>
              <a:t>Emphasize partnership approach - working alongside their team</a:t>
            </a:r>
          </a:p>
          <a:p>
            <a:pPr/>
            <a:r>
              <a:t>Reference detailed speaker notes for transition strategies</a:t>
            </a:r>
          </a:p>
          <a:p>
            <a:pPr/>
            <a:r>
              <a:t>Thank audience for their time and engagement</a:t>
            </a:r>
          </a:p>
          <a:p>
            <a:pPr/>
            <a:r>
              <a:t>Introduce your team members who will support them</a:t>
            </a:r>
          </a:p>
          <a:p>
            <a:pPr/>
            <a:r>
              <a:t>Present contact information clearly for follow-up</a:t>
            </a:r>
          </a:p>
          <a:p>
            <a:pPr/>
            <a:r>
              <a:t>Open floor for questions and discussion</a:t>
            </a:r>
          </a:p>
          <a:p>
            <a:pPr/>
            <a:r>
              <a:t>Use closing techniques from speaker notes</a:t>
            </a:r>
          </a:p>
          <a:p>
            <a:pPr/>
            <a:r>
              <a:t>Don't leave without clear next steps scheduled</a:t>
            </a:r>
          </a:p>
          <a:p>
            <a:pPr/>
            <a:r>
              <a:t>Company brand colors and fonts</a:t>
            </a:r>
          </a:p>
          <a:p>
            <a:pPr/>
            <a:r>
              <a:t>Consistent slide layout and formatting</a:t>
            </a:r>
          </a:p>
          <a:p>
            <a:pPr/>
            <a:r>
              <a:t>Professional graphics and icons</a:t>
            </a:r>
          </a:p>
          <a:p>
            <a:pPr/>
            <a:r>
              <a:t>Client logo on each slide (if approved)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