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hybrid and remote workforce without compromising security or performance</a:t>
            </a:r>
          </a:p>
          <a:p>
            <a:pPr lvl="1"/>
            <a:r>
              <a:t>Reduce infrastructure costs by 30-40% compared to traditional VDI and physical desktops</a:t>
            </a:r>
          </a:p>
          <a:p>
            <a:pPr lvl="1"/>
            <a:r>
              <a:t>Modernize desktop management with cloud-based administration and simplified operations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100% user adoption with minimal support calls through intuitive experience</a:t>
            </a:r>
          </a:p>
          <a:p>
            <a:pPr lvl="1"/>
            <a:r>
              <a:t>20-30% reduction in IT operational costs through cloud-based management</a:t>
            </a:r>
          </a:p>
          <a:p>
            <a:pPr lvl="1"/>
            <a:r>
              <a:t>ROI realization within 18-24 months through infrastructure consolidation and labor savings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AVD Core Components</a:t>
            </a:r>
          </a:p>
          <a:p>
            <a:pPr lvl="1"/>
            <a:r>
              <a:t>Windows 11 Multi-Session VMs with 20 session hosts supporting 100 concurrent users</a:t>
            </a:r>
          </a:p>
          <a:p>
            <a:pPr lvl="1"/>
            <a:r>
              <a:t>Azure AD integration for unified identity and conditional access policies</a:t>
            </a:r>
          </a:p>
          <a:p>
            <a:pPr lvl="1"/>
            <a:r>
              <a:t>FSLogix user profile containers for seamless profile roaming and application persistence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Virtual Network with hub-spoke topology for connectivity and security</a:t>
            </a:r>
          </a:p>
          <a:p>
            <a:pPr lvl="1"/>
            <a:r>
              <a:t>Azure Files Premium storage for FSLogix containers and user data</a:t>
            </a:r>
          </a:p>
          <a:p>
            <a:pPr lvl="1"/>
            <a:r>
              <a:t>Azure Monitor with Log Analytics for comprehensive diagnostics and compliance</a:t>
            </a:r>
          </a:p>
          <a:p>
            <a:pPr lvl="1"/>
            <a:r>
              <a:t>Intune device management for BYOD and corporate device support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Planning (Weeks 1-2)</a:t>
            </a:r>
          </a:p>
          <a:p>
            <a:pPr lvl="1"/>
            <a:r>
              <a:t>Assess current environment and user requirements</a:t>
            </a:r>
          </a:p>
          <a:p>
            <a:pPr lvl="1"/>
            <a:r>
              <a:t>Design AVD architecture with security and performance considerations</a:t>
            </a:r>
          </a:p>
          <a:p>
            <a:pPr lvl="1"/>
            <a:r>
              <a:t>Plan network connectivity and application compatibility validation</a:t>
            </a:r>
          </a:p>
          <a:p>
            <a:pPr/>
            <a:r>
              <a:rPr b="1"/>
              <a:t>Phase 2: Infrastructure Deployment (Weeks 3-5)</a:t>
            </a:r>
          </a:p>
          <a:p>
            <a:pPr lvl="1"/>
            <a:r>
              <a:t>Deploy Azure Virtual Network and identity infrastructure</a:t>
            </a:r>
          </a:p>
          <a:p>
            <a:pPr lvl="1"/>
            <a:r>
              <a:t>Configure D4s_v5 session hosts with Windows 11 Multi-Session</a:t>
            </a:r>
          </a:p>
          <a:p>
            <a:pPr lvl="1"/>
            <a:r>
              <a:t>Set up Azure Files Premium and FSLogix profile containers</a:t>
            </a:r>
          </a:p>
          <a:p>
            <a:pPr/>
            <a:r>
              <a:rPr b="1"/>
              <a:t>Phase 3: Application Deployment &amp; Testing (Weeks 6-8)</a:t>
            </a:r>
          </a:p>
          <a:p>
            <a:pPr lvl="1"/>
            <a:r>
              <a:t>Deploy Microsoft 365 and critical business applications</a:t>
            </a:r>
          </a:p>
          <a:p>
            <a:pPr lvl="1"/>
            <a:r>
              <a:t>Validate application functionality and user experience</a:t>
            </a:r>
          </a:p>
          <a:p>
            <a:pPr lvl="1"/>
            <a:r>
              <a:t>Conduct user acceptance testing with representative user groups</a:t>
            </a:r>
          </a:p>
          <a:p>
            <a:pPr/>
            <a:r>
              <a:rPr b="1"/>
              <a:t>Phase 4: Migration &amp; Hypercare (Weeks 9-10)</a:t>
            </a:r>
          </a:p>
          <a:p>
            <a:pPr lvl="1"/>
            <a:r>
              <a:t>Migrate users in waves to new AVD environment</a:t>
            </a:r>
          </a:p>
          <a:p>
            <a:pPr lvl="1"/>
            <a:r>
              <a:t>Provide 30-day hypercare support for stabilization</a:t>
            </a:r>
          </a:p>
          <a:p>
            <a:pPr lvl="1"/>
            <a:r>
              <a:t>Transition to operations team with documentation and training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Requirements validated, Architecture designed, Project plan approved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networking live, Session hosts operational, FSLogix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Deployment &amp;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6-8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Applications deployed, UAT completed, User readiness confirmed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Migration &amp; Hypercare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Weeks 9-10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Users migrated in waves, 30-day hypercare support, Operations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Multi-national bank with 500+ users across 10 locations</a:t>
            </a:r>
          </a:p>
          <a:p>
            <a:pPr lvl="1"/>
            <a:r>
              <a:rPr b="1"/>
              <a:t>Challenge:</a:t>
            </a:r>
            <a:r>
              <a:t> Aging VDI infrastructure, complex on-premises management, support for hybrid workforce post-pandemic</a:t>
            </a:r>
          </a:p>
          <a:p>
            <a:pPr lvl="1"/>
            <a:r>
              <a:rPr b="1"/>
              <a:t>Solution:</a:t>
            </a:r>
            <a:r>
              <a:t> Azure Virtual Desktop with 50 D4s_v5 session hosts, FSLogix profiles, Azure AD conditional access, and Microsoft 365 integration</a:t>
            </a:r>
          </a:p>
          <a:p>
            <a:pPr lvl="1"/>
            <a:r>
              <a:rPr b="1"/>
              <a:t>Results:</a:t>
            </a:r>
            <a:r>
              <a:t> 35% reduction in infrastructure costs ($450K annually), 99.2% availability, user satisfaction 4.7/5.0, IT support tickets reduced by 40%</a:t>
            </a:r>
          </a:p>
          <a:p>
            <a:pPr lvl="1"/>
            <a:r>
              <a:rPr b="1"/>
              <a:t>Testimonial:</a:t>
            </a:r>
            <a:r>
              <a:t> "Azure Virtual Desktop gave us the flexibility to support any workforce model while reducing operational overhead. Our users love the seamless experience." — </a:t>
            </a:r>
            <a:r>
              <a:rPr b="1"/>
              <a:t>David Chen, CTO</a:t>
            </a:r>
            <a:r>
              <a:t>, Global Financial Services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Azure Virtual Desktop implementations with proven methodologies</a:t>
            </a:r>
          </a:p>
          <a:p>
            <a:pPr lvl="1"/>
            <a:r>
              <a:t>40+ successful AVD deployments across enterprise, healthcare, finance, and government sectors</a:t>
            </a:r>
          </a:p>
          <a:p>
            <a:pPr lvl="1"/>
            <a:r>
              <a:t>Microsoft Gold Partner with Windows Virtual Desktop specialization</a:t>
            </a:r>
          </a:p>
          <a:p>
            <a:pPr lvl="1"/>
            <a:r>
              <a:t>Certified Azure solutions architects with AVD expertise</a:t>
            </a:r>
          </a:p>
          <a:p>
            <a:pPr lvl="1"/>
            <a:r>
              <a:t>Dedicated modern workplace team with desktop, networking, and security specialists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Terraform/ARM templates accelerate infrastructure deployment</a:t>
            </a:r>
          </a:p>
          <a:p>
            <a:pPr lvl="1"/>
            <a:r>
              <a:t>Proven application compatibility and optimization methodology</a:t>
            </a:r>
          </a:p>
          <a:p>
            <a:pPr lvl="1"/>
            <a:r>
              <a:t>Direct Microsoft Azure support through partner network and escalation paths</a:t>
            </a:r>
          </a:p>
          <a:p>
            <a:pPr lvl="1"/>
            <a:r>
              <a:t>Best practices from 40+ implementations prevent common pitfalls</a:t>
            </a:r>
          </a:p>
          <a:p>
            <a:pPr lvl="1"/>
            <a:r>
              <a:t>Comprehensive training ensures IT team self-sufficiency for ongoing operations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AVD implementation by [specific date]</a:t>
            </a:r>
          </a:p>
          <a:p>
            <a:pPr/>
            <a:r>
              <a:t>Kickoff: Target deployment start date [30 days from approval]</a:t>
            </a:r>
          </a:p>
          <a:p>
            <a:pPr/>
            <a:r>
              <a:t>Team Formation: Identify infrastructure owner, application SMEs, network contact</a:t>
            </a:r>
          </a:p>
          <a:p>
            <a:pPr/>
            <a:r>
              <a:t>Week 1-2: Contract finalization, Azure subscription setup, and detailed design</a:t>
            </a:r>
          </a:p>
          <a:p>
            <a:pPr/>
            <a:r>
              <a:t>Week 3-4: Azure infrastructure and session host deployment</a:t>
            </a:r>
          </a:p>
          <a:p>
            <a:pPr/>
            <a:r>
              <a:t>Week 5-6: Application deployment and compatibility testing</a:t>
            </a:r>
          </a:p>
          <a:p>
            <a:pPr/>
            <a:r>
              <a:t>Week 7-8: User acceptance testing and pilot migration</a:t>
            </a:r>
          </a:p>
          <a:p>
            <a:pPr/>
            <a:r>
              <a:t>Week 9-10: Full user migration and hypercare support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