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Desktop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Enterprise Solutions Architect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Modernize desktop infrastructure to support secure remote work and flexible workplace models</a:t>
            </a:r>
          </a:p>
          <a:p>
            <a:pPr lvl="1"/>
            <a:r>
              <a:t>Reduce IT operational overhead by 40-50% through centralized cloud-based desktop management</a:t>
            </a:r>
          </a:p>
          <a:p>
            <a:pPr lvl="1"/>
            <a:r>
              <a:t>Enable employees to access corporate desktops from any device with enterprise-grade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pooled and/or personal desktops with 99.9% availability within 8-10 weeks</a:t>
            </a:r>
          </a:p>
          <a:p>
            <a:pPr lvl="1"/>
            <a:r>
              <a:t>Achieve 70%+ reduction in remote access VPN complexity and security incidents</a:t>
            </a:r>
          </a:p>
          <a:p>
            <a:pPr lvl="1"/>
            <a:r>
              <a:t>Reduce per-user infrastructure costs by 35-45% compared to traditional VDI solutions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app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Multi-session Windows 11 hosts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hybrid join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Conditional Access MFA Intune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Profile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FSLogix profile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User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(standard power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Graphics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office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Profiles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GB per user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(pilot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Data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 shared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Host Pools &amp; Session Hosts:</a:t>
            </a:r>
            <a:r>
              <a:t> Pooled or personal desktop configurations with Azure VMs running Windows 10/11 Multi-session</a:t>
            </a:r>
          </a:p>
          <a:p>
            <a:pPr lvl="1"/>
            <a:r>
              <a:rPr b="1"/>
              <a:t>FSLogix &amp; Azure Files:</a:t>
            </a:r>
            <a:r>
              <a:t> Profile containers with SMB-based storage for persistent user data and seamless roaming</a:t>
            </a:r>
          </a:p>
          <a:p>
            <a:pPr lvl="1"/>
            <a:r>
              <a:rPr b="1"/>
              <a:t>Azure AD &amp; Monitoring:</a:t>
            </a:r>
            <a:r>
              <a:t> Enterprise identity management with conditional access policies and real-time performance diagnostics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Desktop (AVD)</a:t>
            </a:r>
          </a:p>
          <a:p>
            <a:pPr lvl="1"/>
            <a:r>
              <a:t>Session Hosts: Windows 10/11 Multi-session (D4s_v5 VMs)</a:t>
            </a:r>
          </a:p>
          <a:p>
            <a:pPr lvl="1"/>
            <a:r>
              <a:t>Storage: Azure Files + FSLogix</a:t>
            </a:r>
          </a:p>
          <a:p>
            <a:pPr lvl="1"/>
            <a:r>
              <a:t>Identity: Azure AD / Microsoft Entra ID</a:t>
            </a:r>
          </a:p>
          <a:p>
            <a:pPr lvl="1"/>
            <a:r>
              <a:t>Security: Network Security Groups, Private Endpoints</a:t>
            </a:r>
          </a:p>
          <a:p>
            <a:pPr lvl="1"/>
            <a:r>
              <a:t>Monitoring: Azure Monitor, Diagnostics Services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(Weeks 1-3)</a:t>
            </a:r>
          </a:p>
          <a:p>
            <a:pPr lvl="1"/>
            <a:r>
              <a:t>Current desktop environment discovery and user requirements analysis</a:t>
            </a:r>
          </a:p>
          <a:p>
            <a:pPr lvl="1"/>
            <a:r>
              <a:t>AVD architecture design including pooled vs. personal selection and golden image strategy</a:t>
            </a:r>
          </a:p>
          <a:p>
            <a:pPr lvl="1"/>
            <a:r>
              <a:t>Network and security design with NSG and Private Endpoints</a:t>
            </a:r>
          </a:p>
          <a:p>
            <a:pPr/>
            <a:r>
              <a:rPr b="1"/>
              <a:t>Phase 2: Infrastructure &amp; Golden Image</a:t>
            </a:r>
            <a:r>
              <a:t> (Weeks 4-6)</a:t>
            </a:r>
          </a:p>
          <a:p>
            <a:pPr lvl="1"/>
            <a:r>
              <a:t>Azure infrastructure provisioning including host pools, Azure Files, and networking</a:t>
            </a:r>
          </a:p>
          <a:p>
            <a:pPr lvl="1"/>
            <a:r>
              <a:t>Golden image creation with application deployment and FSLogix profile configuration</a:t>
            </a:r>
          </a:p>
          <a:p>
            <a:pPr lvl="1"/>
            <a:r>
              <a:t>Azure Monitor setup and baseline metrics establishment</a:t>
            </a:r>
          </a:p>
          <a:p>
            <a:pPr/>
            <a:r>
              <a:rPr b="1"/>
              <a:t>Phase 3: Deployment &amp; Validation</a:t>
            </a:r>
            <a:r>
              <a:t> (Weeks 7-10)</a:t>
            </a:r>
          </a:p>
          <a:p>
            <a:pPr lvl="1"/>
            <a:r>
              <a:t>Pilot deployment with business users and performance validation</a:t>
            </a:r>
          </a:p>
          <a:p>
            <a:pPr lvl="1"/>
            <a:r>
              <a:t>User and group assignment to production host pools</a:t>
            </a:r>
          </a:p>
          <a:p>
            <a:pPr lvl="1"/>
            <a:r>
              <a:t>Training and handover to support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Environment analysis, AVD architecture, golden image strategy, security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Golden Image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Host pools configured, Azure Files deployed, golden image created, FSLogix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users onboarded, performance validated, training complete, support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Organization</a:t>
            </a:r>
          </a:p>
          <a:p>
            <a:pPr lvl="1"/>
            <a:r>
              <a:rPr b="1"/>
              <a:t>Client:</a:t>
            </a:r>
            <a:r>
              <a:t> Fortune 500 Financial Services company with 8,000+ employees globally</a:t>
            </a:r>
          </a:p>
          <a:p>
            <a:pPr lvl="1"/>
            <a:r>
              <a:rPr b="1"/>
              <a:t>Challenge:</a:t>
            </a:r>
            <a:r>
              <a:t> Legacy desktop infrastructure unable to support remote work; expensive VPN with poor user experience; security gaps with unsecured bring-your-own-device access; IT helpdesk overwhelmed with remote access issues</a:t>
            </a:r>
          </a:p>
          <a:p>
            <a:pPr lvl="1"/>
            <a:r>
              <a:rPr b="1"/>
              <a:t>Solution:</a:t>
            </a:r>
            <a:r>
              <a:t> Deployed Azure Virtual Desktop with pooled and personal desktops, FSLogix profiles, conditional access policies, and centralized monitoring</a:t>
            </a:r>
          </a:p>
          <a:p>
            <a:pPr lvl="1"/>
            <a:r>
              <a:rPr b="1"/>
              <a:t>Results:</a:t>
            </a:r>
            <a:r>
              <a:t> 100% remote work capability within 10 weeks, 60% reduction in IT helpdesk tickets, 85% user satisfaction (NPS 72), 45% reduction in VPN-related security incidents, achieved SOC2 compliance with unified audit logging</a:t>
            </a:r>
          </a:p>
          <a:p>
            <a:pPr lvl="1"/>
            <a:r>
              <a:rPr b="1"/>
              <a:t>Testimonial:</a:t>
            </a:r>
            <a:r>
              <a:t> "Azure Virtual Desktop enabled us to embrace distributed work while improving security and reducing costs. Our users love the seamless experience, and our IT team finally has visibility and control." — </a:t>
            </a:r>
            <a:r>
              <a:rPr b="1"/>
              <a:t>Patricia Wong, CIO</a:t>
            </a:r>
            <a:r>
              <a:t>, Global Financial Services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virtual desktop and workspace solutions</a:t>
            </a:r>
          </a:p>
          <a:p>
            <a:pPr lvl="1"/>
            <a:r>
              <a:t>150+ successful Azure Virtual Desktop deployments</a:t>
            </a:r>
          </a:p>
          <a:p>
            <a:pPr lvl="1"/>
            <a:r>
              <a:t>Certified Microsoft Azure Solutions Architects</a:t>
            </a:r>
          </a:p>
          <a:p>
            <a:pPr lvl="1"/>
            <a:r>
              <a:t>Deep expertise in FSLogix, golden image optimization, and performance tuning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70%</a:t>
            </a:r>
          </a:p>
          <a:p>
            <a:pPr lvl="1"/>
            <a:r>
              <a:t>Pre-optimized golden images for common applications</a:t>
            </a:r>
          </a:p>
          <a:p>
            <a:pPr lvl="1"/>
            <a:r>
              <a:t>Training ensures your team becomes self-sufficient</a:t>
            </a:r>
          </a:p>
          <a:p>
            <a:pPr lvl="1"/>
            <a:r>
              <a:t>Ongoing optimization recommendations for cost and performance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$118,800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$15,552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$274,752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Board approval for AVD initiative by [Target Date]</a:t>
            </a:r>
          </a:p>
          <a:p>
            <a:pPr/>
            <a:r>
              <a:rPr b="1"/>
              <a:t>Kickoff:</a:t>
            </a:r>
            <a:r>
              <a:t> Project start scheduled for [Start Date] with IT lead, network architect, and user champions</a:t>
            </a:r>
          </a:p>
          <a:p>
            <a:pPr/>
            <a:r>
              <a:rPr b="1"/>
              <a:t>Team Formation:</a:t>
            </a:r>
            <a:r>
              <a:t> Designate IT lead, network architect, and user champions for engagement</a:t>
            </a:r>
          </a:p>
          <a:p>
            <a:pPr/>
            <a:r>
              <a:rPr b="1"/>
              <a:t>Week 1-2:</a:t>
            </a:r>
            <a:r>
              <a:t> Contract finalization, project initiation, discovery sessions, and requirements gathering</a:t>
            </a:r>
          </a:p>
          <a:p>
            <a:pPr/>
            <a:r>
              <a:rPr b="1"/>
              <a:t>Week 3-4:</a:t>
            </a:r>
            <a:r>
              <a:t> Architecture design, golden image planning, environment setup, and pilot user selection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