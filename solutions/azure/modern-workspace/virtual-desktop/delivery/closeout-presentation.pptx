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AVD Solution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Host Pool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Optimized host pools with load balancing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 for different user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 Streaming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MSIX app attach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application virtualization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45+ applications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Enterprise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Seamless cross-session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Zero Trust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and MFA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Monitoring Solution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Azure Monitor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Comprehensive AVD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performance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AVD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Multi-Session Windows 11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optimization through shared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Modern desktop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MSIX App Attach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Simplified app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Instant app availability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Consistent 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Seamless roaming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Azure Monitor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Proactive performance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Reliable desktop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Conditional Access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Secure remote access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Auto-scaling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Consistent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Infrastructure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54%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Cost analysis comparison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Productivity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28%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Task completion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90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IT Management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40% reduction in tickets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43%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Help desk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Zero Trust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100%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audit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Network Bandwidth Constraints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performance issues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optimization and ExpressRoute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in planning phase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Application Compatibility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Some legacy apps required remediation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 virtualization and MSIX packaging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Comprehensive app inventory upfront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Change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Slower initial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training and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Increase change management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Migration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Extended migration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Automated migration tools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Profile analysis and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GPU-Enabled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Support for graphics-intensive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Microsoft 365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collaboration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Advanced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behavior insights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6-8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Multi-Geo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Global user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Zero Trust Enhancements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Advanced security posture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