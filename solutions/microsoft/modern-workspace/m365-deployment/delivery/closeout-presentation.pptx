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🎯 **Project Overview**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📊 **Key Achievements**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 Complete M365 Ecosystem Deployment</a:t>
            </a:r>
            <a:r>
              <a:t>: Exchange Online, SharePoint Online, Microsoft Teams, OneDrive</a:t>
            </a:r>
          </a:p>
          <a:p>
            <a:pPr/>
            <a:r>
              <a:rPr b="1"/>
              <a:t> Enhanced Security Posture</a:t>
            </a:r>
            <a:r>
              <a:t>: Conditional Access, MFA, Data Loss Prevention, Advanced Threat Protection</a:t>
            </a:r>
          </a:p>
          <a:p>
            <a:pPr/>
            <a:r>
              <a:rPr b="1"/>
              <a:t> Productivity Gains</a:t>
            </a:r>
            <a:r>
              <a:t>: Unified communication platform, document collaboration, workflow automation</a:t>
            </a:r>
          </a:p>
          <a:p>
            <a:pPr/>
            <a:r>
              <a:rPr b="1"/>
              <a:t> User Adoption Success</a:t>
            </a:r>
            <a:r>
              <a:t>: Comprehensive training program, change management, support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💰 **Business Impact &amp; ROI**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🏗️ **Technical Achievements**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Exchange Online</a:t>
            </a:r>
            <a:r>
              <a:t>: Migrated 1,500 mailboxes with zero data loss and 99.9% uptime</a:t>
            </a:r>
          </a:p>
          <a:p>
            <a:pPr/>
            <a:r>
              <a:rPr b="1"/>
              <a:t>SharePoint Online</a:t>
            </a:r>
            <a:r>
              <a:t>: Deployed modern intranet with 50+ department sites and governance</a:t>
            </a:r>
          </a:p>
          <a:p>
            <a:pPr/>
            <a:r>
              <a:rPr b="1"/>
              <a:t>Microsoft Teams</a:t>
            </a:r>
            <a:r>
              <a:t>: Implemented unified communications platform with voice integration</a:t>
            </a:r>
          </a:p>
          <a:p>
            <a:pPr/>
            <a:r>
              <a:rPr b="1"/>
              <a:t>OneDrive for Business</a:t>
            </a:r>
            <a:r>
              <a:t>: Enabled secure file sync and sharing for all users</a:t>
            </a:r>
          </a:p>
          <a:p>
            <a:pPr/>
            <a:r>
              <a:rPr b="1"/>
              <a:t>Power Platform</a:t>
            </a:r>
            <a:r>
              <a:t>: Deployed workflow automation and business application solutions</a:t>
            </a:r>
          </a:p>
          <a:p>
            <a:pPr/>
            <a:r>
              <a:rPr b="1"/>
              <a:t>Conditional Access</a:t>
            </a:r>
            <a:r>
              <a:t>: Implemented risk-based access controls and device compliance</a:t>
            </a:r>
          </a:p>
          <a:p>
            <a:pPr/>
            <a:r>
              <a:rPr b="1"/>
              <a:t>Multi-Factor Authentication</a:t>
            </a:r>
            <a:r>
              <a:t>: Enforced MFA for 100% of user accounts with various methods</a:t>
            </a:r>
          </a:p>
          <a:p>
            <a:pPr/>
            <a:r>
              <a:rPr b="1"/>
              <a:t>Data Loss Prevention</a:t>
            </a:r>
            <a:r>
              <a:t>: Configured DLP policies for sensitive data protection</a:t>
            </a:r>
          </a:p>
          <a:p>
            <a:pPr/>
            <a:r>
              <a:rPr b="1"/>
              <a:t>Advanced Threat Protection</a:t>
            </a:r>
            <a:r>
              <a:t>: Deployed ATP for email, SharePoint, and Teams protection</a:t>
            </a:r>
          </a:p>
          <a:p>
            <a:pPr/>
            <a:r>
              <a:rPr b="1"/>
              <a:t>Information Protection</a:t>
            </a:r>
            <a:r>
              <a:t>: Implemented sensitivity labels and encryption policies</a:t>
            </a:r>
          </a:p>
          <a:p>
            <a:pPr/>
            <a:r>
              <a:rPr b="1"/>
              <a:t>Active Directory Sync</a:t>
            </a:r>
            <a:r>
              <a:t>: Seamless hybrid identity integration with Azure AD Connect</a:t>
            </a:r>
          </a:p>
          <a:p>
            <a:pPr/>
            <a:r>
              <a:rPr b="1"/>
              <a:t>Legacy System Integration</a:t>
            </a:r>
            <a:r>
              <a:t>: Connected LOB applications with M365 via APIs and SSO</a:t>
            </a:r>
          </a:p>
          <a:p>
            <a:pPr/>
            <a:r>
              <a:rPr b="1"/>
              <a:t>Data Migration</a:t>
            </a:r>
            <a:r>
              <a:t>: Successfully migrated 5TB of email data and 10TB of file data</a:t>
            </a:r>
          </a:p>
          <a:p>
            <a:pPr/>
            <a:r>
              <a:rPr b="1"/>
              <a:t>Device Management</a:t>
            </a:r>
            <a:r>
              <a:t>: Integrated Intune for mobile device and application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📈 **Performance Metrics**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👥 **User Training &amp; Adoption**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Executive Training</a:t>
            </a:r>
            <a:r>
              <a:t>: 100% C-level participation in strategic overview sessions</a:t>
            </a:r>
          </a:p>
          <a:p>
            <a:pPr/>
            <a:r>
              <a:rPr b="1"/>
              <a:t>IT Administrator Training</a:t>
            </a:r>
            <a:r>
              <a:t>: 12 IT staff certified in M365 administration</a:t>
            </a:r>
          </a:p>
          <a:p>
            <a:pPr/>
            <a:r>
              <a:rPr b="1"/>
              <a:t>End User Training</a:t>
            </a:r>
            <a:r>
              <a:t>: 1,500 users completed comprehensive M365 training</a:t>
            </a:r>
          </a:p>
          <a:p>
            <a:pPr/>
            <a:r>
              <a:rPr b="1"/>
              <a:t>Train-the-Trainer</a:t>
            </a:r>
            <a:r>
              <a:t>: 25 internal champions certified to provide ongoing support</a:t>
            </a:r>
          </a:p>
          <a:p>
            <a:pPr/>
            <a:r>
              <a:rPr b="1"/>
              <a:t>Communication Campaign</a:t>
            </a:r>
            <a:r>
              <a:t>: Multi-channel awareness campaign reaching 100% of users</a:t>
            </a:r>
          </a:p>
          <a:p>
            <a:pPr/>
            <a:r>
              <a:rPr b="1"/>
              <a:t>Early Adopter Program</a:t>
            </a:r>
            <a:r>
              <a:t>: 200 power users provided feedback and advocacy</a:t>
            </a:r>
          </a:p>
          <a:p>
            <a:pPr/>
            <a:r>
              <a:rPr b="1"/>
              <a:t>Support Infrastructure</a:t>
            </a:r>
            <a:r>
              <a:t>: Help desk trained and documentation created</a:t>
            </a:r>
          </a:p>
          <a:p>
            <a:pPr/>
            <a:r>
              <a:rPr b="1"/>
              <a:t>Feedback Integration</a:t>
            </a:r>
            <a:r>
              <a:t>: User feedback incorporated into configuration and training</a:t>
            </a:r>
          </a:p>
          <a:p>
            <a:pPr/>
            <a:r>
              <a:rPr b="1"/>
              <a:t>Overall Satisfaction</a:t>
            </a:r>
            <a:r>
              <a:t>: 8.5/10 average user satisfaction score</a:t>
            </a:r>
          </a:p>
          <a:p>
            <a:pPr/>
            <a:r>
              <a:rPr b="1"/>
              <a:t>Feature Utilization</a:t>
            </a:r>
            <a:r>
              <a:t>: 80% of users actively using 5+ M365 services</a:t>
            </a:r>
          </a:p>
          <a:p>
            <a:pPr/>
            <a:r>
              <a:rPr b="1"/>
              <a:t>Productivity Improvement</a:t>
            </a:r>
            <a:r>
              <a:t>: 75% of users report improved daily productivity</a:t>
            </a:r>
          </a:p>
          <a:p>
            <a:pPr/>
            <a:r>
              <a:rPr b="1"/>
              <a:t>Support Effectiveness</a:t>
            </a:r>
            <a:r>
              <a:t>: 90% of support requests resolved within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🔧 **Operational Excellence**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24/7 Monitoring</a:t>
            </a:r>
            <a:r>
              <a:t>: Implemented comprehensive monitoring and alerting</a:t>
            </a:r>
          </a:p>
          <a:p>
            <a:pPr/>
            <a:r>
              <a:rPr b="1"/>
              <a:t>Automated Provisioning</a:t>
            </a:r>
            <a:r>
              <a:t>: Self-service user and group management capabilities</a:t>
            </a:r>
          </a:p>
          <a:p>
            <a:pPr/>
            <a:r>
              <a:rPr b="1"/>
              <a:t>Backup &amp; Recovery</a:t>
            </a:r>
            <a:r>
              <a:t>: Implemented third-party backup for additional data protection</a:t>
            </a:r>
          </a:p>
          <a:p>
            <a:pPr/>
            <a:r>
              <a:rPr b="1"/>
              <a:t>Change Management</a:t>
            </a:r>
            <a:r>
              <a:t>: Established governance for ongoing configuration changes</a:t>
            </a:r>
          </a:p>
          <a:p>
            <a:pPr/>
            <a:r>
              <a:rPr b="1"/>
              <a:t>Network Optimization</a:t>
            </a:r>
            <a:r>
              <a:t>: Implemented ExpressRoute for improved performance</a:t>
            </a:r>
          </a:p>
          <a:p>
            <a:pPr/>
            <a:r>
              <a:rPr b="1"/>
              <a:t>Capacity Planning</a:t>
            </a:r>
            <a:r>
              <a:t>: Right-sized licenses and services based on usage patterns</a:t>
            </a:r>
          </a:p>
          <a:p>
            <a:pPr/>
            <a:r>
              <a:rPr b="1"/>
              <a:t>Cost Optimization</a:t>
            </a:r>
            <a:r>
              <a:t>: Implemented license optimization and usage monitoring</a:t>
            </a:r>
          </a:p>
          <a:p>
            <a:pPr/>
            <a:r>
              <a:rPr b="1"/>
              <a:t>Compliance Monitoring</a:t>
            </a:r>
            <a:r>
              <a:t>: Automated compliance reporting and policy enforcement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💡 **Innovation &amp; Modernization**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Modern Collaboration</a:t>
            </a:r>
            <a:r>
              <a:t>: Transformed from email-centric to collaboration-first culture</a:t>
            </a:r>
          </a:p>
          <a:p>
            <a:pPr/>
            <a:r>
              <a:rPr b="1"/>
              <a:t>Mobile Productivity</a:t>
            </a:r>
            <a:r>
              <a:t>: Enabled secure mobile access and BYOD capabilities</a:t>
            </a:r>
          </a:p>
          <a:p>
            <a:pPr/>
            <a:r>
              <a:rPr b="1"/>
              <a:t>Process Automation</a:t>
            </a:r>
            <a:r>
              <a:t>: Implemented Power Automate workflows for business processes</a:t>
            </a:r>
          </a:p>
          <a:p>
            <a:pPr/>
            <a:r>
              <a:rPr b="1"/>
              <a:t>Analytics &amp; Insights</a:t>
            </a:r>
            <a:r>
              <a:t>: Deployed workplace analytics for data-driven decisions</a:t>
            </a:r>
          </a:p>
          <a:p>
            <a:pPr/>
            <a:r>
              <a:rPr b="1"/>
              <a:t>Agility</a:t>
            </a:r>
            <a:r>
              <a:t>: Rapid deployment of new collaboration features and capabilities</a:t>
            </a:r>
          </a:p>
          <a:p>
            <a:pPr/>
            <a:r>
              <a:rPr b="1"/>
              <a:t>Scalability</a:t>
            </a:r>
            <a:r>
              <a:t>: Cloud-native platform supporting growth and expansion</a:t>
            </a:r>
          </a:p>
          <a:p>
            <a:pPr/>
            <a:r>
              <a:rPr b="1"/>
              <a:t>Innovation</a:t>
            </a:r>
            <a:r>
              <a:t>: Access to continuous feature updates and AI-powered capabilities</a:t>
            </a:r>
          </a:p>
          <a:p>
            <a:pPr/>
            <a:r>
              <a:rPr b="1"/>
              <a:t>Integration</a:t>
            </a:r>
            <a:r>
              <a:t>: Seamless integration with business applications and workflows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🚀 **Future Opportunities**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Microsoft Viva</a:t>
            </a:r>
            <a:r>
              <a:t>: Employee experience platform for engagement and insights</a:t>
            </a:r>
          </a:p>
          <a:p>
            <a:pPr/>
            <a:r>
              <a:rPr b="1"/>
              <a:t>Power Platform Expansion</a:t>
            </a:r>
            <a:r>
              <a:t>: Custom application development and workflow automation</a:t>
            </a:r>
          </a:p>
          <a:p>
            <a:pPr/>
            <a:r>
              <a:rPr b="1"/>
              <a:t>AI Integration</a:t>
            </a:r>
            <a:r>
              <a:t>: Microsoft Copilot and AI-powered productivity enhancements</a:t>
            </a:r>
          </a:p>
          <a:p>
            <a:pPr/>
            <a:r>
              <a:rPr b="1"/>
              <a:t>Advanced Analytics</a:t>
            </a:r>
            <a:r>
              <a:t>: Workplace analytics and productivity insights</a:t>
            </a:r>
          </a:p>
          <a:p>
            <a:pPr/>
            <a:r>
              <a:rPr b="1"/>
              <a:t>User Experience Optimization</a:t>
            </a:r>
            <a:r>
              <a:t>: Ongoing UX improvements based on user feedback</a:t>
            </a:r>
          </a:p>
          <a:p>
            <a:pPr/>
            <a:r>
              <a:rPr b="1"/>
              <a:t>Security Enhancement</a:t>
            </a:r>
            <a:r>
              <a:t>: Advanced security features and zero-trust implementation</a:t>
            </a:r>
          </a:p>
          <a:p>
            <a:pPr/>
            <a:r>
              <a:rPr b="1"/>
              <a:t>Compliance Expansion</a:t>
            </a:r>
            <a:r>
              <a:t>: Additional compliance certifications and regulations</a:t>
            </a:r>
          </a:p>
          <a:p>
            <a:pPr/>
            <a:r>
              <a:rPr b="1"/>
              <a:t>Integration Expansion</a:t>
            </a:r>
            <a:r>
              <a:t>: Additional LOB application integrations and APIs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🛡️ **Risk Mitigation**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Data Protection</a:t>
            </a:r>
            <a:r>
              <a:t>: Comprehensive encryption, DLP, and access controls implemented</a:t>
            </a:r>
          </a:p>
          <a:p>
            <a:pPr/>
            <a:r>
              <a:rPr b="1"/>
              <a:t>Identity Security</a:t>
            </a:r>
            <a:r>
              <a:t>: Strong authentication, conditional access, and identity protection</a:t>
            </a:r>
          </a:p>
          <a:p>
            <a:pPr/>
            <a:r>
              <a:rPr b="1"/>
              <a:t>Threat Protection</a:t>
            </a:r>
            <a:r>
              <a:t>: Advanced threat detection and automated response capabilities</a:t>
            </a:r>
          </a:p>
          <a:p>
            <a:pPr/>
            <a:r>
              <a:rPr b="1"/>
              <a:t>Compliance Monitoring</a:t>
            </a:r>
            <a:r>
              <a:t>: Continuous compliance monitoring and audit trail maintenance</a:t>
            </a:r>
          </a:p>
          <a:p>
            <a:pPr/>
            <a:r>
              <a:rPr b="1"/>
              <a:t>Business Continuity</a:t>
            </a:r>
            <a:r>
              <a:t>: Disaster recovery and business continuity plans tested</a:t>
            </a:r>
          </a:p>
          <a:p>
            <a:pPr/>
            <a:r>
              <a:rPr b="1"/>
              <a:t>Change Management</a:t>
            </a:r>
            <a:r>
              <a:t>: Controlled change processes with rollback capabilities</a:t>
            </a:r>
          </a:p>
          <a:p>
            <a:pPr/>
            <a:r>
              <a:rPr b="1"/>
              <a:t>Vendor Management</a:t>
            </a:r>
            <a:r>
              <a:t>: Microsoft partnership and support agreements established</a:t>
            </a:r>
          </a:p>
          <a:p>
            <a:pPr/>
            <a:r>
              <a:rPr b="1"/>
              <a:t>Skills Development</a:t>
            </a:r>
            <a:r>
              <a:t>: IT team training and knowledge transfer completed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📋 **Compliance &amp; Governance**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Data Residency</a:t>
            </a:r>
            <a:r>
              <a:t>: Ensured data storage complies with regional requirements</a:t>
            </a:r>
          </a:p>
          <a:p>
            <a:pPr/>
            <a:r>
              <a:rPr b="1"/>
              <a:t>Privacy Regulations</a:t>
            </a:r>
            <a:r>
              <a:t>: GDPR and privacy law compliance implemented</a:t>
            </a:r>
          </a:p>
          <a:p>
            <a:pPr/>
            <a:r>
              <a:rPr b="1"/>
              <a:t>Industry Standards</a:t>
            </a:r>
            <a:r>
              <a:t>: SOC 2, ISO 27001 compliance inherited from Microsoft</a:t>
            </a:r>
          </a:p>
          <a:p>
            <a:pPr/>
            <a:r>
              <a:rPr b="1"/>
              <a:t>Audit Readiness</a:t>
            </a:r>
            <a:r>
              <a:t>: Comprehensive logging and audit trail capabilities</a:t>
            </a:r>
          </a:p>
          <a:p>
            <a:pPr/>
            <a:r>
              <a:rPr b="1"/>
              <a:t>Information Governance</a:t>
            </a:r>
            <a:r>
              <a:t>: Retention policies and lifecycle management</a:t>
            </a:r>
          </a:p>
          <a:p>
            <a:pPr/>
            <a:r>
              <a:rPr b="1"/>
              <a:t>Access Governance</a:t>
            </a:r>
            <a:r>
              <a:t>: Regular access reviews and privilege management</a:t>
            </a:r>
          </a:p>
          <a:p>
            <a:pPr/>
            <a:r>
              <a:rPr b="1"/>
              <a:t>Policy Enforcement</a:t>
            </a:r>
            <a:r>
              <a:t>: Automated policy enforcement and violation detection</a:t>
            </a:r>
          </a:p>
          <a:p>
            <a:pPr/>
            <a:r>
              <a:rPr b="1"/>
              <a:t>Change Governance</a:t>
            </a:r>
            <a:r>
              <a:t>: Formal change management and approval processes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📊 **Project Performance**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Duration</a:t>
            </a:r>
            <a:r>
              <a:t>: Completed in 12 weeks as planned</a:t>
            </a:r>
          </a:p>
          <a:p>
            <a:pPr/>
            <a:r>
              <a:rPr b="1"/>
              <a:t>Milestone Achievement</a:t>
            </a:r>
            <a:r>
              <a:t>: 100% of major milestones delivered on time</a:t>
            </a:r>
          </a:p>
          <a:p>
            <a:pPr/>
            <a:r>
              <a:rPr b="1"/>
              <a:t>Critical Path Management</a:t>
            </a:r>
            <a:r>
              <a:t>: Proactive risk mitigation prevented delays</a:t>
            </a:r>
          </a:p>
          <a:p>
            <a:pPr/>
            <a:r>
              <a:rPr b="1"/>
              <a:t>Resource Optimization</a:t>
            </a:r>
            <a:r>
              <a:t>: Efficient resource utilization throughout project</a:t>
            </a:r>
          </a:p>
          <a:p>
            <a:pPr/>
            <a:r>
              <a:rPr b="1"/>
              <a:t>Budget Variance</a:t>
            </a:r>
            <a:r>
              <a:t>: Delivered 3% under budget</a:t>
            </a:r>
          </a:p>
          <a:p>
            <a:pPr/>
            <a:r>
              <a:rPr b="1"/>
              <a:t>Cost Optimization</a:t>
            </a:r>
            <a:r>
              <a:t>: Identified licensing savings opportunities</a:t>
            </a:r>
          </a:p>
          <a:p>
            <a:pPr/>
            <a:r>
              <a:rPr b="1"/>
              <a:t>Value Engineering</a:t>
            </a:r>
            <a:r>
              <a:t>: Optimized solution design for cost-effectiveness</a:t>
            </a:r>
          </a:p>
          <a:p>
            <a:pPr/>
            <a:r>
              <a:rPr b="1"/>
              <a:t>ROI Achievement</a:t>
            </a:r>
            <a:r>
              <a:t>: Exceeded projected ROI by 15%</a:t>
            </a:r>
          </a:p>
          <a:p>
            <a:pPr/>
            <a:r>
              <a:rPr b="1"/>
              <a:t>Defect Rate</a:t>
            </a:r>
            <a:r>
              <a:t>: Zero critical defects in production deployment</a:t>
            </a:r>
          </a:p>
          <a:p>
            <a:pPr/>
            <a:r>
              <a:rPr b="1"/>
              <a:t>User Acceptance</a:t>
            </a:r>
            <a:r>
              <a:t>: 98% user acceptance test pass rate</a:t>
            </a:r>
          </a:p>
          <a:p>
            <a:pPr/>
            <a:r>
              <a:rPr b="1"/>
              <a:t>Performance Standards</a:t>
            </a:r>
            <a:r>
              <a:t>: All performance SLAs met or exceeded</a:t>
            </a:r>
          </a:p>
          <a:p>
            <a:pPr/>
            <a:r>
              <a:rPr b="1"/>
              <a:t>Documentation Quality</a:t>
            </a:r>
            <a:r>
              <a:t>: Comprehensive documentation delivered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🎯 **Success Factors**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Executive Sponsorship</a:t>
            </a:r>
            <a:r>
              <a:t>: Strong leadership support and vision alignment</a:t>
            </a:r>
          </a:p>
          <a:p>
            <a:pPr/>
            <a:r>
              <a:rPr b="1"/>
              <a:t>Change Management</a:t>
            </a:r>
            <a:r>
              <a:t>: Comprehensive change management and communication</a:t>
            </a:r>
          </a:p>
          <a:p>
            <a:pPr/>
            <a:r>
              <a:rPr b="1"/>
              <a:t>Technical Expertise</a:t>
            </a:r>
            <a:r>
              <a:t>: Experienced team with M365 specialization</a:t>
            </a:r>
          </a:p>
          <a:p>
            <a:pPr/>
            <a:r>
              <a:rPr b="1"/>
              <a:t>User Engagement</a:t>
            </a:r>
            <a:r>
              <a:t>: Active user participation and feedback integration</a:t>
            </a:r>
          </a:p>
          <a:p>
            <a:pPr/>
            <a:r>
              <a:rPr b="1"/>
              <a:t>Phased Deployment</a:t>
            </a:r>
            <a:r>
              <a:t>: Risk-managed phased rollout approach</a:t>
            </a:r>
          </a:p>
          <a:p>
            <a:pPr/>
            <a:r>
              <a:rPr b="1"/>
              <a:t>Pilot Testing</a:t>
            </a:r>
            <a:r>
              <a:t>: Comprehensive pilot testing with representative user groups</a:t>
            </a:r>
          </a:p>
          <a:p>
            <a:pPr/>
            <a:r>
              <a:rPr b="1"/>
              <a:t>Continuous Feedback</a:t>
            </a:r>
            <a:r>
              <a:t>: Regular feedback collection and incorporation</a:t>
            </a:r>
          </a:p>
          <a:p>
            <a:pPr/>
            <a:r>
              <a:rPr b="1"/>
              <a:t>Knowledge Transfer</a:t>
            </a:r>
            <a:r>
              <a:t>: Thorough documentation and training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🔄 **Immediate Actions (0-30 days)**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Performance Monitoring: Establish baseline performance metrics and monitoring</a:t>
            </a:r>
          </a:p>
          <a:p>
            <a:pPr/>
            <a:r>
              <a:t>User Support: Continue enhanced support during initial adoption period</a:t>
            </a:r>
          </a:p>
          <a:p>
            <a:pPr/>
            <a:r>
              <a:t>Quick Wins: Implement additional productivity features based on user feedback</a:t>
            </a:r>
          </a:p>
          <a:p>
            <a:pPr/>
            <a:r>
              <a:t>Security Review: Conduct post-deployment security assessment and hardening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📈 **Short-term Initiatives (1-6 months)**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Advanced Features: Deploy Power Platform solutions for business process automation</a:t>
            </a:r>
          </a:p>
          <a:p>
            <a:pPr/>
            <a:r>
              <a:t>Integration Expansion: Connect additional business applications with M365</a:t>
            </a:r>
          </a:p>
          <a:p>
            <a:pPr/>
            <a:r>
              <a:t>Analytics Implementation: Deploy workplace analytics and usage reporting</a:t>
            </a:r>
          </a:p>
          <a:p>
            <a:pPr/>
            <a:r>
              <a:t>Optimization Review: Conduct license optimization and cost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🚀 **Long-term Strategy (6-12 months)**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Microsoft Viva: Implement employee experience platform</a:t>
            </a:r>
          </a:p>
          <a:p>
            <a:pPr/>
            <a:r>
              <a:t>AI Integration: Deploy Microsoft Copilot and AI-powered features</a:t>
            </a:r>
          </a:p>
          <a:p>
            <a:pPr/>
            <a:r>
              <a:t>Advanced Security: Implement zero-trust security model</a:t>
            </a:r>
          </a:p>
          <a:p>
            <a:pPr/>
            <a:r>
              <a:t>Global Expansion: Extend M365 deployment to additional regions/subsidiaries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💼 **Ongoing Management**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Governance Committee: Establish M365 governance and steering committee</a:t>
            </a:r>
          </a:p>
          <a:p>
            <a:pPr/>
            <a:r>
              <a:t>Training Program: Implement ongoing training and certification programs</a:t>
            </a:r>
          </a:p>
          <a:p>
            <a:pPr/>
            <a:r>
              <a:t>Innovation Pipeline: Regular evaluation of new M365 features and capabilities</a:t>
            </a:r>
          </a:p>
          <a:p>
            <a:pPr/>
            <a:r>
              <a:t>Performance Review: Quarterly business review and optimization planning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🌟 **Project Success Summary**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Complete Modern Workplace</a:t>
            </a:r>
            <a:r>
              <a:t>: Comprehensive M365 ecosystem deployment</a:t>
            </a:r>
          </a:p>
          <a:p>
            <a:pPr/>
            <a:r>
              <a:rPr b="1"/>
              <a:t>Enhanced Security</a:t>
            </a:r>
            <a:r>
              <a:t>: Enterprise-grade security and compliance implementation</a:t>
            </a:r>
          </a:p>
          <a:p>
            <a:pPr/>
            <a:r>
              <a:rPr b="1"/>
              <a:t>User Adoption</a:t>
            </a:r>
            <a:r>
              <a:t>: Successful change management and training program</a:t>
            </a:r>
          </a:p>
          <a:p>
            <a:pPr/>
            <a:r>
              <a:rPr b="1"/>
              <a:t>Business Value</a:t>
            </a:r>
            <a:r>
              <a:t>: Significant ROI and productivity improvements</a:t>
            </a:r>
          </a:p>
          <a:p>
            <a:pPr/>
            <a:r>
              <a:rPr b="1"/>
              <a:t>$950K Annual Savings</a:t>
            </a:r>
            <a:r>
              <a:t>: Combined infrastructure, operational, and productivity savings</a:t>
            </a:r>
          </a:p>
          <a:p>
            <a:pPr/>
            <a:r>
              <a:rPr b="1"/>
              <a:t>99.9% Availability</a:t>
            </a:r>
            <a:r>
              <a:t>: Enterprise-grade reliability and performance</a:t>
            </a:r>
          </a:p>
          <a:p>
            <a:pPr/>
            <a:r>
              <a:rPr b="1"/>
              <a:t>100% User Migration</a:t>
            </a:r>
            <a:r>
              <a:t>: Successful migration with zero data loss</a:t>
            </a:r>
          </a:p>
          <a:p>
            <a:pPr/>
            <a:r>
              <a:rPr b="1"/>
              <a:t>Enhanced Security</a:t>
            </a:r>
            <a:r>
              <a:t>: Significantly improved security posture and threat protection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🙏 **Acknowledgments**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📞 **Ongoing Support**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