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*Opening Statement:*</a:t>
            </a:r>
          </a:p>
          <a:p>
            <a:r>
              <a:t>Good [morning/afternoon]. Today we celebrate the successful completion of the Microsoft 365 Enterprise Deployment. This project has transformed [Client Name]'s workplace, replacing aging on-premises Exchange and file servers with a modern, secure cloud collaboration platform.</a:t>
            </a:r>
          </a:p>
          <a:p/>
          <a:p>
            <a:r>
              <a:t>*Key Talking Points - Expand on Each Bullet:*</a:t>
            </a:r>
          </a:p>
          <a:p/>
          <a:p>
            <a:r>
              <a:t>**Project Duration - 4 Months:**</a:t>
            </a:r>
          </a:p>
          <a:p>
            <a:r>
              <a:t>- Executed exactly as planned in Statement of Work</a:t>
            </a:r>
          </a:p>
          <a:p>
            <a:r>
              <a:t>- Phase 1 (Foundation &amp; Pilot): Weeks 1-6 - Azure AD Connect, hybrid Exchange, pilot migration</a:t>
            </a:r>
          </a:p>
          <a:p>
            <a:r>
              <a:t>- Phase 2 (Email &amp; SharePoint): Weeks 7-12 - Production migration, SharePoint deployment</a:t>
            </a:r>
          </a:p>
          <a:p>
            <a:r>
              <a:t>- Phase 3 (Teams &amp; Phone): Weeks 13-14 - Teams rollout, Phone System</a:t>
            </a:r>
          </a:p>
          <a:p>
            <a:r>
              <a:t>- Phase 4 (Security &amp; Hypercare): Weeks 15-19 - Security hardening, 30-day support</a:t>
            </a:r>
          </a:p>
          <a:p>
            <a:r>
              <a:t>- No schedule slippage despite 500-user migration complexity</a:t>
            </a:r>
          </a:p>
          <a:p/>
          <a:p>
            <a:r>
              <a:t>**Budget - $465,744 Year 1:**</a:t>
            </a:r>
          </a:p>
          <a:p>
            <a:r>
              <a:t>- Cloud Services: $24,000 (Azure AD Connect, ExpressRoute)</a:t>
            </a:r>
          </a:p>
          <a:p>
            <a:r>
              <a:t>- Software Licenses: $399,000 (M365 E5 for 500 users)</a:t>
            </a:r>
          </a:p>
          <a:p>
            <a:r>
              <a:t>- Support &amp; Maintenance: $42,744 (managed services)</a:t>
            </a:r>
          </a:p>
          <a:p>
            <a:r>
              <a:t>- Professional Services delivered on fixed-price agreement</a:t>
            </a:r>
          </a:p>
          <a:p/>
          <a:p>
            <a:r>
              <a:t>**Go-Live - Week 15:**</a:t>
            </a:r>
          </a:p>
          <a:p>
            <a:r>
              <a:t>- Pilot-then-production migration strategy executed flawlessly</a:t>
            </a:r>
          </a:p>
          <a:p>
            <a:r>
              <a:t>- Weeks 4-6: 50 pilot users validated migration quality</a:t>
            </a:r>
          </a:p>
          <a:p>
            <a:r>
              <a:t>- Weeks 7-12: 450 users migrated in 5 departmental waves</a:t>
            </a:r>
          </a:p>
          <a:p>
            <a:r>
              <a:t>- Zero data loss across all migration waves</a:t>
            </a:r>
          </a:p>
          <a:p/>
          <a:p>
            <a:r>
              <a:t>**Migration Scope - 500 Users:**</a:t>
            </a:r>
          </a:p>
          <a:p>
            <a:r>
              <a:t>- Email: 250GB total migrated from on-premises Exchange</a:t>
            </a:r>
          </a:p>
          <a:p>
            <a:r>
              <a:t>- Files: 5TB migrated to SharePoint/OneDrive</a:t>
            </a:r>
          </a:p>
          <a:p>
            <a:r>
              <a:t>- All folder structures, permissions, and metadata preserved</a:t>
            </a:r>
          </a:p>
          <a:p>
            <a:r>
              <a:t>- Hybrid Exchange enabled seamless coexistence during migration</a:t>
            </a:r>
          </a:p>
          <a:p/>
          <a:p>
            <a:r>
              <a:t>*Transition to Next Slide:*</a:t>
            </a:r>
          </a:p>
          <a:p>
            <a:r>
              <a:t>"Let me walk you through exactly what we built together..."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*Architecture Overview - Walk Through the Diagram:*</a:t>
            </a:r>
          </a:p>
          <a:p/>
          <a:p>
            <a:r>
              <a:t>"This diagram shows the cloud-first collaboration architecture we deployed. Let me walk through each component..."</a:t>
            </a:r>
          </a:p>
          <a:p/>
          <a:p>
            <a:r>
              <a:t>**Microsoft 365 E5 Layer:**</a:t>
            </a:r>
          </a:p>
          <a:p>
            <a:r>
              <a:t>- 500 users with full E5 licensing</a:t>
            </a:r>
          </a:p>
          <a:p>
            <a:r>
              <a:t>- Exchange Online: 100GB mailboxes with unlimited archive</a:t>
            </a:r>
          </a:p>
          <a:p>
            <a:r>
              <a:t>- SharePoint Online: 5TB+ storage across department sites</a:t>
            </a:r>
          </a:p>
          <a:p>
            <a:r>
              <a:t>- OneDrive for Business: 1TB per user with Known Folder Move</a:t>
            </a:r>
          </a:p>
          <a:p>
            <a:r>
              <a:t>- Microsoft Teams: Chat, meetings, and file collaboration</a:t>
            </a:r>
          </a:p>
          <a:p>
            <a:r>
              <a:t>- Office apps: Desktop (Windows/Mac) and mobile (iOS/Android)</a:t>
            </a:r>
          </a:p>
          <a:p/>
          <a:p>
            <a:r>
              <a:t>**Identity &amp; Access Management:**</a:t>
            </a:r>
          </a:p>
          <a:p>
            <a:r>
              <a:t>- Azure AD Connect for hybrid identity</a:t>
            </a:r>
          </a:p>
          <a:p>
            <a:r>
              <a:t>- Single sign-on (SSO) with seamless authentication</a:t>
            </a:r>
          </a:p>
          <a:p>
            <a:r>
              <a:t>- Conditional Access enforcing MFA and device compliance</a:t>
            </a:r>
          </a:p>
          <a:p>
            <a:r>
              <a:t>- 5 user roles: Employee, Manager, Admin, Executive, Guest</a:t>
            </a:r>
          </a:p>
          <a:p/>
          <a:p>
            <a:r>
              <a:t>**Security &amp; Compliance Layer:**</a:t>
            </a:r>
          </a:p>
          <a:p>
            <a:r>
              <a:t>- Defender for Office 365: Anti-phishing, Safe Links, Safe Attachments</a:t>
            </a:r>
          </a:p>
          <a:p>
            <a:r>
              <a:t>- Microsoft Purview: DLP policies, sensitivity labels, retention</a:t>
            </a:r>
          </a:p>
          <a:p>
            <a:r>
              <a:t>- Intune MDM: Device compliance, app protection</a:t>
            </a:r>
          </a:p>
          <a:p>
            <a:r>
              <a:t>- Encryption: TLS 1.2+ in transit, BitLocker at rest</a:t>
            </a:r>
          </a:p>
          <a:p/>
          <a:p>
            <a:r>
              <a:t>**Enterprise Telephony:**</a:t>
            </a:r>
          </a:p>
          <a:p>
            <a:r>
              <a:t>- Teams Phone System for 150 calling users</a:t>
            </a:r>
          </a:p>
          <a:p>
            <a:r>
              <a:t>- PSTN connectivity via Direct Routing</a:t>
            </a:r>
          </a:p>
          <a:p>
            <a:r>
              <a:t>- Audio conferencing for 200 users with dial-in access</a:t>
            </a:r>
          </a:p>
          <a:p>
            <a:r>
              <a:t>- Voicemail with transcription and mobile access</a:t>
            </a:r>
          </a:p>
          <a:p/>
          <a:p>
            <a:r>
              <a:t>**Key Architecture Decisions:**</a:t>
            </a:r>
          </a:p>
          <a:p>
            <a:r>
              <a:t>1. Hybrid Exchange during migration for zero downtime</a:t>
            </a:r>
          </a:p>
          <a:p>
            <a:r>
              <a:t>2. Azure AD Connect with password hash sync for SSO</a:t>
            </a:r>
          </a:p>
          <a:p>
            <a:r>
              <a:t>3. Intune MDM for 500 endpoints</a:t>
            </a:r>
          </a:p>
          <a:p>
            <a:r>
              <a:t>4. ExpressRoute for optimized M365 connectivity</a:t>
            </a:r>
          </a:p>
          <a:p/>
          <a:p>
            <a:r>
              <a:t>*Transition:*</a:t>
            </a:r>
          </a:p>
          <a:p>
            <a:r>
              <a:t>"Now let me show you the complete deliverables package we're handing over..."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*Deliverables Deep Dive - Review Each Item:*</a:t>
            </a:r>
          </a:p>
          <a:p/>
          <a:p>
            <a:r>
              <a:t>**1. M365 Architecture Document (detailed-design.docx):**</a:t>
            </a:r>
          </a:p>
          <a:p>
            <a:r>
              <a:t>- Complete technical architecture</a:t>
            </a:r>
          </a:p>
          <a:p>
            <a:r>
              <a:t>- Azure AD Connect configuration</a:t>
            </a:r>
          </a:p>
          <a:p>
            <a:r>
              <a:t>- Hybrid Exchange setup</a:t>
            </a:r>
          </a:p>
          <a:p>
            <a:r>
              <a:t>- SharePoint site structure</a:t>
            </a:r>
          </a:p>
          <a:p>
            <a:r>
              <a:t>- Teams governance policies</a:t>
            </a:r>
          </a:p>
          <a:p>
            <a:r>
              <a:t>- Security control mappings</a:t>
            </a:r>
          </a:p>
          <a:p/>
          <a:p>
            <a:r>
              <a:t>**2. Implementation Guide:**</a:t>
            </a:r>
          </a:p>
          <a:p>
            <a:r>
              <a:t>- Step-by-step deployment procedures</a:t>
            </a:r>
          </a:p>
          <a:p>
            <a:r>
              <a:t>- PowerShell scripts for automation</a:t>
            </a:r>
          </a:p>
          <a:p>
            <a:r>
              <a:t>- Migration tool configurations</a:t>
            </a:r>
          </a:p>
          <a:p>
            <a:r>
              <a:t>- Rollback procedures</a:t>
            </a:r>
          </a:p>
          <a:p/>
          <a:p>
            <a:r>
              <a:t>**3. Project Plan:**</a:t>
            </a:r>
          </a:p>
          <a:p>
            <a:r>
              <a:t>- Four worksheets:</a:t>
            </a:r>
          </a:p>
          <a:p>
            <a:r>
              <a:t>  1. Project Timeline - 19-week implementation</a:t>
            </a:r>
          </a:p>
          <a:p>
            <a:r>
              <a:t>  2. Milestones - 7 key milestones tracked</a:t>
            </a:r>
          </a:p>
          <a:p>
            <a:r>
              <a:t>  3. RACI Matrix - Clear accountability</a:t>
            </a:r>
          </a:p>
          <a:p>
            <a:r>
              <a:t>  4. Communications Plan - Stakeholder engagement</a:t>
            </a:r>
          </a:p>
          <a:p>
            <a:r>
              <a:t>- All milestones achieved on schedule</a:t>
            </a:r>
          </a:p>
          <a:p/>
          <a:p>
            <a:r>
              <a:t>**4. Security Configuration Reference:**</a:t>
            </a:r>
          </a:p>
          <a:p>
            <a:r>
              <a:t>- 15 Conditional Access policies documented</a:t>
            </a:r>
          </a:p>
          <a:p>
            <a:r>
              <a:t>- Defender for Office 365 configuration</a:t>
            </a:r>
          </a:p>
          <a:p>
            <a:r>
              <a:t>- Purview DLP policies and sensitivity labels</a:t>
            </a:r>
          </a:p>
          <a:p>
            <a:r>
              <a:t>- Intune device compliance policies</a:t>
            </a:r>
          </a:p>
          <a:p/>
          <a:p>
            <a:r>
              <a:t>**5. Migration Report:**</a:t>
            </a:r>
          </a:p>
          <a:p>
            <a:r>
              <a:t>- 500 mailbox migration results</a:t>
            </a:r>
          </a:p>
          <a:p>
            <a:r>
              <a:t>- Zero data loss verification</a:t>
            </a:r>
          </a:p>
          <a:p>
            <a:r>
              <a:t>- File migration statistics by department</a:t>
            </a:r>
          </a:p>
          <a:p>
            <a:r>
              <a:t>- Permission mapping audit</a:t>
            </a:r>
          </a:p>
          <a:p/>
          <a:p>
            <a:r>
              <a:t>**6. Operations Runbook:**</a:t>
            </a:r>
          </a:p>
          <a:p>
            <a:r>
              <a:t>- Daily admin procedures</a:t>
            </a:r>
          </a:p>
          <a:p>
            <a:r>
              <a:t>- User provisioning workflow</a:t>
            </a:r>
          </a:p>
          <a:p>
            <a:r>
              <a:t>- License management</a:t>
            </a:r>
          </a:p>
          <a:p>
            <a:r>
              <a:t>- Troubleshooting guides</a:t>
            </a:r>
          </a:p>
          <a:p>
            <a:r>
              <a:t>- Escalation procedures</a:t>
            </a:r>
          </a:p>
          <a:p/>
          <a:p>
            <a:r>
              <a:t>**7. User Training Materials:**</a:t>
            </a:r>
          </a:p>
          <a:p>
            <a:r>
              <a:t>- Quick start guides for Outlook, Teams, OneDrive</a:t>
            </a:r>
          </a:p>
          <a:p>
            <a:r>
              <a:t>- Video tutorials (8 sessions, 4 hours total)</a:t>
            </a:r>
          </a:p>
          <a:p>
            <a:r>
              <a:t>- FAQ document with top 50 questions</a:t>
            </a:r>
          </a:p>
          <a:p>
            <a:r>
              <a:t>- Teams tips and tricks</a:t>
            </a:r>
          </a:p>
          <a:p/>
          <a:p>
            <a:r>
              <a:t>**8. Champions Playbook:**</a:t>
            </a:r>
          </a:p>
          <a:p>
            <a:r>
              <a:t>- Department-specific adoption strategies</a:t>
            </a:r>
          </a:p>
          <a:p>
            <a:r>
              <a:t>- Best practices for different work styles</a:t>
            </a:r>
          </a:p>
          <a:p>
            <a:r>
              <a:t>- Change management toolkit</a:t>
            </a:r>
          </a:p>
          <a:p/>
          <a:p>
            <a:r>
              <a:t>*Transition:*</a:t>
            </a:r>
          </a:p>
          <a:p>
            <a:r>
              <a:t>"Let's look at how we're performing against our targets..."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*Quality &amp; Performance Deep Dive:*</a:t>
            </a:r>
          </a:p>
          <a:p/>
          <a:p>
            <a:r>
              <a:t>**Migration Metrics - Detailed Breakdown:**</a:t>
            </a:r>
          </a:p>
          <a:p/>
          <a:p>
            <a:r>
              <a:t>*Email Migration: 100% Complete*</a:t>
            </a:r>
          </a:p>
          <a:p>
            <a:r>
              <a:t>- 500 mailboxes migrated from on-premises Exchange</a:t>
            </a:r>
          </a:p>
          <a:p>
            <a:r>
              <a:t>- 250GB total data transferred</a:t>
            </a:r>
          </a:p>
          <a:p>
            <a:r>
              <a:t>- Average mailbox size: 500MB</a:t>
            </a:r>
          </a:p>
          <a:p>
            <a:r>
              <a:t>- Migration windows: Weekend cutover per wave</a:t>
            </a:r>
          </a:p>
          <a:p>
            <a:r>
              <a:t>- Validation: Message count reconciliation, folder verification</a:t>
            </a:r>
          </a:p>
          <a:p/>
          <a:p>
            <a:r>
              <a:t>*File Migration: 100% Complete*</a:t>
            </a:r>
          </a:p>
          <a:p>
            <a:r>
              <a:t>- 5TB migrated from on-premises file servers</a:t>
            </a:r>
          </a:p>
          <a:p>
            <a:r>
              <a:t>- SharePoint: Department sites with document libraries</a:t>
            </a:r>
          </a:p>
          <a:p>
            <a:r>
              <a:t>- OneDrive: Known Folder Move for user files</a:t>
            </a:r>
          </a:p>
          <a:p>
            <a:r>
              <a:t>- Permissions: NTFS to SharePoint mapping preserved</a:t>
            </a:r>
          </a:p>
          <a:p>
            <a:r>
              <a:t>- Metadata: Custom properties preserved</a:t>
            </a:r>
          </a:p>
          <a:p/>
          <a:p>
            <a:r>
              <a:t>*Zero Data Loss:*</a:t>
            </a:r>
          </a:p>
          <a:p>
            <a:r>
              <a:t>- Pre-migration: Full backup of all mailboxes</a:t>
            </a:r>
          </a:p>
          <a:p>
            <a:r>
              <a:t>- Migration: Checksum validation per batch</a:t>
            </a:r>
          </a:p>
          <a:p>
            <a:r>
              <a:t>- Post-migration: User confirmation per wave</a:t>
            </a:r>
          </a:p>
          <a:p>
            <a:r>
              <a:t>- Audit trail: Complete migration logs available</a:t>
            </a:r>
          </a:p>
          <a:p/>
          <a:p>
            <a:r>
              <a:t>*Downtime Impact:*</a:t>
            </a:r>
          </a:p>
          <a:p>
            <a:r>
              <a:t>- Email: &lt;30 minutes per user during DNS cutover</a:t>
            </a:r>
          </a:p>
          <a:p>
            <a:r>
              <a:t>- Files: Zero downtime (gradual sync)</a:t>
            </a:r>
          </a:p>
          <a:p>
            <a:r>
              <a:t>- Total business impact: &lt;2 hours across 500 users</a:t>
            </a:r>
          </a:p>
          <a:p/>
          <a:p>
            <a:r>
              <a:t>**Adoption Metrics - Detailed Analysis:**</a:t>
            </a:r>
          </a:p>
          <a:p/>
          <a:p>
            <a:r>
              <a:t>*Teams Daily Active Users: 90%+*</a:t>
            </a:r>
          </a:p>
          <a:p>
            <a:r>
              <a:t>- Week 1: 65% adoption (initial deployment)</a:t>
            </a:r>
          </a:p>
          <a:p>
            <a:r>
              <a:t>- Week 4: 80% adoption (training impact)</a:t>
            </a:r>
          </a:p>
          <a:p>
            <a:r>
              <a:t>- Month 3: 90%+ sustained adoption</a:t>
            </a:r>
          </a:p>
          <a:p>
            <a:r>
              <a:t>- Champions program driving department adoption</a:t>
            </a:r>
          </a:p>
          <a:p/>
          <a:p>
            <a:r>
              <a:t>*SharePoint Site Usage: 75% of Departments*</a:t>
            </a:r>
          </a:p>
          <a:p>
            <a:r>
              <a:t>- 8 of 10 departments actively using sites</a:t>
            </a:r>
          </a:p>
          <a:p>
            <a:r>
              <a:t>- Intranet hub site live with company news</a:t>
            </a:r>
          </a:p>
          <a:p>
            <a:r>
              <a:t>- Document collaboration replacing email attachments</a:t>
            </a:r>
          </a:p>
          <a:p/>
          <a:p>
            <a:r>
              <a:t>*OneDrive Sync: 85% of Users*</a:t>
            </a:r>
          </a:p>
          <a:p>
            <a:r>
              <a:t>- Known Folder Move deployed for Desktop, Documents</a:t>
            </a:r>
          </a:p>
          <a:p>
            <a:r>
              <a:t>- Automatic sync on Windows 10/11 devices</a:t>
            </a:r>
          </a:p>
          <a:p>
            <a:r>
              <a:t>- Files On-Demand enabled to save disk space</a:t>
            </a:r>
          </a:p>
          <a:p/>
          <a:p>
            <a:r>
              <a:t>*MFA Enrollment: 100%*</a:t>
            </a:r>
          </a:p>
          <a:p>
            <a:r>
              <a:t>- Microsoft Authenticator: 85%</a:t>
            </a:r>
          </a:p>
          <a:p>
            <a:r>
              <a:t>- Phone call/SMS: 15%</a:t>
            </a:r>
          </a:p>
          <a:p>
            <a:r>
              <a:t>- Zero password-only access permitted</a:t>
            </a:r>
          </a:p>
          <a:p/>
          <a:p>
            <a:r>
              <a:t>*Training Completion: 95%*</a:t>
            </a:r>
          </a:p>
          <a:p>
            <a:r>
              <a:t>- 475 of 500 users completed required training</a:t>
            </a:r>
          </a:p>
          <a:p>
            <a:r>
              <a:t>- Executive session: 100% attendance</a:t>
            </a:r>
          </a:p>
          <a:p>
            <a:r>
              <a:t>- IT admin certification: 12 staff</a:t>
            </a:r>
          </a:p>
          <a:p/>
          <a:p>
            <a:r>
              <a:t>*Transition:*</a:t>
            </a:r>
          </a:p>
          <a:p>
            <a:r>
              <a:t>"These capabilities translate directly into business value. Let me show you the benefits we're already seeing..."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*Benefits Analysis - Detailed ROI Discussion:*</a:t>
            </a:r>
          </a:p>
          <a:p/>
          <a:p>
            <a:r>
              <a:t>**Infrastructure Cost Avoidance - $220K:**</a:t>
            </a:r>
          </a:p>
          <a:p/>
          <a:p>
            <a:r>
              <a:t>*Before Implementation:*</a:t>
            </a:r>
          </a:p>
          <a:p>
            <a:r>
              <a:t>- Exchange Server 2010/2013 end-of-life</a:t>
            </a:r>
          </a:p>
          <a:p>
            <a:r>
              <a:t>- File servers requiring hardware refresh</a:t>
            </a:r>
          </a:p>
          <a:p>
            <a:r>
              <a:t>- Estimated on-premises refresh: $220K capex</a:t>
            </a:r>
          </a:p>
          <a:p>
            <a:r>
              <a:t>- Ongoing maintenance: $50K/year</a:t>
            </a:r>
          </a:p>
          <a:p/>
          <a:p>
            <a:r>
              <a:t>*After Implementation:*</a:t>
            </a:r>
          </a:p>
          <a:p>
            <a:r>
              <a:t>- Zero capex - operational expense model</a:t>
            </a:r>
          </a:p>
          <a:p>
            <a:r>
              <a:t>- Microsoft manages infrastructure</a:t>
            </a:r>
          </a:p>
          <a:p>
            <a:r>
              <a:t>- 99.9% SLA guaranteed</a:t>
            </a:r>
          </a:p>
          <a:p>
            <a:r>
              <a:t>- Automatic feature updates included</a:t>
            </a:r>
          </a:p>
          <a:p/>
          <a:p>
            <a:r>
              <a:t>**Security Incident Reduction - 80%:**</a:t>
            </a:r>
          </a:p>
          <a:p/>
          <a:p>
            <a:r>
              <a:t>*Before Implementation:*</a:t>
            </a:r>
          </a:p>
          <a:p>
            <a:r>
              <a:t>- Average 50 security incidents/month</a:t>
            </a:r>
          </a:p>
          <a:p>
            <a:r>
              <a:t>- Phishing success rate: 15%</a:t>
            </a:r>
          </a:p>
          <a:p>
            <a:r>
              <a:t>- Malware detection: 90%</a:t>
            </a:r>
          </a:p>
          <a:p>
            <a:r>
              <a:t>- Manual investigation required</a:t>
            </a:r>
          </a:p>
          <a:p/>
          <a:p>
            <a:r>
              <a:t>*After Implementation:*</a:t>
            </a:r>
          </a:p>
          <a:p>
            <a:r>
              <a:t>- Average 10 incidents/month (80% reduction)</a:t>
            </a:r>
          </a:p>
          <a:p>
            <a:r>
              <a:t>- Phishing success rate: 2% (Safe Links, ATP)</a:t>
            </a:r>
          </a:p>
          <a:p>
            <a:r>
              <a:t>- Malware detection: 99.9%</a:t>
            </a:r>
          </a:p>
          <a:p>
            <a:r>
              <a:t>- Automated investigation and response (AIR)</a:t>
            </a:r>
          </a:p>
          <a:p/>
          <a:p>
            <a:r>
              <a:t>**Email Attachment Reduction - 70%:**</a:t>
            </a:r>
          </a:p>
          <a:p/>
          <a:p>
            <a:r>
              <a:t>*Before:*</a:t>
            </a:r>
          </a:p>
          <a:p>
            <a:r>
              <a:t>- 10,000+ email attachments daily</a:t>
            </a:r>
          </a:p>
          <a:p>
            <a:r>
              <a:t>- Version control issues</a:t>
            </a:r>
          </a:p>
          <a:p>
            <a:r>
              <a:t>- Storage duplication</a:t>
            </a:r>
          </a:p>
          <a:p>
            <a:r>
              <a:t>- Security risk (uncontrolled sharing)</a:t>
            </a:r>
          </a:p>
          <a:p/>
          <a:p>
            <a:r>
              <a:t>*After:*</a:t>
            </a:r>
          </a:p>
          <a:p>
            <a:r>
              <a:t>- 70% replaced by SharePoint/OneDrive links</a:t>
            </a:r>
          </a:p>
          <a:p>
            <a:r>
              <a:t>- Real-time co-authoring</a:t>
            </a:r>
          </a:p>
          <a:p>
            <a:r>
              <a:t>- Single version of truth</a:t>
            </a:r>
          </a:p>
          <a:p>
            <a:r>
              <a:t>- Access controls and audit trail</a:t>
            </a:r>
          </a:p>
          <a:p/>
          <a:p>
            <a:r>
              <a:t>**ROI Summary:**</a:t>
            </a:r>
          </a:p>
          <a:p>
            <a:r>
              <a:t>- Year 1 investment: $465,744</a:t>
            </a:r>
          </a:p>
          <a:p>
            <a:r>
              <a:t>- Year 1 savings/value: $680,000+</a:t>
            </a:r>
          </a:p>
          <a:p>
            <a:r>
              <a:t>  - Infrastructure avoidance: $220K</a:t>
            </a:r>
          </a:p>
          <a:p>
            <a:r>
              <a:t>  - Productivity gains: $300K</a:t>
            </a:r>
          </a:p>
          <a:p>
            <a:r>
              <a:t>  - Security risk mitigation: $100K</a:t>
            </a:r>
          </a:p>
          <a:p>
            <a:r>
              <a:t>  - IT efficiency: $60K</a:t>
            </a:r>
          </a:p>
          <a:p>
            <a:r>
              <a:t>- Payback period: &lt;8 months</a:t>
            </a:r>
          </a:p>
          <a:p>
            <a:r>
              <a:t>- 3-year ROI: 180%+</a:t>
            </a:r>
          </a:p>
          <a:p/>
          <a:p>
            <a:r>
              <a:t>*Transition:*</a:t>
            </a:r>
          </a:p>
          <a:p>
            <a:r>
              <a:t>"We learned valuable lessons during this implementation that will help with future initiatives..."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*Lessons Learned - Comprehensive Review:*</a:t>
            </a:r>
          </a:p>
          <a:p/>
          <a:p>
            <a:r>
              <a:t>**What Worked Well - Details:**</a:t>
            </a:r>
          </a:p>
          <a:p/>
          <a:p>
            <a:r>
              <a:t>*1. Pilot-Then-Production Strategy:*</a:t>
            </a:r>
          </a:p>
          <a:p>
            <a:r>
              <a:t>- 50 pilot users across 5 departments</a:t>
            </a:r>
          </a:p>
          <a:p>
            <a:r>
              <a:t>- Issues identified before full migration</a:t>
            </a:r>
          </a:p>
          <a:p>
            <a:r>
              <a:t>- User feedback incorporated into training</a:t>
            </a:r>
          </a:p>
          <a:p>
            <a:r>
              <a:t>- Confidence built before 450-user waves</a:t>
            </a:r>
          </a:p>
          <a:p/>
          <a:p>
            <a:r>
              <a:t>*2. Champions Program:*</a:t>
            </a:r>
          </a:p>
          <a:p>
            <a:r>
              <a:t>- 25 department champions trained</a:t>
            </a:r>
          </a:p>
          <a:p>
            <a:r>
              <a:t>- Peer support within each team</a:t>
            </a:r>
          </a:p>
          <a:p>
            <a:r>
              <a:t>- Local expertise for questions</a:t>
            </a:r>
          </a:p>
          <a:p>
            <a:r>
              <a:t>- Adoption metrics improved 25%</a:t>
            </a:r>
          </a:p>
          <a:p/>
          <a:p>
            <a:r>
              <a:t>*3. Weekend Migration Windows:*</a:t>
            </a:r>
          </a:p>
          <a:p>
            <a:r>
              <a:t>- Friday 6 PM to Sunday 6 PM per wave</a:t>
            </a:r>
          </a:p>
          <a:p>
            <a:r>
              <a:t>- Minimal business disruption</a:t>
            </a:r>
          </a:p>
          <a:p>
            <a:r>
              <a:t>- Monday validation and support</a:t>
            </a:r>
          </a:p>
          <a:p>
            <a:r>
              <a:t>- Zero productivity loss</a:t>
            </a:r>
          </a:p>
          <a:p/>
          <a:p>
            <a:r>
              <a:t>*4. Daily Health Check Calls:*</a:t>
            </a:r>
          </a:p>
          <a:p>
            <a:r>
              <a:t>- First 2 weeks post-migration</a:t>
            </a:r>
          </a:p>
          <a:p>
            <a:r>
              <a:t>- Rapid issue identification</a:t>
            </a:r>
          </a:p>
          <a:p>
            <a:r>
              <a:t>- Service health monitoring</a:t>
            </a:r>
          </a:p>
          <a:p>
            <a:r>
              <a:t>- User sentiment tracking</a:t>
            </a:r>
          </a:p>
          <a:p/>
          <a:p>
            <a:r>
              <a:t>**Challenges Overcome - Details:**</a:t>
            </a:r>
          </a:p>
          <a:p/>
          <a:p>
            <a:r>
              <a:t>*1. ExpressRoute Provisioning:*</a:t>
            </a:r>
          </a:p>
          <a:p>
            <a:r>
              <a:t>- Challenge: 6-week lead time</a:t>
            </a:r>
          </a:p>
          <a:p>
            <a:r>
              <a:t>- Impact: Initial migration over internet</a:t>
            </a:r>
          </a:p>
          <a:p>
            <a:r>
              <a:t>- Resolution: Ordered in Week 1</a:t>
            </a:r>
          </a:p>
          <a:p>
            <a:r>
              <a:t>- Lesson: Plan connectivity early</a:t>
            </a:r>
          </a:p>
          <a:p/>
          <a:p>
            <a:r>
              <a:t>*2. Legacy App Compatibility:*</a:t>
            </a:r>
          </a:p>
          <a:p>
            <a:r>
              <a:t>- Challenge: 3 apps incompatible with modern auth</a:t>
            </a:r>
          </a:p>
          <a:p>
            <a:r>
              <a:t>- Impact: Required hybrid configuration</a:t>
            </a:r>
          </a:p>
          <a:p>
            <a:r>
              <a:t>- Resolution: App-specific Conditional Access exclusions</a:t>
            </a:r>
          </a:p>
          <a:p>
            <a:r>
              <a:t>- Lesson: Discovery phase must include app inventory</a:t>
            </a:r>
          </a:p>
          <a:p/>
          <a:p>
            <a:r>
              <a:t>*3. OneDrive Sync Issues:*</a:t>
            </a:r>
          </a:p>
          <a:p>
            <a:r>
              <a:t>- Challenge: Initial sync took 4+ hours</a:t>
            </a:r>
          </a:p>
          <a:p>
            <a:r>
              <a:t>- Impact: User frustration during rollout</a:t>
            </a:r>
          </a:p>
          <a:p>
            <a:r>
              <a:t>- Resolution: Files On-Demand + staged deployment</a:t>
            </a:r>
          </a:p>
          <a:p>
            <a:r>
              <a:t>- Lesson: Pre-stage sync before go-live</a:t>
            </a:r>
          </a:p>
          <a:p/>
          <a:p>
            <a:r>
              <a:t>**Recommendations for Future Enhancement:**</a:t>
            </a:r>
          </a:p>
          <a:p/>
          <a:p>
            <a:r>
              <a:t>*1. Power Platform:*</a:t>
            </a:r>
          </a:p>
          <a:p>
            <a:r>
              <a:t>- Power Apps for custom business apps</a:t>
            </a:r>
          </a:p>
          <a:p>
            <a:r>
              <a:t>- Power Automate for workflow automation</a:t>
            </a:r>
          </a:p>
          <a:p>
            <a:r>
              <a:t>- Power BI for business intelligence</a:t>
            </a:r>
          </a:p>
          <a:p>
            <a:r>
              <a:t>- Estimated value: $100K+ annually</a:t>
            </a:r>
          </a:p>
          <a:p/>
          <a:p>
            <a:r>
              <a:t>*2. Microsoft Viva:*</a:t>
            </a:r>
          </a:p>
          <a:p>
            <a:r>
              <a:t>- Employee experience platform</a:t>
            </a:r>
          </a:p>
          <a:p>
            <a:r>
              <a:t>- Viva Insights for productivity</a:t>
            </a:r>
          </a:p>
          <a:p>
            <a:r>
              <a:t>- Viva Learning for training</a:t>
            </a:r>
          </a:p>
          <a:p>
            <a:r>
              <a:t>- Viva Engage for communication</a:t>
            </a:r>
          </a:p>
          <a:p/>
          <a:p>
            <a:r>
              <a:t>*Transition:*</a:t>
            </a:r>
          </a:p>
          <a:p>
            <a:r>
              <a:t>"Let me walk you through how we're transitioning support to your team..."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*Support Transition - Complete Details:*</a:t>
            </a:r>
          </a:p>
          <a:p/>
          <a:p>
            <a:r>
              <a:t>**Hypercare Period Summary (30 Days Post-Go-Live):**</a:t>
            </a:r>
          </a:p>
          <a:p/>
          <a:p>
            <a:r>
              <a:t>*Daily Activities Completed:*</a:t>
            </a:r>
          </a:p>
          <a:p>
            <a:r>
              <a:t>- Morning health check (9 AM) - Service health review</a:t>
            </a:r>
          </a:p>
          <a:p>
            <a:r>
              <a:t>- M365 admin center monitoring</a:t>
            </a:r>
          </a:p>
          <a:p>
            <a:r>
              <a:t>- Teams call quality dashboard</a:t>
            </a:r>
          </a:p>
          <a:p>
            <a:r>
              <a:t>- User support ticket review</a:t>
            </a:r>
          </a:p>
          <a:p>
            <a:r>
              <a:t>- Evening status report</a:t>
            </a:r>
          </a:p>
          <a:p/>
          <a:p>
            <a:r>
              <a:t>*Issues Resolved During Hypercare:*</a:t>
            </a:r>
          </a:p>
          <a:p/>
          <a:p>
            <a:r>
              <a:t>Top Issue Categories:</a:t>
            </a:r>
          </a:p>
          <a:p>
            <a:r>
              <a:t>1. OneDrive sync conflicts (5 tickets)</a:t>
            </a:r>
          </a:p>
          <a:p>
            <a:r>
              <a:t>2. Teams audio quality (4 tickets)</a:t>
            </a:r>
          </a:p>
          <a:p>
            <a:r>
              <a:t>3. Outlook profile recreation (3 tickets)</a:t>
            </a:r>
          </a:p>
          <a:p>
            <a:r>
              <a:t>4. SharePoint permission questions (2 tickets)</a:t>
            </a:r>
          </a:p>
          <a:p>
            <a:r>
              <a:t>5. MFA setup assistance (1 ticket)</a:t>
            </a:r>
          </a:p>
          <a:p/>
          <a:p>
            <a:r>
              <a:t>*Knowledge Transfer Sessions Delivered:*</a:t>
            </a:r>
          </a:p>
          <a:p/>
          <a:p>
            <a:r>
              <a:t>| Session | Date | Attendees | Duration |</a:t>
            </a:r>
          </a:p>
          <a:p>
            <a:r>
              <a:t>|---------|------|-----------|----------|</a:t>
            </a:r>
          </a:p>
          <a:p>
            <a:r>
              <a:t>| Exchange Online Admin | Week 1 | 4 IT staff | 3 hours |</a:t>
            </a:r>
          </a:p>
          <a:p>
            <a:r>
              <a:t>| SharePoint Admin | Week 2 | 4 IT staff | 3 hours |</a:t>
            </a:r>
          </a:p>
          <a:p>
            <a:r>
              <a:t>| Teams Admin &amp; QoS | Week 2 | 4 IT staff | 2 hours |</a:t>
            </a:r>
          </a:p>
          <a:p>
            <a:r>
              <a:t>| Defender for O365 | Week 3 | Security team | 2 hours |</a:t>
            </a:r>
          </a:p>
          <a:p>
            <a:r>
              <a:t>| Purview DLP &amp; Retention | Week 3 | Compliance | 2 hours |</a:t>
            </a:r>
          </a:p>
          <a:p>
            <a:r>
              <a:t>| Intune MDM | Week 4 | IT staff | 2 hours |</a:t>
            </a:r>
          </a:p>
          <a:p/>
          <a:p>
            <a:r>
              <a:t>**Steady State Support Model:**</a:t>
            </a:r>
          </a:p>
          <a:p/>
          <a:p>
            <a:r>
              <a:t>*What Client Team Handles (L1/L2):*</a:t>
            </a:r>
          </a:p>
          <a:p>
            <a:r>
              <a:t>- User provisioning and licensing</a:t>
            </a:r>
          </a:p>
          <a:p>
            <a:r>
              <a:t>- Password resets and MFA enrollment</a:t>
            </a:r>
          </a:p>
          <a:p>
            <a:r>
              <a:t>- Basic Teams/SharePoint questions</a:t>
            </a:r>
          </a:p>
          <a:p>
            <a:r>
              <a:t>- Distribution group management</a:t>
            </a:r>
          </a:p>
          <a:p>
            <a:r>
              <a:t>- Monthly usage reporting</a:t>
            </a:r>
          </a:p>
          <a:p/>
          <a:p>
            <a:r>
              <a:t>*When to Escalate (L3/L4):*</a:t>
            </a:r>
          </a:p>
          <a:p>
            <a:r>
              <a:t>- Conditional Access policy changes</a:t>
            </a:r>
          </a:p>
          <a:p>
            <a:r>
              <a:t>- Security incident investigation</a:t>
            </a:r>
          </a:p>
          <a:p>
            <a:r>
              <a:t>- Performance degradation</a:t>
            </a:r>
          </a:p>
          <a:p>
            <a:r>
              <a:t>- Migration of additional workloads</a:t>
            </a:r>
          </a:p>
          <a:p>
            <a:r>
              <a:t>- Advanced troubleshooting</a:t>
            </a:r>
          </a:p>
          <a:p/>
          <a:p>
            <a:r>
              <a:t>**Monthly Operational Tasks:**</a:t>
            </a:r>
          </a:p>
          <a:p>
            <a:r>
              <a:t>- Week 1: License utilization review</a:t>
            </a:r>
          </a:p>
          <a:p>
            <a:r>
              <a:t>- Week 2: Security posture check</a:t>
            </a:r>
          </a:p>
          <a:p>
            <a:r>
              <a:t>- Week 3: Usage analytics review</a:t>
            </a:r>
          </a:p>
          <a:p>
            <a:r>
              <a:t>- Week 4: Cost optimization analysis</a:t>
            </a:r>
          </a:p>
          <a:p/>
          <a:p>
            <a:r>
              <a:t>*Transition:*</a:t>
            </a:r>
          </a:p>
          <a:p>
            <a:r>
              <a:t>"Let me acknowledge the team that made this possible and outline next steps..."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*Acknowledgments - Recognize Key Contributors:*</a:t>
            </a:r>
          </a:p>
          <a:p/>
          <a:p>
            <a:r>
              <a:t>**Client Team Recognition:**</a:t>
            </a:r>
          </a:p>
          <a:p/>
          <a:p>
            <a:r>
              <a:t>*Executive Sponsor - [Name]:*</a:t>
            </a:r>
          </a:p>
          <a:p>
            <a:r>
              <a:t>- Championed digital workplace transformation</a:t>
            </a:r>
          </a:p>
          <a:p>
            <a:r>
              <a:t>- Secured budget approval</a:t>
            </a:r>
          </a:p>
          <a:p>
            <a:r>
              <a:t>- Drove adoption messaging from leadership</a:t>
            </a:r>
          </a:p>
          <a:p>
            <a:r>
              <a:t>- Overcame organizational resistance</a:t>
            </a:r>
          </a:p>
          <a:p/>
          <a:p>
            <a:r>
              <a:t>*IT Lead - [Name]:*</a:t>
            </a:r>
          </a:p>
          <a:p>
            <a:r>
              <a:t>- Managed hybrid Exchange configuration</a:t>
            </a:r>
          </a:p>
          <a:p>
            <a:r>
              <a:t>- Azure AD Connect deployment</a:t>
            </a:r>
          </a:p>
          <a:p>
            <a:r>
              <a:t>- Network optimization for Teams</a:t>
            </a:r>
          </a:p>
          <a:p>
            <a:r>
              <a:t>- 24/7 availability during migrations</a:t>
            </a:r>
          </a:p>
          <a:p/>
          <a:p>
            <a:r>
              <a:t>*Business Lead - [Name]:*</a:t>
            </a:r>
          </a:p>
          <a:p>
            <a:r>
              <a:t>- Coordinated departmental wave planning</a:t>
            </a:r>
          </a:p>
          <a:p>
            <a:r>
              <a:t>- Identified pilot users and champions</a:t>
            </a:r>
          </a:p>
          <a:p>
            <a:r>
              <a:t>- Drove training completion</a:t>
            </a:r>
          </a:p>
          <a:p>
            <a:r>
              <a:t>- Collected user feedback</a:t>
            </a:r>
          </a:p>
          <a:p/>
          <a:p>
            <a:r>
              <a:t>*Champions Network (25 members):*</a:t>
            </a:r>
          </a:p>
          <a:p>
            <a:r>
              <a:t>- Peer support within departments</a:t>
            </a:r>
          </a:p>
          <a:p>
            <a:r>
              <a:t>- Adoption best practice sharing</a:t>
            </a:r>
          </a:p>
          <a:p>
            <a:r>
              <a:t>- Issue escalation and feedback</a:t>
            </a:r>
          </a:p>
          <a:p>
            <a:r>
              <a:t>- Ongoing training support</a:t>
            </a:r>
          </a:p>
          <a:p/>
          <a:p>
            <a:r>
              <a:t>**Immediate Next Steps (This Week):**</a:t>
            </a:r>
          </a:p>
          <a:p/>
          <a:p>
            <a:r>
              <a:t>| Task | Owner | Due Date |</a:t>
            </a:r>
          </a:p>
          <a:p>
            <a:r>
              <a:t>|------|-------|----------|</a:t>
            </a:r>
          </a:p>
          <a:p>
            <a:r>
              <a:t>| Final documentation handover | PM | [Date] |</a:t>
            </a:r>
          </a:p>
          <a:p>
            <a:r>
              <a:t>| Archive project SharePoint | PM | [Date] |</a:t>
            </a:r>
          </a:p>
          <a:p>
            <a:r>
              <a:t>| License true-up validation | IT | [Date] |</a:t>
            </a:r>
          </a:p>
          <a:p>
            <a:r>
              <a:t>| Decommissioning planning | IT | Ongoing |</a:t>
            </a:r>
          </a:p>
          <a:p/>
          <a:p>
            <a:r>
              <a:t>**30-Day Next Steps:**</a:t>
            </a:r>
          </a:p>
          <a:p/>
          <a:p>
            <a:r>
              <a:t>| Task | Owner | Due Date |</a:t>
            </a:r>
          </a:p>
          <a:p>
            <a:r>
              <a:t>|------|-------|----------|</a:t>
            </a:r>
          </a:p>
          <a:p>
            <a:r>
              <a:t>| First monthly health check | IT | [Date+30] |</a:t>
            </a:r>
          </a:p>
          <a:p>
            <a:r>
              <a:t>| License optimization review | Finance | [Date+30] |</a:t>
            </a:r>
          </a:p>
          <a:p>
            <a:r>
              <a:t>| User satisfaction survey | PM | [Date+30] |</a:t>
            </a:r>
          </a:p>
          <a:p>
            <a:r>
              <a:t>| Identify expansion opportunities | Business | [Date+30] |</a:t>
            </a:r>
          </a:p>
          <a:p/>
          <a:p>
            <a:r>
              <a:t>**Quarterly Planning:**</a:t>
            </a:r>
          </a:p>
          <a:p/>
          <a:p>
            <a:r>
              <a:t>*Power Platform Pilot:*</a:t>
            </a:r>
          </a:p>
          <a:p>
            <a:r>
              <a:t>- Identify 2-3 business process automation opportunities</a:t>
            </a:r>
          </a:p>
          <a:p>
            <a:r>
              <a:t>- Power Apps for departmental needs</a:t>
            </a:r>
          </a:p>
          <a:p>
            <a:r>
              <a:t>- Power Automate for workflow automation</a:t>
            </a:r>
          </a:p>
          <a:p/>
          <a:p>
            <a:r>
              <a:t>*Microsoft Viva Evaluation:*</a:t>
            </a:r>
          </a:p>
          <a:p>
            <a:r>
              <a:t>- Viva Insights for manager productivity coaching</a:t>
            </a:r>
          </a:p>
          <a:p>
            <a:r>
              <a:t>- Viva Learning integration with existing LMS</a:t>
            </a:r>
          </a:p>
          <a:p>
            <a:r>
              <a:t>- Budget planning for FY25</a:t>
            </a:r>
          </a:p>
          <a:p/>
          <a:p>
            <a:r>
              <a:t>*Transition:*</a:t>
            </a:r>
          </a:p>
          <a:p>
            <a:r>
              <a:t>"Thank you for your partnership on this project. Let me open the floor for questions..."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*Closing and Q&amp;A Preparation:*</a:t>
            </a:r>
          </a:p>
          <a:p/>
          <a:p>
            <a:r>
              <a:t>**Closing Statement:**</a:t>
            </a:r>
          </a:p>
          <a:p>
            <a:r>
              <a:t>"Thank you for your partnership throughout this digital workplace transformation. We've successfully deployed Microsoft 365 E5 for 500 users, enabling modern collaboration with Teams, SharePoint, and OneDrive while implementing enterprise-grade security with Defender and Purview.</a:t>
            </a:r>
          </a:p>
          <a:p/>
          <a:p>
            <a:r>
              <a:t>I want to open the floor for questions. We have [time] remaining."</a:t>
            </a:r>
          </a:p>
          <a:p/>
          <a:p>
            <a:r>
              <a:t>**Anticipated Questions and Prepared Answers:**</a:t>
            </a:r>
          </a:p>
          <a:p/>
          <a:p>
            <a:r>
              <a:t>*Q: What if we need to add more users?*</a:t>
            </a:r>
          </a:p>
          <a:p>
            <a:r>
              <a:t>A: M365 E5 licensing is per-user at $66.50/month. Simply add licenses and provision users. No infrastructure changes required. We can support thousands of additional users.</a:t>
            </a:r>
          </a:p>
          <a:p/>
          <a:p>
            <a:r>
              <a:t>*Q: How do we maintain security compliance?*</a:t>
            </a:r>
          </a:p>
          <a:p>
            <a:r>
              <a:t>A: Defender for Office 365 and Purview are continuously monitoring. Monthly security posture reviews are included in managed services. Quarterly compliance audits recommended.</a:t>
            </a:r>
          </a:p>
          <a:p/>
          <a:p>
            <a:r>
              <a:t>*Q: What about training for new employees?*</a:t>
            </a:r>
          </a:p>
          <a:p>
            <a:r>
              <a:t>A: Training materials are in SharePoint. Champions program provides peer support. Consider Microsoft Learning Pathways for self-service training.</a:t>
            </a:r>
          </a:p>
          <a:p/>
          <a:p>
            <a:r>
              <a:t>*Q: When can we use Copilot?*</a:t>
            </a:r>
          </a:p>
          <a:p>
            <a:r>
              <a:t>A: Microsoft Copilot for M365 is now available. E5 license is a prerequisite (which you have). Additional Copilot license is $30/user/month. We recommend a pilot with 50 users.</a:t>
            </a:r>
          </a:p>
          <a:p/>
          <a:p>
            <a:r>
              <a:t>*Q: What if Teams call quality degrades?*</a:t>
            </a:r>
          </a:p>
          <a:p>
            <a:r>
              <a:t>A: Teams admin center provides call quality analytics. ExpressRoute provides dedicated connectivity. QoS policies are configured on your network. Escalate to L3 if persistent issues.</a:t>
            </a:r>
          </a:p>
          <a:p/>
          <a:p>
            <a:r>
              <a:t>**Demo Offer:**</a:t>
            </a:r>
          </a:p>
          <a:p>
            <a:r>
              <a:t>"Would anyone like to see the M365 admin center, Teams analytics, or Defender security dashboard? I can show you real-time monitoring in action."</a:t>
            </a:r>
          </a:p>
          <a:p/>
          <a:p>
            <a:r>
              <a:t>**Final Closing:**</a:t>
            </a:r>
          </a:p>
          <a:p>
            <a:r>
              <a:t>"Thank you again for trusting our team with your workplace transformation. This M365 deployment positions [Client Name] for modern collaboration and continued innovation.</a:t>
            </a:r>
          </a:p>
          <a:p/>
          <a:p>
            <a:r>
              <a:t>Please don't hesitate to reach out to me or [Account Manager] if any questions arise. Have a great [rest of your day/afternoon]."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31079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21470" y="678433"/>
            <a:ext cx="4228856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Project Closeout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Microsoft 365 Enterprise Deployment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Manager | November 27,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Executive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Duration:</a:t>
            </a:r>
            <a:r>
              <a:t> 4 months, on schedule</a:t>
            </a:r>
          </a:p>
          <a:p>
            <a:pPr/>
            <a:r>
              <a:rPr b="1"/>
              <a:t>Budget:</a:t>
            </a:r>
            <a:r>
              <a:t> $465,744 Year 1 delivered on budget</a:t>
            </a:r>
          </a:p>
          <a:p>
            <a:pPr/>
            <a:r>
              <a:rPr b="1"/>
              <a:t>Go-Live Date:</a:t>
            </a:r>
            <a:r>
              <a:t> Week 15 as planned</a:t>
            </a:r>
          </a:p>
          <a:p>
            <a:pPr/>
            <a:r>
              <a:rPr b="1"/>
              <a:t>Migration:</a:t>
            </a:r>
            <a:r>
              <a:t> 500 users, 250GB email, 5TB files</a:t>
            </a:r>
          </a:p>
          <a:p>
            <a:pPr/>
            <a:r>
              <a:rPr b="1"/>
              <a:t>Teams Phone:</a:t>
            </a:r>
            <a:r>
              <a:t> 150 users with PSTN calling</a:t>
            </a:r>
          </a:p>
          <a:p>
            <a:pPr/>
            <a:r>
              <a:rPr b="1"/>
              <a:t>Security:</a:t>
            </a:r>
            <a:r>
              <a:t> Zero-trust with Defender &amp; Purview</a:t>
            </a:r>
          </a:p>
          <a:p>
            <a:pPr/>
            <a:r>
              <a:rPr b="1"/>
              <a:t>Adoption:</a:t>
            </a:r>
            <a:r>
              <a:t> 90%+ Teams active users Month 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365 Enterprise Deployment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Architecture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Microsoft 365 E5 Suite</a:t>
            </a:r>
          </a:p>
          <a:p>
            <a:pPr lvl="1"/>
            <a:r>
              <a:t>Exchange Online (100GB mailboxes)</a:t>
            </a:r>
          </a:p>
          <a:p>
            <a:pPr lvl="1"/>
            <a:r>
              <a:t>SharePoint, Teams, OneDrive</a:t>
            </a:r>
          </a:p>
          <a:p>
            <a:pPr lvl="1"/>
            <a:r>
              <a:t>Office desktop &amp; mobile apps</a:t>
            </a:r>
          </a:p>
          <a:p>
            <a:pPr/>
            <a:r>
              <a:rPr b="1"/>
              <a:t>Security &amp; Compliance</a:t>
            </a:r>
          </a:p>
          <a:p>
            <a:pPr lvl="1"/>
            <a:r>
              <a:t>Defender for Office 365</a:t>
            </a:r>
          </a:p>
          <a:p>
            <a:pPr lvl="1"/>
            <a:r>
              <a:t>Microsoft Purview DLP</a:t>
            </a:r>
          </a:p>
          <a:p>
            <a:pPr lvl="1"/>
            <a:r>
              <a:t>Intune MDM (500 devices)</a:t>
            </a:r>
          </a:p>
          <a:p>
            <a:pPr/>
            <a:r>
              <a:rPr b="1"/>
              <a:t>Enterprise Telephony</a:t>
            </a:r>
          </a:p>
          <a:p>
            <a:pPr lvl="1"/>
            <a:r>
              <a:t>Teams Phone (150 users)</a:t>
            </a:r>
          </a:p>
          <a:p>
            <a:pPr lvl="1"/>
            <a:r>
              <a:t>Audio Conferencing (200 users)</a:t>
            </a:r>
          </a:p>
          <a:p>
            <a:pPr lvl="1"/>
            <a:r>
              <a:t>PSTN calling with voicemail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365 Enterprise Deployment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Deliverables Inventory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919919"/>
                <a:gridCol w="217773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M365 Architecture Document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Tenant design, identity, security config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`/delivery/detailed-design.docx`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Implementation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Step-by-step deployment procedures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`/delivery/implementation-guide.docx`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Plan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Timeline, milestones, RACI matrix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`/delivery/project-plan.xlsx`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Security Configuration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Conditional Access, Defender, Purview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`/delivery/security-config.docx`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Migration Report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Email/file migration results,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`/delivery/migration-report.xlsx`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Operations Runbook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Admin procedures, troubleshooting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`/delivery/docs/runbook.md`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Training Materials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Quick guides, videos, FAQ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`/delivery/training/`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Champions Playbook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Adoption best practices by department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`/delivery/training/champions/`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365 Enterprise Deployment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Quality &amp;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Migration Metrics</a:t>
            </a:r>
          </a:p>
          <a:p>
            <a:pPr lvl="1"/>
            <a:r>
              <a:t>Email Migration: 100% (500/500 users)</a:t>
            </a:r>
          </a:p>
          <a:p>
            <a:pPr lvl="1"/>
            <a:r>
              <a:t>File Migration: 100% (5TB complete)</a:t>
            </a:r>
          </a:p>
          <a:p>
            <a:pPr lvl="1"/>
            <a:r>
              <a:t>Data Loss: Zero verified</a:t>
            </a:r>
          </a:p>
          <a:p>
            <a:pPr lvl="1"/>
            <a:r>
              <a:t>Downtime: &lt;2 hours total</a:t>
            </a:r>
          </a:p>
          <a:p>
            <a:pPr lvl="1"/>
            <a:r>
              <a:t>Hybrid Exchange: Seamless cutover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Adoption Metrics</a:t>
            </a:r>
          </a:p>
          <a:p>
            <a:pPr lvl="1"/>
            <a:r>
              <a:t>Teams Daily Active: 90%+ by Month 3</a:t>
            </a:r>
          </a:p>
          <a:p>
            <a:pPr lvl="1"/>
            <a:r>
              <a:t>SharePoint Site Usage: 75% depts</a:t>
            </a:r>
          </a:p>
          <a:p>
            <a:pPr lvl="1"/>
            <a:r>
              <a:t>OneDrive Sync: 85% of users</a:t>
            </a:r>
          </a:p>
          <a:p>
            <a:pPr lvl="1"/>
            <a:r>
              <a:t>MFA Enrollment: 100%</a:t>
            </a:r>
          </a:p>
          <a:p>
            <a:pPr lvl="1"/>
            <a:r>
              <a:t>Training Completion: 95%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365 Enterprise Deployment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Benefits Realized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1742186"/>
                <a:gridCol w="1742186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Business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Infrastructure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$220K capex avoided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$220K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No server refresh required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Security Incidents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75%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Defender threat protection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Email Attachment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75%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70%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Teams/SharePoint collaboration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IT Support Tickets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30%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35%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Self-service 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Productivity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10%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12%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Modern collaboration tools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System Availability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99.9% SLA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99.95% actual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Microsoft cloud reliability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365 Enterprise Deployment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Lessons Learned &amp; 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Worked Well</a:t>
            </a:r>
          </a:p>
          <a:p>
            <a:pPr lvl="1"/>
            <a:r>
              <a:t>Pilot-then-production reduced risk</a:t>
            </a:r>
          </a:p>
          <a:p>
            <a:pPr lvl="1"/>
            <a:r>
              <a:t>Champions program drove adoption</a:t>
            </a:r>
          </a:p>
          <a:p>
            <a:pPr lvl="1"/>
            <a:r>
              <a:t>Weekend migration windows</a:t>
            </a:r>
          </a:p>
          <a:p>
            <a:pPr lvl="1"/>
            <a:r>
              <a:t>Daily health check calls</a:t>
            </a:r>
          </a:p>
          <a:p>
            <a:pPr lvl="1"/>
            <a:r>
              <a:t>Executive sponsorship</a:t>
            </a:r>
          </a:p>
          <a:p>
            <a:pPr/>
            <a:r>
              <a:rPr b="1"/>
              <a:t>Challenges Overcome</a:t>
            </a:r>
          </a:p>
          <a:p>
            <a:pPr lvl="1"/>
            <a:r>
              <a:t>ExpressRoute provisioning timing</a:t>
            </a:r>
          </a:p>
          <a:p>
            <a:pPr lvl="1"/>
            <a:r>
              <a:t>Legacy app compatibility issues</a:t>
            </a:r>
          </a:p>
          <a:p>
            <a:pPr lvl="1"/>
            <a:r>
              <a:t>OneDrive sync initial setup</a:t>
            </a:r>
          </a:p>
          <a:p>
            <a:pPr lvl="1"/>
            <a:r>
              <a:t>Teams governance needs</a:t>
            </a:r>
          </a:p>
          <a:p>
            <a:pPr lvl="1"/>
            <a:r>
              <a:t>DLP policy tuning required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Recommendations</a:t>
            </a:r>
          </a:p>
          <a:p>
            <a:pPr lvl="1"/>
            <a:r>
              <a:t>Expand Power Platform adoption</a:t>
            </a:r>
          </a:p>
          <a:p>
            <a:pPr lvl="1"/>
            <a:r>
              <a:t>Implement Microsoft Viva</a:t>
            </a:r>
          </a:p>
          <a:p>
            <a:pPr lvl="1"/>
            <a:r>
              <a:t>Deploy Copilot when available</a:t>
            </a:r>
          </a:p>
          <a:p>
            <a:pPr lvl="1"/>
            <a:r>
              <a:t>Quarterly adoption reviews</a:t>
            </a:r>
          </a:p>
          <a:p>
            <a:pPr lvl="1"/>
            <a:r>
              <a:t>Annual security assessment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365 Enterprise Deployment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Support Transition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Hypercare Complete (30 days)</a:t>
            </a:r>
          </a:p>
          <a:p>
            <a:pPr lvl="1"/>
            <a:r>
              <a:t>Daily health checks completed</a:t>
            </a:r>
          </a:p>
          <a:p>
            <a:pPr lvl="1"/>
            <a:r>
              <a:t>15 minor issues resolved</a:t>
            </a:r>
          </a:p>
          <a:p>
            <a:pPr lvl="1"/>
            <a:r>
              <a:t>Knowledge transfer sessions done</a:t>
            </a:r>
          </a:p>
          <a:p>
            <a:pPr lvl="1"/>
            <a:r>
              <a:t>Runbook procedures validated</a:t>
            </a:r>
          </a:p>
          <a:p>
            <a:pPr lvl="1"/>
            <a:r>
              <a:t>Admin team fully certified</a:t>
            </a:r>
          </a:p>
          <a:p>
            <a:pPr/>
            <a:r>
              <a:rPr b="1"/>
              <a:t>Steady State Support</a:t>
            </a:r>
          </a:p>
          <a:p>
            <a:pPr lvl="1"/>
            <a:r>
              <a:t>24/7 M365 monitoring</a:t>
            </a:r>
          </a:p>
          <a:p>
            <a:pPr lvl="1"/>
            <a:r>
              <a:t>Monthly license optimization</a:t>
            </a:r>
          </a:p>
          <a:p>
            <a:pPr lvl="1"/>
            <a:r>
              <a:t>Quarterly security reviews</a:t>
            </a:r>
          </a:p>
          <a:p>
            <a:pPr lvl="1"/>
            <a:r>
              <a:t>Annual adoption assessments</a:t>
            </a:r>
          </a:p>
          <a:p>
            <a:pPr lvl="1"/>
            <a:r>
              <a:t>Microsoft Premier Support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Escalation Path</a:t>
            </a:r>
          </a:p>
          <a:p>
            <a:pPr lvl="1"/>
            <a:r>
              <a:t>L1: Internal IT Help Desk</a:t>
            </a:r>
          </a:p>
          <a:p>
            <a:pPr lvl="1"/>
            <a:r>
              <a:t>L2: M365 Admin Team</a:t>
            </a:r>
          </a:p>
          <a:p>
            <a:pPr lvl="1"/>
            <a:r>
              <a:t>L3: Managed Services Provider</a:t>
            </a:r>
          </a:p>
          <a:p>
            <a:pPr lvl="1"/>
            <a:r>
              <a:t>L4: Microsoft Premier Support</a:t>
            </a:r>
          </a:p>
          <a:p>
            <a:pPr lvl="1"/>
            <a:r>
              <a:t>Executive: Account Manager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365 Enterprise Deployment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Acknowledgments &amp; 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Executive sponsors for securing budget and driving adoption</a:t>
            </a:r>
          </a:p>
          <a:p>
            <a:pPr/>
            <a:r>
              <a:t>IT team for Azure AD, Exchange, and network preparation</a:t>
            </a:r>
          </a:p>
          <a:p>
            <a:pPr/>
            <a:r>
              <a:t>Department champions for peer support and training</a:t>
            </a:r>
          </a:p>
          <a:p>
            <a:pPr/>
            <a:r>
              <a:t>All 500 users for embracing new collaboration tools</a:t>
            </a:r>
          </a:p>
          <a:p>
            <a:pPr/>
            <a:r>
              <a:rPr b="1"/>
              <a:t>This Week:</a:t>
            </a:r>
            <a:r>
              <a:t> Final documentation handover, archive project artifacts</a:t>
            </a:r>
          </a:p>
          <a:p>
            <a:pPr/>
            <a:r>
              <a:rPr b="1"/>
              <a:t>Next 30 Days:</a:t>
            </a:r>
            <a:r>
              <a:t> First monthly health check, license optimization review</a:t>
            </a:r>
          </a:p>
          <a:p>
            <a:pPr/>
            <a:r>
              <a:rPr b="1"/>
              <a:t>Next Quarter:</a:t>
            </a:r>
            <a:r>
              <a:t> Power Platform pilot, Viva evaluation, security assessment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365 Enterprise Deployment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86</cp:revision>
  <dcterms:created xsi:type="dcterms:W3CDTF">2025-11-01T21:16:10Z</dcterms:created>
  <dcterms:modified xsi:type="dcterms:W3CDTF">2025-11-27T20:15:42Z</dcterms:modified>
</cp:coreProperties>
</file>