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7: Why This Solution?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5466"/>
                <a:gridCol w="4355467"/>
              </a:tblGrid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8: Business Value - Financial Impact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3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5466"/>
                <a:gridCol w="4355467"/>
              </a:tblGrid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Slide 11: Risk Mitigation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644"/>
                <a:gridCol w="2903644"/>
                <a:gridCol w="2903645"/>
              </a:tblGrid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