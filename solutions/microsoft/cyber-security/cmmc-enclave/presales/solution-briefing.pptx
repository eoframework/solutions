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Additional Scope Parameters (not displayed on slide):</a:t>
            </a:r>
          </a:p>
          <a:p/>
          <a:p>
            <a:r>
              <a:t>• Azure Gov Resources: 5 VMs 2TB storage VNet ExpressRoute</a:t>
            </a:r>
          </a:p>
          <a:p>
            <a:r>
              <a:t>• Assessment Timeline: Month 6 C3PAO assessment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Microsoft CMMC GCC High Enclave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24,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Win $2M+ DoD contracts requiring CMMC Level 2 certification for CUI handling</a:t>
            </a:r>
          </a:p>
          <a:p>
            <a:pPr lvl="1"/>
            <a:r>
              <a:t>Achieve CMMC certification in 6 months vs 18 months for traditional on-premises approach</a:t>
            </a:r>
          </a:p>
          <a:p>
            <a:pPr lvl="1"/>
            <a:r>
              <a:t>Eliminate $500K+ capex investment required for physical datacenter CMMC enclave infrastructure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CMMC Level 2 certification achieved within 6 months enabling DoD contract awards</a:t>
            </a:r>
          </a:p>
          <a:p>
            <a:pPr lvl="1"/>
            <a:r>
              <a:t>95%+ NIST 800-171 controls automated through Microsoft GCC High platform</a:t>
            </a:r>
          </a:p>
          <a:p>
            <a:pPr lvl="1"/>
            <a:r>
              <a:t>70% reduction in compliance costs compared to building and maintaining on-premises CMMC enclave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CMMC Level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Level 2 (Advanced Cyber Hygiene)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Sentinel Capacity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100GB/month log ingestion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NIST 800-171 Controls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110 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Defender Coverage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All Azure resources and M365 workloads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CUI User Count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 users accessing CUI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Authentication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CAC/PIV smart card with MFA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roles (CUI processor admin reviewer)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Identity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Azure AD GCC High with SSO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M365 Tenant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GCC High (FedRAMP High)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Data Encryption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FIPS 140-2 encryption at rest and transit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M365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Exchange SharePoint Teams OneDrive Purview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99.9% (GCC High SLA)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Email Migration Volume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 GB total mailbox data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Azure Gov + M365 GCC High hybrid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File Migration Volume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 GB SharePoint and OneDrive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Regions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Single Azure Gov region (us-gov-virginia)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Microsoft 365 GCC High</a:t>
            </a:r>
          </a:p>
          <a:p>
            <a:pPr lvl="1"/>
            <a:r>
              <a:t>Exchange Online GCC High for CUI email with 10-year archiving and eDiscovery</a:t>
            </a:r>
          </a:p>
          <a:p>
            <a:pPr lvl="1"/>
            <a:r>
              <a:t>SharePoint Online and Teams for secure CUI collaboration meeting CMMC requirements</a:t>
            </a:r>
          </a:p>
          <a:p>
            <a:pPr lvl="1"/>
            <a:r>
              <a:t>Microsoft Purview for data loss prevention information protection and retention policies</a:t>
            </a:r>
          </a:p>
          <a:p>
            <a:pPr/>
            <a:r>
              <a:rPr b="1"/>
              <a:t>Azure Government Cloud</a:t>
            </a:r>
          </a:p>
          <a:p>
            <a:pPr lvl="1"/>
            <a:r>
              <a:t>FedRAMP High authorized infrastructure for CUI workload hosting with NIST 800-171 compliance</a:t>
            </a:r>
          </a:p>
          <a:p>
            <a:pPr lvl="1"/>
            <a:r>
              <a:t>Sentinel SIEM with 100GB/month ingestion for security monitoring and incident response</a:t>
            </a:r>
          </a:p>
          <a:p>
            <a:pPr lvl="1"/>
            <a:r>
              <a:t>Defender for Cloud with CMMC compliance posture management and automated remediation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7" name="Picture 6" descr="eo-framework-logo-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Assessment &amp; Design (Months 1-2)</a:t>
            </a:r>
          </a:p>
          <a:p>
            <a:pPr lvl="1"/>
            <a:r>
              <a:t>Conduct NIST 800-171 gap assessment and document current SPRS score baseline</a:t>
            </a:r>
          </a:p>
          <a:p>
            <a:pPr lvl="1"/>
            <a:r>
              <a:t>Design GCC High tenant architecture with Azure Government hybrid connectivity</a:t>
            </a:r>
          </a:p>
          <a:p>
            <a:pPr lvl="1"/>
            <a:r>
              <a:t>Plan identity federation with CAC/PIV smart card authentication and conditional access policies</a:t>
            </a:r>
          </a:p>
          <a:p>
            <a:pPr/>
            <a:r>
              <a:rPr b="1"/>
              <a:t>Phase 2: Implementation &amp; Migration (Months 3-4)</a:t>
            </a:r>
          </a:p>
          <a:p>
            <a:pPr lvl="1"/>
            <a:r>
              <a:t>Deploy M365 GCC High tenant and migrate email SharePoint and Teams data from commercial environment</a:t>
            </a:r>
          </a:p>
          <a:p>
            <a:pPr lvl="1"/>
            <a:r>
              <a:t>Configure Azure Government infrastructure with VMs storage networking and security controls</a:t>
            </a:r>
          </a:p>
          <a:p>
            <a:pPr lvl="1"/>
            <a:r>
              <a:t>Implement Sentinel SIEM with security playbooks and integrate Defender for Cloud CMMC compliance monitoring</a:t>
            </a:r>
          </a:p>
          <a:p>
            <a:pPr/>
            <a:r>
              <a:rPr b="1"/>
              <a:t>Phase 3: CMMC Preparation (Months 5-6)</a:t>
            </a:r>
          </a:p>
          <a:p>
            <a:pPr lvl="1"/>
            <a:r>
              <a:t>Complete NIST 800-171 control implementation and validation against CMMC Level 2 requirements</a:t>
            </a:r>
          </a:p>
          <a:p>
            <a:pPr lvl="1"/>
            <a:r>
              <a:t>Conduct internal compliance audit and remediate any gaps identified in CMMC assessment preparation</a:t>
            </a:r>
          </a:p>
          <a:p>
            <a:pPr lvl="1"/>
            <a:r>
              <a:t>Engage C3PAO for official CMMC Level 2 assessment and certification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Assessment &amp; Design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NIST 800-171 gap analysis completed, GCC High architecture approved, CAC/PIV authentication designed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Implementation &amp;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M365 GCC High tenant deployed, Email and collaboration migrated, Azure Government workloads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CMMC Preparation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All 110 NIST 800-171 controls implemented, C3PAO assessment completed, CMMC Level 2 certification achieved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Defense Manufacturing Contractor</a:t>
            </a:r>
          </a:p>
          <a:p>
            <a:pPr lvl="1"/>
            <a:r>
              <a:rPr b="1"/>
              <a:t>Client:</a:t>
            </a:r>
            <a:r>
              <a:t> Mid-sized defense manufacturer pursuing $8M DoD contract requiring CMMC Level 2 for CUI handling across 75 engineering users</a:t>
            </a:r>
          </a:p>
          <a:p>
            <a:pPr lvl="1"/>
            <a:r>
              <a:rPr b="1"/>
              <a:t>Challenge:</a:t>
            </a:r>
            <a:r>
              <a:t> Previous on-premises CMMC enclave approach stalled after 14 months and $680K investment with only 60% NIST 800-171 controls implemented. Contract award delayed pending certification.</a:t>
            </a:r>
          </a:p>
          <a:p>
            <a:pPr lvl="1"/>
            <a:r>
              <a:rPr b="1"/>
              <a:t>Solution:</a:t>
            </a:r>
            <a:r>
              <a:t> Migrated to Microsoft 365 GCC High and Azure Government with Sentinel SIEM and Defender for Cloud. Implemented CAC/PIV authentication and automated 95% of CMMC controls through platform configuration.</a:t>
            </a:r>
          </a:p>
          <a:p>
            <a:pPr lvl="1"/>
            <a:r>
              <a:rPr b="1"/>
              <a:t>Results:</a:t>
            </a:r>
            <a:r>
              <a:t> CMMC Level 2 certification achieved in 5.5 months at total cost of $242K (64% savings). DoD contract awarded immediately upon certification. 85% reduction in ongoing compliance management effort through automated monitoring.</a:t>
            </a:r>
          </a:p>
          <a:p>
            <a:pPr lvl="1"/>
            <a:r>
              <a:rPr b="1"/>
              <a:t>Testimonial:</a:t>
            </a:r>
            <a:r>
              <a:t> "Microsoft GCC High transformed our CMMC journey from an impossible on-premises project to a successful certification in under 6 months. The automated compliance controls and FedRAMP High authorization gave our C3PAO confidence in our security posture." — </a:t>
            </a:r>
            <a:r>
              <a:rPr b="1"/>
              <a:t>James Mitchell</a:t>
            </a:r>
            <a:r>
              <a:t>, VP of Engineering &amp; Compliance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15+ years delivering Microsoft Government Cloud solutions with proven CMMC expertise</a:t>
            </a:r>
          </a:p>
          <a:p>
            <a:pPr lvl="1"/>
            <a:r>
              <a:t>30+ successful GCC High implementations for defense contractors and DoD suppliers</a:t>
            </a:r>
          </a:p>
          <a:p>
            <a:pPr lvl="1"/>
            <a:r>
              <a:t>Microsoft Gold Partner with Advanced Specialization in Identity and Threat Protection</a:t>
            </a:r>
          </a:p>
          <a:p>
            <a:pPr lvl="1"/>
            <a:r>
              <a:t>C3PAO relationships and CMMC assessment preparation experience across all levels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CMMC compliance templates accelerate NIST 800-171 implementation</a:t>
            </a:r>
          </a:p>
          <a:p>
            <a:pPr lvl="1"/>
            <a:r>
              <a:t>Proven migration methodology reduces risk and business disruption during GCC High transition</a:t>
            </a:r>
          </a:p>
          <a:p>
            <a:pPr lvl="1"/>
            <a:r>
              <a:t>Direct Microsoft Government support through partner network for escalations</a:t>
            </a:r>
          </a:p>
          <a:p>
            <a:pPr lvl="1"/>
            <a:r>
              <a:t>Best practices from 30+ CMMC certifications avoid common assessment pitfalls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$47,640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$47,640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$47,640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$47,640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$142,920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$87,600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$87,600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$87,600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$87,600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$262,800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$153,240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$153,240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$153,240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$153,240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$459,720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CMMC compliance program and GCC High migration by [specific date]</a:t>
            </a:r>
          </a:p>
          <a:p>
            <a:pPr/>
            <a:r>
              <a:rPr b="1"/>
              <a:t>Kickoff:</a:t>
            </a:r>
            <a:r>
              <a:t> Target NIST 800-171 gap assessment start within 2 weeks of approval</a:t>
            </a:r>
          </a:p>
          <a:p>
            <a:pPr/>
            <a:r>
              <a:rPr b="1"/>
              <a:t>Team Formation:</a:t>
            </a:r>
            <a:r>
              <a:t> Identify ISSO/ISSM technical lead and security team for compliance program</a:t>
            </a:r>
          </a:p>
          <a:p>
            <a:pPr/>
            <a:r>
              <a:rPr b="1"/>
              <a:t>Week 1-2:</a:t>
            </a:r>
            <a:r>
              <a:t> Contract finalization and GCC High tenant provisioning request submitted to Microsoft</a:t>
            </a:r>
          </a:p>
          <a:p>
            <a:pPr/>
            <a:r>
              <a:rPr b="1"/>
              <a:t>Week 3-4:</a:t>
            </a:r>
            <a:r>
              <a:t> Gap assessment fieldwork and architecture design sessions conducted with security and IT teams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Microsoft CMMC GCC High Enclave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