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3" name="Image 0" descr="/home/claude/eo-framework-logo.png">
            <a:extLst>
              <a:ext uri="{FF2B5EF4-FFF2-40B4-BE49-F238E27FC236}">
                <a16:creationId xmlns:a16="http://schemas.microsoft.com/office/drawing/2014/main" id="{25116040-BB88-891D-9118-628A78E998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pic>
        <p:nvPicPr>
          <p:cNvPr id="8" name="Image 0" descr="/home/claude/eo-framework-logo.png">
            <a:extLst>
              <a:ext uri="{FF2B5EF4-FFF2-40B4-BE49-F238E27FC236}">
                <a16:creationId xmlns:a16="http://schemas.microsoft.com/office/drawing/2014/main" id="{4B7035C6-0EF1-6BD3-318E-553D1AAD67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Solution Name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Presenter Name | November 15,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Deployment Acceleration</a:t>
            </a:r>
            <a:r>
              <a:t>: Achieved 60% faster deployment cycles with zero-downtime releases</a:t>
            </a:r>
          </a:p>
          <a:p>
            <a:pPr/>
            <a:r>
              <a:rPr b="1"/>
              <a:t>Infrastructure Automation</a:t>
            </a:r>
            <a:r>
              <a:t>: Automated 90% of network infrastructure provisioning and configuration</a:t>
            </a:r>
          </a:p>
          <a:p>
            <a:pPr/>
            <a:r>
              <a:rPr b="1"/>
              <a:t>Pipeline Integration</a:t>
            </a:r>
            <a:r>
              <a:t>: Integrated Cisco network automation with enterprise CI/CD workflows</a:t>
            </a:r>
          </a:p>
          <a:p>
            <a:pPr/>
            <a:r>
              <a:rPr b="1"/>
              <a:t>Cost Optimization</a:t>
            </a:r>
            <a:r>
              <a:t>: Delivered 45% reduction in deployment and infrastructure management costs</a:t>
            </a:r>
          </a:p>
          <a:p>
            <a:pPr/>
            <a:r>
              <a:rPr b="1"/>
              <a:t>Network-First DevOps</a:t>
            </a:r>
            <a:r>
              <a:t>: Pioneered network-centric DevOps approach with Cisco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Primary Business Outcomes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Integration</a:t>
            </a:r>
            <a:r>
              <a:t>: Seamless integration of network provisioning with application deployment</a:t>
            </a:r>
          </a:p>
          <a:p>
            <a:pPr/>
            <a:r>
              <a:rPr b="1"/>
              <a:t>Infrastructure as Code</a:t>
            </a:r>
            <a:r>
              <a:t>: 90% of network infrastructure now managed through code</a:t>
            </a:r>
          </a:p>
          <a:p>
            <a:pPr/>
            <a:r>
              <a:rPr b="1"/>
              <a:t>Deployment Speed</a:t>
            </a:r>
            <a:r>
              <a:t>: 60% reduction in end-to-end deployment time including network configuration</a:t>
            </a:r>
          </a:p>
          <a:p>
            <a:pPr/>
            <a:r>
              <a:rPr b="1"/>
              <a:t>Zero-Touch Deployment</a:t>
            </a:r>
            <a:r>
              <a:t>: Automated network and application deployment with minimal manual intervention</a:t>
            </a:r>
          </a:p>
          <a:p>
            <a:pPr/>
            <a:r>
              <a:rPr b="1"/>
              <a:t>Environment Consistency</a:t>
            </a:r>
            <a:r>
              <a:t>: Identical network configurations across development, test, and production</a:t>
            </a:r>
          </a:p>
          <a:p>
            <a:pPr/>
            <a:r>
              <a:rPr b="1"/>
              <a:t>Cost Reduction</a:t>
            </a:r>
            <a:r>
              <a:t>: 45% reduction in total deployment and infrastructure management costs</a:t>
            </a:r>
          </a:p>
          <a:p>
            <a:pPr/>
            <a:r>
              <a:rPr b="1"/>
              <a:t>Resource Optimization</a:t>
            </a:r>
            <a:r>
              <a:t>: 50% improvement in network engineering team productivity</a:t>
            </a:r>
          </a:p>
          <a:p>
            <a:pPr/>
            <a:r>
              <a:rPr b="1"/>
              <a:t>Infrastructure Savings</a:t>
            </a:r>
            <a:r>
              <a:t>: 40% reduction in manual network configuration effort</a:t>
            </a:r>
          </a:p>
          <a:p>
            <a:pPr/>
            <a:r>
              <a:rPr b="1"/>
              <a:t>Downtime Prevention</a:t>
            </a:r>
            <a:r>
              <a:t>: Prevented $2.1M in potential network-related downtime costs</a:t>
            </a:r>
          </a:p>
          <a:p>
            <a:pPr/>
            <a:r>
              <a:rPr b="1"/>
              <a:t>Tool Consolidation</a:t>
            </a:r>
            <a:r>
              <a:t>: 35% reduction in DevOps tool licensing through Cisco integration</a:t>
            </a:r>
          </a:p>
          <a:p>
            <a:pPr/>
            <a:r>
              <a:rPr b="1"/>
              <a:t>Network Automation</a:t>
            </a:r>
            <a:r>
              <a:t>: 90% of network operations now automated through CI/CD pipelines</a:t>
            </a:r>
          </a:p>
          <a:p>
            <a:pPr/>
            <a:r>
              <a:rPr b="1"/>
              <a:t>Configuration Management</a:t>
            </a:r>
            <a:r>
              <a:t>: Centralized network configuration management with version control</a:t>
            </a:r>
          </a:p>
          <a:p>
            <a:pPr/>
            <a:r>
              <a:rPr b="1"/>
              <a:t>Monitoring Integration</a:t>
            </a:r>
            <a:r>
              <a:t>: Real-time network monitoring integrated with application performance</a:t>
            </a:r>
          </a:p>
          <a:p>
            <a:pPr/>
            <a:r>
              <a:rPr b="1"/>
              <a:t>Self-Healing Networks</a:t>
            </a:r>
            <a:r>
              <a:t>: Automated network issue detection and remediation</a:t>
            </a:r>
          </a:p>
          <a:p>
            <a:pPr/>
            <a:r>
              <a:rPr b="1"/>
              <a:t>Compliance Automation</a:t>
            </a:r>
            <a:r>
              <a:t>: Automated network security and compliance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Architecture Delivered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Picture Placeholder 3"/>
          <p:cNvSpPr>
            <a:spLocks noGrp="1"/>
          </p:cNvSpPr>
          <p:nvPr>
            <p:ph type="pic" idx="15" sz="quarter"/>
          </p:nvPr>
        </p:nvSpPr>
        <p:spPr/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Cisco DNA Center</a:t>
            </a:r>
            <a:r>
              <a:t>: Software-defined network management and automation</a:t>
            </a:r>
          </a:p>
          <a:p>
            <a:pPr/>
            <a:r>
              <a:rPr b="1"/>
              <a:t>Cisco NSO (Network Services Orchestrator)</a:t>
            </a:r>
            <a:r>
              <a:t>: Network service orchestration and automation</a:t>
            </a:r>
          </a:p>
          <a:p>
            <a:pPr/>
            <a:r>
              <a:rPr b="1"/>
              <a:t>Cisco ACI (Application Centric Infrastructure)</a:t>
            </a:r>
            <a:r>
              <a:t>: Policy-based automation for data center</a:t>
            </a:r>
          </a:p>
          <a:p>
            <a:pPr/>
            <a:r>
              <a:rPr b="1"/>
              <a:t>Cisco Intersight</a:t>
            </a:r>
            <a:r>
              <a:t>: Cloud-based infrastructure management platform</a:t>
            </a:r>
          </a:p>
          <a:p>
            <a:pPr/>
            <a:r>
              <a:rPr b="1"/>
              <a:t>Cisco DevNet</a:t>
            </a:r>
            <a:r>
              <a:t>: Developer tools and APIs for network automation</a:t>
            </a:r>
          </a:p>
          <a:p>
            <a:pPr/>
            <a:r>
              <a:rPr b="1"/>
              <a:t>GitLab Enterprise</a:t>
            </a:r>
            <a:r>
              <a:t>: Source code management with Cisco automation integration</a:t>
            </a:r>
          </a:p>
          <a:p>
            <a:pPr/>
            <a:r>
              <a:rPr b="1"/>
              <a:t>Jenkins</a:t>
            </a:r>
            <a:r>
              <a:t>: Build automation with Cisco network provisioning plugins</a:t>
            </a:r>
          </a:p>
          <a:p>
            <a:pPr/>
            <a:r>
              <a:rPr b="1"/>
              <a:t>Ansible</a:t>
            </a:r>
            <a:r>
              <a:t>: Configuration management with Cisco modules and playbooks</a:t>
            </a:r>
          </a:p>
          <a:p>
            <a:pPr/>
            <a:r>
              <a:rPr b="1"/>
              <a:t>Terraform</a:t>
            </a:r>
            <a:r>
              <a:t>: Infrastructure as Code with Cisco provider plugins</a:t>
            </a:r>
          </a:p>
          <a:p>
            <a:pPr/>
            <a:r>
              <a:rPr b="1"/>
              <a:t>Docker/Kubernetes</a:t>
            </a:r>
            <a:r>
              <a:t>: Containerized applications with Cisco CNI integration</a:t>
            </a:r>
          </a:p>
          <a:p>
            <a:pPr/>
            <a:r>
              <a:rPr b="1"/>
              <a:t>NETCONF/YANG</a:t>
            </a:r>
            <a:r>
              <a:t>: Standardized network configuration and management</a:t>
            </a:r>
          </a:p>
          <a:p>
            <a:pPr/>
            <a:r>
              <a:rPr b="1"/>
              <a:t>REST APIs</a:t>
            </a:r>
            <a:r>
              <a:t>: Comprehensive API integration for all Cisco platforms</a:t>
            </a:r>
          </a:p>
          <a:p>
            <a:pPr/>
            <a:r>
              <a:rPr b="1"/>
              <a:t>Python SDK</a:t>
            </a:r>
            <a:r>
              <a:t>: Custom automation scripts using Cisco Python libraries</a:t>
            </a:r>
          </a:p>
          <a:p>
            <a:pPr/>
            <a:r>
              <a:rPr b="1"/>
              <a:t>Webhook Integration</a:t>
            </a:r>
            <a:r>
              <a:t>: Event-driven automation triggered by network changes</a:t>
            </a:r>
          </a:p>
          <a:p>
            <a:pPr/>
            <a:r>
              <a:rPr b="1"/>
              <a:t>Template Engine</a:t>
            </a:r>
            <a:r>
              <a:t>: Jinja2 templates for dynamic network configuration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Implementation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Provisioning</a:t>
            </a:r>
            <a:r>
              <a:t>: Automated VLAN, routing, and security policy deployment</a:t>
            </a:r>
          </a:p>
          <a:p>
            <a:pPr/>
            <a:r>
              <a:rPr b="1"/>
              <a:t>Service Chaining</a:t>
            </a:r>
            <a:r>
              <a:t>: Automated service function chaining with policy enforcement</a:t>
            </a:r>
          </a:p>
          <a:p>
            <a:pPr/>
            <a:r>
              <a:rPr b="1"/>
              <a:t>Load Balancer Configuration</a:t>
            </a:r>
            <a:r>
              <a:t>: Dynamic load balancer configuration through APIs</a:t>
            </a:r>
          </a:p>
          <a:p>
            <a:pPr/>
            <a:r>
              <a:rPr b="1"/>
              <a:t>Security Policy</a:t>
            </a:r>
            <a:r>
              <a:t>: Automated firewall and security group configuration</a:t>
            </a:r>
          </a:p>
          <a:p>
            <a:pPr/>
            <a:r>
              <a:rPr b="1"/>
              <a:t>Monitoring Setup</a:t>
            </a:r>
            <a:r>
              <a:t>: Automated network monitoring and alerting configuration</a:t>
            </a:r>
          </a:p>
          <a:p>
            <a:pPr/>
            <a:r>
              <a:rPr b="1"/>
              <a:t>Application Teams</a:t>
            </a:r>
            <a:r>
              <a:t>: 15 development teams now use automated network provisioning</a:t>
            </a:r>
          </a:p>
          <a:p>
            <a:pPr/>
            <a:r>
              <a:rPr b="1"/>
              <a:t>Infrastructure Teams</a:t>
            </a:r>
            <a:r>
              <a:t>: Network team productivity improved by 50%</a:t>
            </a:r>
          </a:p>
          <a:p>
            <a:pPr/>
            <a:r>
              <a:rPr b="1"/>
              <a:t>Security Teams</a:t>
            </a:r>
            <a:r>
              <a:t>: Automated security policy deployment and compliance checking</a:t>
            </a:r>
          </a:p>
          <a:p>
            <a:pPr/>
            <a:r>
              <a:rPr b="1"/>
              <a:t>Operations Teams</a:t>
            </a:r>
            <a:r>
              <a:t>: Unified operational dashboards for network and application health</a:t>
            </a:r>
          </a:p>
          <a:p>
            <a:pPr/>
            <a:r>
              <a:rPr b="1"/>
              <a:t>Business Teams</a:t>
            </a:r>
            <a:r>
              <a:t>: Faster time-to-market with automated infrastructure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b="1"/>
              <a:t>Project Execution Timeline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able Placeholder 3"/>
          <p:cNvSpPr>
            <a:spLocks noGrp="1"/>
          </p:cNvSpPr>
          <p:nvPr>
            <p:ph type="tbl" idx="14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Quality Assurance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Automation Testing</a:t>
            </a:r>
            <a:r>
              <a:t>: 100% of network automation workflows tested and validated</a:t>
            </a:r>
          </a:p>
          <a:p>
            <a:pPr/>
            <a:r>
              <a:rPr b="1"/>
              <a:t>Performance Testing</a:t>
            </a:r>
            <a:r>
              <a:t>: Achieved 60% improvement in deployment time</a:t>
            </a:r>
          </a:p>
          <a:p>
            <a:pPr/>
            <a:r>
              <a:rPr b="1"/>
              <a:t>Security Testing</a:t>
            </a:r>
            <a:r>
              <a:t>: Zero critical vulnerabilities in automated network configurations</a:t>
            </a:r>
          </a:p>
          <a:p>
            <a:pPr/>
            <a:r>
              <a:rPr b="1"/>
              <a:t>Integration Testing</a:t>
            </a:r>
            <a:r>
              <a:t>: All 15 application teams successfully using automated provisioning</a:t>
            </a:r>
          </a:p>
          <a:p>
            <a:pPr/>
            <a:r>
              <a:rPr b="1"/>
              <a:t>User Acceptance</a:t>
            </a:r>
            <a:r>
              <a:t>: 94% satisfaction with automated network provisioning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Training Program Results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Network Engineers</a:t>
            </a:r>
            <a:r>
              <a:t>: 25 engineers completed advanced automation training (40 hours each)</a:t>
            </a:r>
          </a:p>
          <a:p>
            <a:pPr/>
            <a:r>
              <a:rPr b="1"/>
              <a:t>DevOps Engineers</a:t>
            </a:r>
            <a:r>
              <a:t>: 20 engineers completed Cisco integration training (32 hours each)</a:t>
            </a:r>
          </a:p>
          <a:p>
            <a:pPr/>
            <a:r>
              <a:rPr b="1"/>
              <a:t>Application Developers</a:t>
            </a:r>
            <a:r>
              <a:t>: 60 developers completed network-aware development training (16 hours each)</a:t>
            </a:r>
          </a:p>
          <a:p>
            <a:pPr/>
            <a:r>
              <a:rPr b="1"/>
              <a:t>Operations Teams</a:t>
            </a:r>
            <a:r>
              <a:t>: 30 operators completed automated operations training (24 hours each)</a:t>
            </a:r>
          </a:p>
          <a:p>
            <a:pPr/>
            <a:r>
              <a:rPr b="1"/>
              <a:t>Total Training Hours</a:t>
            </a:r>
            <a:r>
              <a:t>: 2,400 hours delivered across all technical teams</a:t>
            </a:r>
          </a:p>
          <a:p>
            <a:pPr/>
            <a:r>
              <a:rPr b="1"/>
              <a:t>Network Engineers</a:t>
            </a:r>
            <a:r>
              <a:t>: 96% achieved proficiency in network automation and IaC</a:t>
            </a:r>
          </a:p>
          <a:p>
            <a:pPr/>
            <a:r>
              <a:rPr b="1"/>
              <a:t>DevOps Engineers</a:t>
            </a:r>
            <a:r>
              <a:t>: 95% achieved competency in Cisco API integration</a:t>
            </a:r>
          </a:p>
          <a:p>
            <a:pPr/>
            <a:r>
              <a:rPr b="1"/>
              <a:t>Application Developers</a:t>
            </a:r>
            <a:r>
              <a:t>: 88% achieved understanding of network automation capabilities</a:t>
            </a:r>
          </a:p>
          <a:p>
            <a:pPr/>
            <a:r>
              <a:rPr b="1"/>
              <a:t>Operations Teams</a:t>
            </a:r>
            <a:r>
              <a:t>: 92% achieved proficiency in automated monitoring and troubleshooting</a:t>
            </a:r>
          </a:p>
          <a:p>
            <a:pPr/>
            <a:r>
              <a:rPr b="1"/>
              <a:t>Overall Satisfaction</a:t>
            </a:r>
            <a:r>
              <a:t>: 94% training satisfaction score across all participants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Adoption Metrics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4" name="Chart Placeholder 3"/>
          <p:cNvSpPr>
            <a:spLocks noGrp="1"/>
          </p:cNvSpPr>
          <p:nvPr>
            <p:ph type="chart" idx="15" sz="quarter"/>
          </p:nvPr>
        </p:nvSpPr>
        <p:spPr/>
      </p:sp>
      <p:sp>
        <p:nvSpPr>
          <p:cNvPr id="5" name="Content Placeholder 4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6-Month Enhancement Plan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AI-Driven Optimization</a:t>
            </a:r>
            <a:r>
              <a:t>: Machine learning for network performance optimization</a:t>
            </a:r>
          </a:p>
          <a:p>
            <a:pPr/>
            <a:r>
              <a:rPr b="1"/>
              <a:t>Intent-Based Networking</a:t>
            </a:r>
            <a:r>
              <a:t>: Enhanced intent-based networking with business policy translation</a:t>
            </a:r>
          </a:p>
          <a:p>
            <a:pPr/>
            <a:r>
              <a:rPr b="1"/>
              <a:t>Multi-Cloud Networking</a:t>
            </a:r>
            <a:r>
              <a:t>: Automated networking across AWS, Azure, and on-premises</a:t>
            </a:r>
          </a:p>
          <a:p>
            <a:pPr/>
            <a:r>
              <a:rPr b="1"/>
              <a:t>Edge Computing</a:t>
            </a:r>
            <a:r>
              <a:t>: Automated edge network provisioning and management</a:t>
            </a:r>
          </a:p>
          <a:p>
            <a:pPr/>
            <a:r>
              <a:rPr b="1"/>
              <a:t>5G Integration</a:t>
            </a:r>
            <a:r>
              <a:t>: Integration with Cisco 5G infrastructure for network slicing</a:t>
            </a:r>
          </a:p>
          <a:p>
            <a:pPr/>
            <a:r>
              <a:rPr b="1"/>
              <a:t>ServiceNow Integration</a:t>
            </a:r>
            <a:r>
              <a:t>: ITSM integration for automated change management</a:t>
            </a:r>
          </a:p>
          <a:p>
            <a:pPr/>
            <a:r>
              <a:rPr b="1"/>
              <a:t>Splunk Integration</a:t>
            </a:r>
            <a:r>
              <a:t>: Enhanced network analytics and machine learning</a:t>
            </a:r>
          </a:p>
          <a:p>
            <a:pPr/>
            <a:r>
              <a:rPr b="1"/>
              <a:t>Security Tools</a:t>
            </a:r>
            <a:r>
              <a:t>: Integration with additional security tools and SOAR platforms</a:t>
            </a:r>
          </a:p>
          <a:p>
            <a:pPr/>
            <a:r>
              <a:rPr b="1"/>
              <a:t>Cloud Platforms</a:t>
            </a:r>
            <a:r>
              <a:t>: Native integration with additional cloud provider networking</a:t>
            </a:r>
          </a:p>
          <a:p>
            <a:pPr/>
            <a:r>
              <a:rPr b="1"/>
              <a:t>IoT Management</a:t>
            </a:r>
            <a:r>
              <a:t>: Automated IoT device onboarding and network segmentation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12-Month Strategic Initiatives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Software-Defined WAN</a:t>
            </a:r>
            <a:r>
              <a:t>: Automated SD-WAN deployment and management</a:t>
            </a:r>
          </a:p>
          <a:p>
            <a:pPr/>
            <a:r>
              <a:rPr b="1"/>
              <a:t>Network Analytics</a:t>
            </a:r>
            <a:r>
              <a:t>: Advanced network analytics with predictive capabilities</a:t>
            </a:r>
          </a:p>
          <a:p>
            <a:pPr/>
            <a:r>
              <a:rPr b="1"/>
              <a:t>Zero Trust Networking</a:t>
            </a:r>
            <a:r>
              <a:t>: Automated zero-trust network segmentation</a:t>
            </a:r>
          </a:p>
          <a:p>
            <a:pPr/>
            <a:r>
              <a:rPr b="1"/>
              <a:t>Quantum Networking</a:t>
            </a:r>
            <a:r>
              <a:t>: Preparation for quantum-safe networking protocols</a:t>
            </a:r>
          </a:p>
          <a:p>
            <a:pPr/>
            <a:r>
              <a:rPr b="1"/>
              <a:t>Sustainable Networking</a:t>
            </a:r>
            <a:r>
              <a:t>: Green networking automation for energy optimization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Critical Success Elements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Cisco Expertise</a:t>
            </a:r>
            <a:r>
              <a:t>: Deep expertise in Cisco technologies and automation capabilities</a:t>
            </a:r>
          </a:p>
          <a:p>
            <a:pPr/>
            <a:r>
              <a:rPr b="1"/>
              <a:t>DevOps Integration</a:t>
            </a:r>
            <a:r>
              <a:t>: Seamless integration with existing DevOps tools and processes</a:t>
            </a:r>
          </a:p>
          <a:p>
            <a:pPr/>
            <a:r>
              <a:rPr b="1"/>
              <a:t>API-First Approach</a:t>
            </a:r>
            <a:r>
              <a:t>: Comprehensive API integration enabling custom automation</a:t>
            </a:r>
          </a:p>
          <a:p>
            <a:pPr/>
            <a:r>
              <a:rPr b="1"/>
              <a:t>Infrastructure as Code</a:t>
            </a:r>
            <a:r>
              <a:t>: Complete network infrastructure managed as code</a:t>
            </a:r>
          </a:p>
          <a:p>
            <a:pPr/>
            <a:r>
              <a:rPr b="1"/>
              <a:t>Monitoring Integration</a:t>
            </a:r>
            <a:r>
              <a:t>: Unified monitoring of network and application performance</a:t>
            </a:r>
          </a:p>
          <a:p>
            <a:pPr/>
            <a:r>
              <a:rPr b="1"/>
              <a:t>Network Team Transformation</a:t>
            </a:r>
            <a:r>
              <a:t>: Successfully transformed network team to DevOps model</a:t>
            </a:r>
          </a:p>
          <a:p>
            <a:pPr/>
            <a:r>
              <a:rPr b="1"/>
              <a:t>Developer Enablement</a:t>
            </a:r>
            <a:r>
              <a:t>: Enabled developers to provision network resources self-service</a:t>
            </a:r>
          </a:p>
          <a:p>
            <a:pPr/>
            <a:r>
              <a:rPr b="1"/>
              <a:t>Process Integration</a:t>
            </a:r>
            <a:r>
              <a:t>: Integrated network automation into ITIL and change management</a:t>
            </a:r>
          </a:p>
          <a:p>
            <a:pPr/>
            <a:r>
              <a:rPr b="1"/>
              <a:t>Skills Development</a:t>
            </a:r>
            <a:r>
              <a:t>: Comprehensive upskilling of network and DevOps teams</a:t>
            </a:r>
          </a:p>
          <a:p>
            <a:pPr/>
            <a:r>
              <a:rPr b="1"/>
              <a:t>Cultural Change</a:t>
            </a:r>
            <a:r>
              <a:t>: Fostered collaboration between network, development, and operations teams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 Completion Summary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Key Achievements Recap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60% faster deployments</a:t>
            </a:r>
            <a:r>
              <a:t> with automated network and application provisioning</a:t>
            </a:r>
          </a:p>
          <a:p>
            <a:pPr/>
            <a:r>
              <a:rPr b="1"/>
              <a:t>270% return on investment</a:t>
            </a:r>
            <a:r>
              <a:t> with 45% cost reduction in infrastructure management</a:t>
            </a:r>
          </a:p>
          <a:p>
            <a:pPr/>
            <a:r>
              <a:rPr b="1"/>
              <a:t>90% network automation</a:t>
            </a:r>
            <a:r>
              <a:t> with infrastructure as code implementation</a:t>
            </a:r>
          </a:p>
          <a:p>
            <a:pPr/>
            <a:r>
              <a:rPr b="1"/>
              <a:t>94% user satisfaction</a:t>
            </a:r>
            <a:r>
              <a:t> with comprehensive training and change management</a:t>
            </a:r>
          </a:p>
          <a:p>
            <a:pPr/>
            <a:r>
              <a:rPr b="1"/>
              <a:t>Zero network-related</a:t>
            </a:r>
            <a:r>
              <a:t> deployment failures since automation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Immediate Next Steps (30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Performance Optimization: Fine-tune automation workflows based on production usage</a:t>
            </a:r>
          </a:p>
          <a:p>
            <a:pPr/>
            <a:r>
              <a:t>Advanced Analytics: Implement AI-driven network performance optimization</a:t>
            </a:r>
          </a:p>
          <a:p>
            <a:pPr/>
            <a:r>
              <a:t>Integration Enhancement: Add ServiceNow and additional security tool integrations</a:t>
            </a:r>
          </a:p>
          <a:p>
            <a:pPr/>
            <a:r>
              <a:t>Self-Service Expansion: Expand self-service capabilities for application teams</a:t>
            </a:r>
          </a:p>
          <a:p>
            <a:pPr/>
            <a:r>
              <a:t>Documentation Update: Complete operational runbooks for automated network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Strategic Initiatives (90 Days)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Multi-Cloud Networking: Extend automation to AWS and Azure networking</a:t>
            </a:r>
          </a:p>
          <a:p>
            <a:pPr/>
            <a:r>
              <a:t>Intent-Based Networking: Implement advanced intent-based networking capabilities</a:t>
            </a:r>
          </a:p>
          <a:p>
            <a:pPr/>
            <a:r>
              <a:t>Edge Automation: Automated edge computing network provisioning</a:t>
            </a:r>
          </a:p>
          <a:p>
            <a:pPr/>
            <a:r>
              <a:t>Security Integration: Enhanced security automation with zero-trust principles</a:t>
            </a:r>
          </a:p>
          <a:p>
            <a:pPr/>
            <a:r>
              <a:t>Analytics Platform: Advanced network analytics with machine learning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Long-Term Vision (12 Months)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Project Manager</a:t>
            </a:r>
            <a:r>
              <a:t>: [project.manager@company.com]</a:t>
            </a:r>
          </a:p>
          <a:p>
            <a:pPr/>
            <a:r>
              <a:rPr b="1"/>
              <a:t>Network Automation Architect</a:t>
            </a:r>
            <a:r>
              <a:t>: [network.architect@company.com]</a:t>
            </a:r>
          </a:p>
          <a:p>
            <a:pPr/>
            <a:r>
              <a:rPr b="1"/>
              <a:t>DevOps Lead</a:t>
            </a:r>
            <a:r>
              <a:t>: [devops.lead@company.com]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39</Words>
  <Application>Microsoft Office PowerPoint</Application>
  <PresentationFormat>On-screen Show (16:9)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79</cp:revision>
  <dcterms:created xsi:type="dcterms:W3CDTF">2025-11-01T21:16:10Z</dcterms:created>
  <dcterms:modified xsi:type="dcterms:W3CDTF">2025-11-11T19:45:33Z</dcterms:modified>
</cp:coreProperties>
</file>