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31079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21470" y="678433"/>
            <a:ext cx="4228856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Project Outcomes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75% faster deployments</a:t>
            </a:r>
          </a:p>
          <a:p>
            <a:pPr/>
            <a:r>
              <a:t>99.7% pipeline success rate</a:t>
            </a:r>
          </a:p>
          <a:p>
            <a:pPr/>
            <a:r>
              <a:t>Zero-touch provisioning</a:t>
            </a:r>
          </a:p>
          <a:p>
            <a:pPr/>
            <a:r>
              <a:t>200+ devices automated</a:t>
            </a:r>
          </a:p>
          <a:p>
            <a:pPr/>
            <a:r>
              <a:t>90% config automation</a:t>
            </a:r>
          </a:p>
          <a:p>
            <a:pPr/>
            <a:r>
              <a:t>Real-time compliance</a:t>
            </a:r>
          </a:p>
          <a:p>
            <a:pPr/>
            <a:r>
              <a:t>270% ROI achieved</a:t>
            </a:r>
          </a:p>
          <a:p>
            <a:pPr/>
            <a:r>
              <a:t>$350K annual savings</a:t>
            </a:r>
          </a:p>
          <a:p>
            <a:pPr/>
            <a:r>
              <a:t>7.6 month payback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CI/CD Automation Platform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GitLab CI/CD pipelines</a:t>
            </a:r>
          </a:p>
          <a:p>
            <a:pPr/>
            <a:r>
              <a:t>Jenkins build automation</a:t>
            </a:r>
          </a:p>
          <a:p>
            <a:pPr/>
            <a:r>
              <a:t>Terraform IaC modules</a:t>
            </a:r>
          </a:p>
          <a:p>
            <a:pPr/>
            <a:r>
              <a:t>Cisco NSO service models</a:t>
            </a:r>
          </a:p>
          <a:p>
            <a:pPr/>
            <a:r>
              <a:t>Ansible playbook library</a:t>
            </a:r>
          </a:p>
          <a:p>
            <a:pPr/>
            <a:r>
              <a:t>API integration framework</a:t>
            </a:r>
          </a:p>
          <a:p>
            <a:pPr/>
            <a:r>
              <a:t>Cisco DNA Center controller</a:t>
            </a:r>
          </a:p>
          <a:p>
            <a:pPr/>
            <a:r>
              <a:t>NETCONF/YANG automation</a:t>
            </a:r>
          </a:p>
          <a:p>
            <a:pPr/>
            <a:r>
              <a:t>Device configuration mgmt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Completed Deliverables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DNA Center: API integration</a:t>
            </a:r>
          </a:p>
          <a:p>
            <a:pPr/>
            <a:r>
              <a:t>NSO: Service orchestration</a:t>
            </a:r>
          </a:p>
          <a:p>
            <a:pPr/>
            <a:r>
              <a:t>GitLab: 15 pipelines active</a:t>
            </a:r>
          </a:p>
          <a:p>
            <a:pPr/>
            <a:r>
              <a:t>Ansible: 50 playbooks deployed</a:t>
            </a:r>
          </a:p>
          <a:p>
            <a:pPr/>
            <a:r>
              <a:t>Terraform: 25 modules created</a:t>
            </a:r>
          </a:p>
          <a:p>
            <a:pPr/>
            <a:r>
              <a:t>HashiCorp Vault: Secrets mgmt</a:t>
            </a:r>
          </a:p>
          <a:p>
            <a:pPr/>
            <a:r>
              <a:t>ServiceNow: Change automation</a:t>
            </a:r>
          </a:p>
          <a:p>
            <a:pPr/>
            <a:r>
              <a:t>Splunk: Pipeline logging</a:t>
            </a:r>
          </a:p>
          <a:p>
            <a:pPr/>
            <a:r>
              <a:t>Grafana: Metrics dashboards</a:t>
            </a:r>
          </a:p>
          <a:p>
            <a:pPr/>
            <a:r>
              <a:t>NetBox: IPAM integration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Key Performance Indicators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50 Ansible playbooks deployed</a:t>
            </a:r>
          </a:p>
          <a:p>
            <a:pPr/>
            <a:r>
              <a:t>25 Terraform modules created</a:t>
            </a:r>
          </a:p>
          <a:p>
            <a:pPr/>
            <a:r>
              <a:t>15 CI/CD pipelines configured</a:t>
            </a:r>
          </a:p>
          <a:p>
            <a:pPr/>
            <a:r>
              <a:t>200+ network devices managed</a:t>
            </a:r>
          </a:p>
          <a:p>
            <a:pPr/>
            <a:r>
              <a:t>120 microservices automated</a:t>
            </a:r>
          </a:p>
          <a:p>
            <a:pPr/>
            <a:r>
              <a:t>99.7% pipeline success rate</a:t>
            </a:r>
          </a:p>
          <a:p>
            <a:pPr/>
            <a:r>
              <a:t>75% deployment time reduction</a:t>
            </a:r>
          </a:p>
          <a:p>
            <a:pPr/>
            <a:r>
              <a:t>85% self-service adoption</a:t>
            </a:r>
          </a:p>
          <a:p>
            <a:pPr/>
            <a:r>
              <a:t>Zero unplanned outages</a:t>
            </a:r>
          </a:p>
          <a:p>
            <a:pPr/>
            <a:r>
              <a:t>100% rollback capability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Validation Outcomes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148 functional tests passed</a:t>
            </a:r>
          </a:p>
          <a:p>
            <a:pPr/>
            <a:r>
              <a:t>25 integration scenarios</a:t>
            </a:r>
          </a:p>
          <a:p>
            <a:pPr/>
            <a:r>
              <a:t>12 performance benchmarks</a:t>
            </a:r>
          </a:p>
          <a:p>
            <a:pPr/>
            <a:r>
              <a:t>8 security assessments</a:t>
            </a:r>
          </a:p>
          <a:p>
            <a:pPr/>
            <a:r>
              <a:t>3 penetration tests</a:t>
            </a:r>
          </a:p>
          <a:p>
            <a:pPr/>
            <a:r>
              <a:t>Zero critical defects</a:t>
            </a:r>
          </a:p>
          <a:p>
            <a:pPr/>
            <a:r>
              <a:t>99.7% test pass rate</a:t>
            </a:r>
          </a:p>
          <a:p>
            <a:pPr/>
            <a:r>
              <a:t>All SLAs validated</a:t>
            </a:r>
          </a:p>
          <a:p>
            <a:pPr/>
            <a:r>
              <a:t>Security compliance confirmed</a:t>
            </a:r>
          </a:p>
          <a:p>
            <a:pPr/>
            <a:r>
              <a:t>DR procedures tested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Return on Investment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Platform licensing: $280K</a:t>
            </a:r>
          </a:p>
          <a:p>
            <a:pPr/>
            <a:r>
              <a:t>Professional services: $165K</a:t>
            </a:r>
          </a:p>
          <a:p>
            <a:pPr/>
            <a:r>
              <a:t>Tool integration: $75K</a:t>
            </a:r>
          </a:p>
          <a:p>
            <a:pPr/>
            <a:r>
              <a:t>Training: $95K</a:t>
            </a:r>
          </a:p>
          <a:p>
            <a:pPr/>
            <a:r>
              <a:t>Total investment: $615K</a:t>
            </a:r>
          </a:p>
          <a:p>
            <a:pPr/>
            <a:r>
              <a:t>Labor savings: $350K</a:t>
            </a:r>
          </a:p>
          <a:p>
            <a:pPr/>
            <a:r>
              <a:t>Infrastructure efficiency: $180K</a:t>
            </a:r>
          </a:p>
          <a:p>
            <a:pPr/>
            <a:r>
              <a:t>Downtime prevention: $140K</a:t>
            </a:r>
          </a:p>
          <a:p>
            <a:pPr/>
            <a:r>
              <a:t>Tool consolidation: $85K</a:t>
            </a:r>
          </a:p>
          <a:p>
            <a:pPr/>
            <a:r>
              <a:t>Total benefits: $755K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Knowledge Transfer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25 network engineers: 40 hrs</a:t>
            </a:r>
          </a:p>
          <a:p>
            <a:pPr/>
            <a:r>
              <a:t>20 DevOps engineers: 32 hrs</a:t>
            </a:r>
          </a:p>
          <a:p>
            <a:pPr/>
            <a:r>
              <a:t>60 developers: 16 hrs each</a:t>
            </a:r>
          </a:p>
          <a:p>
            <a:pPr/>
            <a:r>
              <a:t>30 operations staff: 24 hrs</a:t>
            </a:r>
          </a:p>
          <a:p>
            <a:pPr/>
            <a:r>
              <a:t>Total: 2,400 training hours</a:t>
            </a:r>
          </a:p>
          <a:p>
            <a:pPr/>
            <a:r>
              <a:t>Architecture design docs</a:t>
            </a:r>
          </a:p>
          <a:p>
            <a:pPr/>
            <a:r>
              <a:t>Operational runbook library</a:t>
            </a:r>
          </a:p>
          <a:p>
            <a:pPr/>
            <a:r>
              <a:t>API integration guides</a:t>
            </a:r>
          </a:p>
          <a:p>
            <a:pPr/>
            <a:r>
              <a:t>Ansible playbook catalog</a:t>
            </a:r>
          </a:p>
          <a:p>
            <a:pPr/>
            <a:r>
              <a:t>Troubleshooting procedures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Support Transition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L1/L2 support team trained</a:t>
            </a:r>
          </a:p>
          <a:p>
            <a:pPr/>
            <a:r>
              <a:t>Escalation matrix documented</a:t>
            </a:r>
          </a:p>
          <a:p>
            <a:pPr/>
            <a:r>
              <a:t>SLA monitoring configured</a:t>
            </a:r>
          </a:p>
          <a:p>
            <a:pPr/>
            <a:r>
              <a:t>Incident procedures tested</a:t>
            </a:r>
          </a:p>
          <a:p>
            <a:pPr/>
            <a:r>
              <a:t>Vendor contacts established</a:t>
            </a:r>
          </a:p>
          <a:p>
            <a:pPr/>
            <a:r>
              <a:t>24/7 pipeline monitoring</a:t>
            </a:r>
          </a:p>
          <a:p>
            <a:pPr/>
            <a:r>
              <a:t>Daily health checks</a:t>
            </a:r>
          </a:p>
          <a:p>
            <a:pPr/>
            <a:r>
              <a:t>Weekly optimization reviews</a:t>
            </a:r>
          </a:p>
          <a:p>
            <a:pPr/>
            <a:r>
              <a:t>Monthly capacity planning</a:t>
            </a:r>
          </a:p>
          <a:p>
            <a:pPr/>
            <a:r>
              <a:t>Quarterly security audits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Future Enhancements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Enable AI-driven optimization</a:t>
            </a:r>
          </a:p>
          <a:p>
            <a:pPr/>
            <a:r>
              <a:t>Expand multi-cloud networking</a:t>
            </a:r>
          </a:p>
          <a:p>
            <a:pPr/>
            <a:r>
              <a:t>Implement intent-based policies</a:t>
            </a:r>
          </a:p>
          <a:p>
            <a:pPr/>
            <a:r>
              <a:t>Add SD-WAN automation</a:t>
            </a:r>
          </a:p>
          <a:p>
            <a:pPr/>
            <a:r>
              <a:t>Integrate ServiceNow CMDB</a:t>
            </a:r>
          </a:p>
          <a:p>
            <a:pPr/>
            <a:r>
              <a:t>Deploy advanced analytics</a:t>
            </a:r>
          </a:p>
          <a:p>
            <a:pPr/>
            <a:r>
              <a:t>Implement GitOps workflows</a:t>
            </a:r>
          </a:p>
          <a:p>
            <a:pPr/>
            <a:r>
              <a:t>Enable edge automation</a:t>
            </a:r>
          </a:p>
          <a:p>
            <a:pPr/>
            <a:r>
              <a:t>Add zero-trust networking</a:t>
            </a:r>
          </a:p>
          <a:p>
            <a:pPr/>
            <a:r>
              <a:t>Expand self-service portal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86</cp:revision>
  <dcterms:created xsi:type="dcterms:W3CDTF">2025-11-01T21:16:10Z</dcterms:created>
  <dcterms:modified xsi:type="dcterms:W3CDTF">2025-11-27T20:15:42Z</dcterms:modified>
</cp:coreProperties>
</file>