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Network CI/CD Automation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manual CLI errors reducing configuration error rate from 15% to under 2%</a:t>
            </a:r>
          </a:p>
          <a:p>
            <a:pPr lvl="1"/>
            <a:r>
              <a:t>Accelerate network provisioning from 4-6 hours per device to 15 minutes with automated deployment</a:t>
            </a:r>
          </a:p>
          <a:p>
            <a:pPr lvl="1"/>
            <a:r>
              <a:t>Achieve complete change audit trails meeting PCI DSS and compliance requirements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95% faster provisioning with zero-touch deployment automation</a:t>
            </a:r>
          </a:p>
          <a:p>
            <a:pPr lvl="1"/>
            <a:r>
              <a:t>85% error reduction through automated validation and testing</a:t>
            </a:r>
          </a:p>
          <a:p>
            <a:pPr lvl="1"/>
            <a:r>
              <a:t>ROI realization within 24 months through labor cost avoidance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Primary Features/Capabilities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Ansible + GitLab CI/CD for 100 devices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Customization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playbooks and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network (single platform)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systems (Git + NetBox)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Git auth and secrets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device configs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Change tracking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network engineers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deployment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roles (developer + operator)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device configs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GB (Git + backups)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data 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t>GitLab Premium with CI/CD runners for automated testing and deployment</a:t>
            </a:r>
          </a:p>
          <a:p>
            <a:pPr lvl="1"/>
            <a:r>
              <a:t>Ansible playbooks with templates for Cisco IOS-XE, NX-OS, and ASA</a:t>
            </a:r>
          </a:p>
          <a:p>
            <a:pPr lvl="1"/>
            <a:r>
              <a:t>NetBox IPAM as network source of truth with dynamic inventory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GitLab self-hosted with CI/CD pipelines and merge request workflows</a:t>
            </a:r>
          </a:p>
          <a:p>
            <a:pPr lvl="1"/>
            <a:r>
              <a:t>Automation: Ansible and Terraform for configuration management and IaC</a:t>
            </a:r>
          </a:p>
          <a:p>
            <a:pPr lvl="1"/>
            <a:r>
              <a:t>Security: Vault integration for secrets and credential management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Development (Weeks 1-8)</a:t>
            </a:r>
          </a:p>
          <a:p>
            <a:pPr lvl="1"/>
            <a:r>
              <a:t>GitLab deployment, NetBox IPAM setup, and automation infrastructure</a:t>
            </a:r>
          </a:p>
          <a:p>
            <a:pPr lvl="1"/>
            <a:r>
              <a:t>Develop 6 core Ansible playbooks (VLAN, ACL, routing, QoS, compliance)</a:t>
            </a:r>
          </a:p>
          <a:p>
            <a:pPr lvl="1"/>
            <a:r>
              <a:t>CI/CD pipeline configuration with syntax validation and secrets management</a:t>
            </a:r>
          </a:p>
          <a:p>
            <a:pPr/>
            <a:r>
              <a:rPr b="1"/>
              <a:t>Phase 2: Integration &amp; Testing (Weeks 9-12)</a:t>
            </a:r>
          </a:p>
          <a:p>
            <a:pPr lvl="1"/>
            <a:r>
              <a:t>ServiceNow integration for change management automation</a:t>
            </a:r>
          </a:p>
          <a:p>
            <a:pPr lvl="1"/>
            <a:r>
              <a:t>Lab testing with GNS3/CML validation environment</a:t>
            </a:r>
          </a:p>
          <a:p>
            <a:pPr lvl="1"/>
            <a:r>
              <a:t>Pilot deployment with 10 devices for validation</a:t>
            </a:r>
          </a:p>
          <a:p>
            <a:pPr/>
            <a:r>
              <a:rPr b="1"/>
              <a:t>Phase 3: Training &amp; Rollout (Weeks 13-16)</a:t>
            </a:r>
          </a:p>
          <a:p>
            <a:pPr lvl="1"/>
            <a:r>
              <a:t>Team training on Ansible, Git workflows, and CI/CD (40 hours)</a:t>
            </a:r>
          </a:p>
          <a:p>
            <a:pPr lvl="1"/>
            <a:r>
              <a:t>Phased rollout to remaining 90 devices with automated workflows</a:t>
            </a:r>
          </a:p>
          <a:p>
            <a:pPr lvl="1"/>
            <a:r>
              <a:t>Hypercare support and operational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GitLab deployed, NetBox operational, CI/CD infrastructure 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Playbook Development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 core Ansible playbooks built, CI/CD pipelines configured, Secrets management implemented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Terraform modules deployed (optional), ServiceNow integrated, Lab testing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Training &amp; Rollout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11-16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Team trained (40 hours), Pilot validated (10 devices), Full rollout (100 devices)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Financial Services Company</a:t>
            </a:r>
          </a:p>
          <a:p>
            <a:pPr lvl="1"/>
            <a:r>
              <a:rPr b="1"/>
              <a:t>Client:</a:t>
            </a:r>
            <a:r>
              <a:t> Financial institution with 120 devices across 15 retail locations</a:t>
            </a:r>
          </a:p>
          <a:p>
            <a:pPr lvl="1"/>
            <a:r>
              <a:rPr b="1"/>
              <a:t>Challenge:</a:t>
            </a:r>
            <a:r>
              <a:t> 15% error rate causing outages. 4-6 hour provisioning delaying openings. No change tracking failing PCI DSS audits.</a:t>
            </a:r>
          </a:p>
          <a:p>
            <a:pPr lvl="1"/>
            <a:r>
              <a:rPr b="1"/>
              <a:t>Solution:</a:t>
            </a:r>
            <a:r>
              <a:t> GitLab CI/CD with Ansible for 120 devices, NetBox source of truth, standardized playbooks.</a:t>
            </a:r>
          </a:p>
          <a:p>
            <a:pPr lvl="1"/>
            <a:r>
              <a:rPr b="1"/>
              <a:t>Results:</a:t>
            </a:r>
            <a:r>
              <a:t> 96% faster provisioning (10 minutes vs 4 hours). 87% error reduction. PCI DSS compliance achieved. $52K annual savings.</a:t>
            </a:r>
          </a:p>
          <a:p>
            <a:pPr lvl="1"/>
            <a:r>
              <a:rPr b="1"/>
              <a:t>Testimonial:</a:t>
            </a:r>
            <a:r>
              <a:t> "Network automation transformed us from error-prone manual processes to reliable infrastructure as code. We deploy new branches in hours instead of days." — </a:t>
            </a:r>
            <a:r>
              <a:rPr b="1"/>
              <a:t>Jennifer Park</a:t>
            </a:r>
            <a:r>
              <a:t>, VP of Network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delivering network automation solutions with proven DevOps methodologies</a:t>
            </a:r>
          </a:p>
          <a:p>
            <a:pPr lvl="1"/>
            <a:r>
              <a:t>35+ successful Ansible/Terraform implementations across financial, healthcare, retail sectors</a:t>
            </a:r>
          </a:p>
          <a:p>
            <a:pPr lvl="1"/>
            <a:r>
              <a:t>Cisco DevNet Expert certified engineers with deep network automation expertise</a:t>
            </a:r>
          </a:p>
          <a:p>
            <a:pPr lvl="1"/>
            <a:r>
              <a:t>Active contributors to Ansible network modules and open source automation community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Ansible playbook library for Cisco platforms accelerates development by 50%</a:t>
            </a:r>
          </a:p>
          <a:p>
            <a:pPr lvl="1"/>
            <a:r>
              <a:t>Proven GitOps workflows and CI/CD pipeline templates ready for immediate deployment</a:t>
            </a:r>
          </a:p>
          <a:p>
            <a:pPr lvl="1"/>
            <a:r>
              <a:t>Best practices from 35+ implementations avoiding common automation pitfalls</a:t>
            </a:r>
          </a:p>
          <a:p>
            <a:pPr lvl="1"/>
            <a:r>
              <a:t>Ongoing support and playbook enhancements as your automation needs evolve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$5,580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$4,580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$5,580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$5,580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$15,740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$4,281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$93,757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$92,757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$7,507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$7,507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$107,771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$92.7K Year 1 investment by [specific date]</a:t>
            </a:r>
          </a:p>
          <a:p>
            <a:pPr/>
            <a:r>
              <a:rPr b="1"/>
              <a:t>Infrastructure Planning:</a:t>
            </a:r>
            <a:r>
              <a:t> Identify servers for GitLab, NetBox, and CI/CD runners with network access</a:t>
            </a:r>
          </a:p>
          <a:p>
            <a:pPr/>
            <a:r>
              <a:rPr b="1"/>
              <a:t>Team Formation:</a:t>
            </a:r>
            <a:r>
              <a:t> Assign technical lead, identify 3-5 network engineers for automation training</a:t>
            </a:r>
          </a:p>
          <a:p>
            <a:pPr/>
            <a:r>
              <a:rPr b="1"/>
              <a:t>Week 1-4:</a:t>
            </a:r>
            <a:r>
              <a:t> Foundation phase with GitLab deployment, NetBox setup, and automation assessment</a:t>
            </a:r>
          </a:p>
          <a:p>
            <a:pPr/>
            <a:r>
              <a:rPr b="1"/>
              <a:t>Week 5-16:</a:t>
            </a:r>
            <a:r>
              <a:t> Development and rollout with playbook creation, pilot validation, and full deployment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Network CI/CD Automation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