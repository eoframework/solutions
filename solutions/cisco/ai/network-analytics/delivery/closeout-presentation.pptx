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Presenter Name | November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2: Agenda**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Project Overview and AI Analytics Objectives</a:t>
            </a:r>
          </a:p>
          <a:p>
            <a:pPr/>
            <a:r>
              <a:t>AI Network Analytics Solution Delivery Summary</a:t>
            </a:r>
          </a:p>
          <a:p>
            <a:pPr/>
            <a:r>
              <a:t>Network Intelligence and Operational Value</a:t>
            </a:r>
          </a:p>
          <a:p>
            <a:pPr/>
            <a:r>
              <a:t>Lessons Learned and Best Practices</a:t>
            </a:r>
          </a:p>
          <a:p>
            <a:pPr/>
            <a:r>
              <a:t>Operational Recommendations and Next Steps</a:t>
            </a:r>
          </a:p>
          <a:p>
            <a:pPr/>
            <a:r>
              <a:t>Team Recognition and Appreciation</a:t>
            </a:r>
          </a:p>
          <a:p>
            <a:pPr/>
            <a:r>
              <a:t>Q&amp;A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3: AI Network Analytics Project Charter Recap**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Original Business Problem:</a:t>
            </a:r>
            <a:r>
              <a:t> Limited network visibility and reactive troubleshooting causing downtime</a:t>
            </a:r>
          </a:p>
          <a:p>
            <a:pPr/>
            <a:r>
              <a:rPr b="1"/>
              <a:t>Project Objectives:</a:t>
            </a:r>
            <a:r>
              <a:t> Deploy AI-driven network analytics with predictive capabilities and 80% faster issue resolution</a:t>
            </a:r>
          </a:p>
          <a:p>
            <a:pPr/>
            <a:r>
              <a:rPr b="1"/>
              <a:t>Success Criteria:</a:t>
            </a:r>
            <a:r>
              <a:t> Network visibility, anomaly detection accuracy, MTTR reduction</a:t>
            </a:r>
          </a:p>
          <a:p>
            <a:pPr/>
            <a:r>
              <a:rPr b="1"/>
              <a:t>Project Scope:</a:t>
            </a:r>
            <a:r>
              <a:t> Network monitoring, AI analytics, predictive maintenance, automated remediation</a:t>
            </a:r>
          </a:p>
          <a:p>
            <a:pPr/>
            <a:r>
              <a:rPr b="1"/>
              <a:t>Initial Timeline:</a:t>
            </a:r>
            <a:r>
              <a:t> [Original vs. actual timeline]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4: AI Analytics Solution Scope Delivered**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733"/>
                <a:gridCol w="1306639"/>
                <a:gridCol w="1045311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Scope Element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Delivered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Network Data Collection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Multi-vendor telemetry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Comprehensive data ingestion platform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500+ network devices monitored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AI Analytics Engine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Anomaly detection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Advanced ML models with predictive analytics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95.3% accuracy in anomaly detection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Automated Insights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Basic alerting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Intelligent insights with root cause analysis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Natural language explanations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Predictive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Trend analysis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ML-powered predictive failure detection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72% reduction in unplanned outages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Integration Platform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API connectivity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Full integration with ITSM and monitoring tools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✅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Real-time bi-directional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5: AI Analytics Project Timeline Summary**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able Placeholder 3"/>
          <p:cNvSpPr>
            <a:spLocks noGrp="1"/>
          </p:cNvSpPr>
          <p:nvPr>
            <p:ph type="tbl" idx="14" sz="quarter"/>
          </p:nvPr>
        </p:nvSpPr>
        <p:spPr/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6: Budget and Resource Summary**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Total Project Budget:</a:t>
            </a:r>
            <a:r>
              <a:t> [Approved budget]</a:t>
            </a:r>
          </a:p>
          <a:p>
            <a:pPr/>
            <a:r>
              <a:rPr b="1"/>
              <a:t>Actual Expenditure:</a:t>
            </a:r>
            <a:r>
              <a:t> [Final cost including Cisco licensing]</a:t>
            </a:r>
          </a:p>
          <a:p>
            <a:pPr/>
            <a:r>
              <a:rPr b="1"/>
              <a:t>Budget Variance:</a:t>
            </a:r>
            <a:r>
              <a:t> [Over/under budget with AI platform explanation]</a:t>
            </a:r>
          </a:p>
          <a:p>
            <a:pPr/>
            <a:r>
              <a:rPr b="1"/>
              <a:t>Resource Utilization:</a:t>
            </a:r>
            <a:r>
              <a:t> [Data scientists, network engineers, AI specialists]</a:t>
            </a:r>
          </a:p>
          <a:p>
            <a:pPr/>
            <a:r>
              <a:rPr b="1"/>
              <a:t>Ongoing Operational Costs:</a:t>
            </a:r>
            <a:r>
              <a:t> [Licensing, cloud services, maintenance]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7: Cisco AI Network Analytics Architecture Overview**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t>AI-powered network analytics platform architecture</a:t>
            </a:r>
          </a:p>
          <a:p>
            <a:pPr/>
            <a:r>
              <a:t>Multi-vendor network data collection and normalization</a:t>
            </a:r>
          </a:p>
          <a:p>
            <a:pPr/>
            <a:r>
              <a:t>Machine learning models for anomaly detection and prediction</a:t>
            </a:r>
          </a:p>
          <a:p>
            <a:pPr/>
            <a:r>
              <a:t>Real-time analytics dashboard and visualization platform</a:t>
            </a:r>
          </a:p>
          <a:p>
            <a:pPr/>
            <a:r>
              <a:t>Integration with ITSM, monitoring, and automation tools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8: Key AI Analytics Features Delivered**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733"/>
                <a:gridCol w="1306639"/>
                <a:gridCol w="1045311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Business Value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Operational 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Technical Complexity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Real-time Anomaly Detection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Proactive issue identification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85% faster problem detection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High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Delivered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Predictive Failure Analysis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Preventive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72% reduction in unplanned outages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High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Delivered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Root Cause Analysis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Accelerated troubleshooting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65% faster resolution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Medium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Delivered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Network Performance Optimization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Improved user experience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40% performance improvement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Medium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Delivered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Automated Remediation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Reduced manual intervention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90% of common issues auto-resolved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High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✅ Delivered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Natural Language Insights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Simplified network management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Accessible to non-experts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Medium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✅ Delivered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9: AI Model Performance Metrics**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10: Go-Live Results**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Deployment Success:</a:t>
            </a:r>
            <a:r>
              <a:t> Smooth production deployment with comprehensive monitoring</a:t>
            </a:r>
          </a:p>
          <a:p>
            <a:pPr/>
            <a:r>
              <a:rPr b="1"/>
              <a:t>System Performance:</a:t>
            </a:r>
            <a:r>
              <a:t> 99.7% uptime for analytics platform</a:t>
            </a:r>
          </a:p>
          <a:p>
            <a:pPr/>
            <a:r>
              <a:rPr b="1"/>
              <a:t>Detection Capability:</a:t>
            </a:r>
            <a:r>
              <a:t> 847 network anomalies detected and analyzed in first month</a:t>
            </a:r>
          </a:p>
          <a:p>
            <a:pPr/>
            <a:r>
              <a:rPr b="1"/>
              <a:t>Resolution Impact:</a:t>
            </a:r>
            <a:r>
              <a:t> 65% reduction in mean time to resolution (MTTR)</a:t>
            </a:r>
          </a:p>
          <a:p>
            <a:pPr/>
            <a:r>
              <a:rPr b="1"/>
              <a:t>Operational Excellence:</a:t>
            </a:r>
            <a:r>
              <a:t> Network team productivity increased by 55%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11: Training and Knowledge Transfer**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Training Sessions Delivered:</a:t>
            </a:r>
          </a:p>
          <a:p>
            <a:pPr lvl="1"/>
            <a:r>
              <a:t>Network analyst training: 3 days, 12 participants</a:t>
            </a:r>
          </a:p>
          <a:p>
            <a:pPr lvl="1"/>
            <a:r>
              <a:t>AI platform administration: 2 days, 6 participants</a:t>
            </a:r>
          </a:p>
          <a:p>
            <a:pPr lvl="1"/>
            <a:r>
              <a:t>Dashboard and reporting: 1 day, 25 technical staff</a:t>
            </a:r>
          </a:p>
          <a:p>
            <a:pPr/>
            <a:r>
              <a:rPr b="1"/>
              <a:t>Competency Achievement:</a:t>
            </a:r>
            <a:r>
              <a:t> 94% pass rate on analytics platform certification</a:t>
            </a:r>
          </a:p>
          <a:p>
            <a:pPr/>
            <a:r>
              <a:rPr b="1"/>
              <a:t>Documentation Provided:</a:t>
            </a:r>
          </a:p>
          <a:p>
            <a:pPr lvl="1"/>
            <a:r>
              <a:t>Analytics platform guides, model interpretation documentation</a:t>
            </a:r>
          </a:p>
          <a:p>
            <a:pPr lvl="1"/>
            <a:r>
              <a:t>Troubleshooting playbooks and best practices</a:t>
            </a:r>
          </a:p>
          <a:p>
            <a:pPr/>
            <a:r>
              <a:rPr b="1"/>
              <a:t>Knowledge Transfer:</a:t>
            </a:r>
            <a:r>
              <a:t> Complete handover to network operations and analytics teams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12: Business Value Delivered**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733"/>
                <a:gridCol w="1306639"/>
                <a:gridCol w="1045311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Benefit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Achieved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Measurement Method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Timeline to Full Benefit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Network Downtime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70%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74% reduction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Incident duration analysis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Within 90 days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Operational Efficiency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50% productivity gain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55% productivity gain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Task completion metrics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Within 60 days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Proactive Issue Resolution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80% proactive detection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85% proactive detection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Issue classification analysis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Within 45 days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Network Performance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40% improvement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45% improvement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Performance monitoring data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Within 120 days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13: ROI Analysis**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14: Operational Improvements**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Network Operations:</a:t>
            </a:r>
          </a:p>
          <a:p>
            <a:pPr lvl="1"/>
            <a:r>
              <a:t>Mean time to detection: 45 minutes → 3.2 minutes</a:t>
            </a:r>
          </a:p>
          <a:p>
            <a:pPr lvl="1"/>
            <a:r>
              <a:t>Mean time to resolution: 8.5 hours → 3.2 hours</a:t>
            </a:r>
          </a:p>
          <a:p>
            <a:pPr lvl="1"/>
            <a:r>
              <a:t>Preventive maintenance effectiveness: 89% issue prevention</a:t>
            </a:r>
          </a:p>
          <a:p>
            <a:pPr/>
            <a:r>
              <a:rPr b="1"/>
              <a:t>Team Productivity:</a:t>
            </a:r>
          </a:p>
          <a:p>
            <a:pPr lvl="1"/>
            <a:r>
              <a:t>Manual troubleshooting time reduced by 70%</a:t>
            </a:r>
          </a:p>
          <a:p>
            <a:pPr lvl="1"/>
            <a:r>
              <a:t>Network engineers focus on strategic initiatives</a:t>
            </a:r>
          </a:p>
          <a:p>
            <a:pPr lvl="1"/>
            <a:r>
              <a:t>Automated resolution of 90% routine issues</a:t>
            </a:r>
          </a:p>
          <a:p>
            <a:pPr/>
            <a:r>
              <a:rPr b="1"/>
              <a:t>Service Quality:</a:t>
            </a:r>
          </a:p>
          <a:p>
            <a:pPr lvl="1"/>
            <a:r>
              <a:t>Network availability improved from 99.2% to 99.8%</a:t>
            </a:r>
          </a:p>
          <a:p>
            <a:pPr lvl="1"/>
            <a:r>
              <a:t>Application performance variability reduced by 65%</a:t>
            </a:r>
          </a:p>
          <a:p>
            <a:pPr lvl="1"/>
            <a:r>
              <a:t>User satisfaction scores increased by 38%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15: Strategic Value**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Digital Transformation:</a:t>
            </a:r>
          </a:p>
          <a:p>
            <a:pPr lvl="1"/>
            <a:r>
              <a:t>AI-driven network operations established</a:t>
            </a:r>
          </a:p>
          <a:p>
            <a:pPr lvl="1"/>
            <a:r>
              <a:t>Data-driven decision making implemented</a:t>
            </a:r>
          </a:p>
          <a:p>
            <a:pPr/>
            <a:r>
              <a:rPr b="1"/>
              <a:t>Competitive Advantage:</a:t>
            </a:r>
          </a:p>
          <a:p>
            <a:pPr lvl="1"/>
            <a:r>
              <a:t>Proactive network management capability</a:t>
            </a:r>
          </a:p>
          <a:p>
            <a:pPr lvl="1"/>
            <a:r>
              <a:t>Enhanced service reliability and performance</a:t>
            </a:r>
          </a:p>
          <a:p>
            <a:pPr/>
            <a:r>
              <a:rPr b="1"/>
              <a:t>Innovation Foundation:</a:t>
            </a:r>
          </a:p>
          <a:p>
            <a:pPr lvl="1"/>
            <a:r>
              <a:t>Platform for advanced network automation</a:t>
            </a:r>
          </a:p>
          <a:p>
            <a:pPr lvl="1"/>
            <a:r>
              <a:t>Ready for intent-based networking adoption</a:t>
            </a:r>
          </a:p>
          <a:p>
            <a:pPr/>
            <a:r>
              <a:rPr b="1"/>
              <a:t>Organizational Capability:</a:t>
            </a:r>
          </a:p>
          <a:p>
            <a:pPr lvl="1"/>
            <a:r>
              <a:t>AI/ML skills developed within network team</a:t>
            </a:r>
          </a:p>
          <a:p>
            <a:pPr lvl="1"/>
            <a:r>
              <a:t>Advanced analytics competency established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16: What Went Well**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AI Model Development:</a:t>
            </a:r>
            <a:r>
              <a:t> Iterative training approach achieved excellent accuracy</a:t>
            </a:r>
          </a:p>
          <a:p>
            <a:pPr/>
            <a:r>
              <a:rPr b="1"/>
              <a:t>Data Integration:</a:t>
            </a:r>
            <a:r>
              <a:t> Comprehensive telemetry collection provided rich insights</a:t>
            </a:r>
          </a:p>
          <a:p>
            <a:pPr/>
            <a:r>
              <a:rPr b="1"/>
              <a:t>User Adoption:</a:t>
            </a:r>
            <a:r>
              <a:t> Intuitive dashboards accelerated team acceptance</a:t>
            </a:r>
          </a:p>
          <a:p>
            <a:pPr/>
            <a:r>
              <a:rPr b="1"/>
              <a:t>Automation Integration:</a:t>
            </a:r>
            <a:r>
              <a:t> Seamless integration with existing tools and processes</a:t>
            </a:r>
          </a:p>
          <a:p>
            <a:pPr/>
            <a:r>
              <a:rPr b="1"/>
              <a:t>Vendor Partnership:</a:t>
            </a:r>
            <a:r>
              <a:t> Strong Cisco support and knowledge sharing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17: Challenges Overcome**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311"/>
                <a:gridCol w="2177733"/>
                <a:gridCol w="1045311"/>
                <a:gridCol w="4442575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Resolution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Prevention for Future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Data Quality Issues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Initial model accuracy below target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Data cleansing pipeline and validation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Establish data quality standards upfront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Network Complexity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Diverse vendor environments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Universal data normalization layer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Comprehensive discovery in planning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Alert Fatigue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Initial false positive rate too high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ML model tuning and threshold optimization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Gradual deployment with feedback loops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Integration Complexity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API compatibility issues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Custom middleware development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Detailed integration analysis early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18: Key Learnings**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Technical Lessons:</a:t>
            </a:r>
          </a:p>
          <a:p>
            <a:pPr lvl="1"/>
            <a:r>
              <a:t>Data quality critical for AI model performance</a:t>
            </a:r>
          </a:p>
          <a:p>
            <a:pPr lvl="1"/>
            <a:r>
              <a:t>Continuous model training improves accuracy over time</a:t>
            </a:r>
          </a:p>
          <a:p>
            <a:pPr lvl="1"/>
            <a:r>
              <a:t>Multi-vendor normalization essential for unified analytics</a:t>
            </a:r>
          </a:p>
          <a:p>
            <a:pPr/>
            <a:r>
              <a:rPr b="1"/>
              <a:t>Process Lessons:</a:t>
            </a:r>
          </a:p>
          <a:p>
            <a:pPr lvl="1"/>
            <a:r>
              <a:t>Phased deployment allows for model refinement</a:t>
            </a:r>
          </a:p>
          <a:p>
            <a:pPr lvl="1"/>
            <a:r>
              <a:t>User feedback crucial for dashboard optimization</a:t>
            </a:r>
          </a:p>
          <a:p>
            <a:pPr lvl="1"/>
            <a:r>
              <a:t>Integration testing should include edge cases</a:t>
            </a:r>
          </a:p>
          <a:p>
            <a:pPr/>
            <a:r>
              <a:rPr b="1"/>
              <a:t>Organizational Lessons:</a:t>
            </a:r>
          </a:p>
          <a:p>
            <a:pPr lvl="1"/>
            <a:r>
              <a:t>Network team training essential for platform adoption</a:t>
            </a:r>
          </a:p>
          <a:p>
            <a:pPr lvl="1"/>
            <a:r>
              <a:t>Executive sponsorship critical for process changes</a:t>
            </a:r>
          </a:p>
          <a:p>
            <a:pPr lvl="1"/>
            <a:r>
              <a:t>Change management investment pays dividends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19: Best Practices Established**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AI Analytics Standards:</a:t>
            </a:r>
          </a:p>
          <a:p>
            <a:pPr lvl="1"/>
            <a:r>
              <a:t>Model validation and performance monitoring procedures</a:t>
            </a:r>
          </a:p>
          <a:p>
            <a:pPr lvl="1"/>
            <a:r>
              <a:t>Data quality monitoring and alerting</a:t>
            </a:r>
          </a:p>
          <a:p>
            <a:pPr/>
            <a:r>
              <a:rPr b="1"/>
              <a:t>Operational Procedures:</a:t>
            </a:r>
          </a:p>
          <a:p>
            <a:pPr lvl="1"/>
            <a:r>
              <a:t>Incident response workflows with AI insights</a:t>
            </a:r>
          </a:p>
          <a:p>
            <a:pPr lvl="1"/>
            <a:r>
              <a:t>Predictive maintenance scheduling and execution</a:t>
            </a:r>
          </a:p>
          <a:p>
            <a:pPr/>
            <a:r>
              <a:rPr b="1"/>
              <a:t>Platform Management:</a:t>
            </a:r>
          </a:p>
          <a:p>
            <a:pPr lvl="1"/>
            <a:r>
              <a:t>Model retraining and optimization schedules</a:t>
            </a:r>
          </a:p>
          <a:p>
            <a:pPr lvl="1"/>
            <a:r>
              <a:t>Dashboard customization and user management</a:t>
            </a:r>
          </a:p>
          <a:p>
            <a:pPr/>
            <a:r>
              <a:rPr b="1"/>
              <a:t>Integration Patterns:</a:t>
            </a:r>
          </a:p>
          <a:p>
            <a:pPr lvl="1"/>
            <a:r>
              <a:t>API standardization and error handling</a:t>
            </a:r>
          </a:p>
          <a:p>
            <a:pPr lvl="1"/>
            <a:r>
              <a:t>Automated data pipeline monitoring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20: Immediate Operational Recommendations**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Model Optimization:</a:t>
            </a:r>
          </a:p>
          <a:p>
            <a:pPr lvl="1"/>
            <a:r>
              <a:t>Implement continuous model performance monitoring</a:t>
            </a:r>
          </a:p>
          <a:p>
            <a:pPr lvl="1"/>
            <a:r>
              <a:t>Schedule quarterly model retraining cycles</a:t>
            </a:r>
          </a:p>
          <a:p>
            <a:pPr lvl="1"/>
            <a:r>
              <a:t>Expand training data with new network scenarios</a:t>
            </a:r>
          </a:p>
          <a:p>
            <a:pPr/>
            <a:r>
              <a:rPr b="1"/>
              <a:t>Platform Enhancement:</a:t>
            </a:r>
          </a:p>
          <a:p>
            <a:pPr lvl="1"/>
            <a:r>
              <a:t>Deploy advanced visualization capabilities</a:t>
            </a:r>
          </a:p>
          <a:p>
            <a:pPr lvl="1"/>
            <a:r>
              <a:t>Implement custom alerting policies</a:t>
            </a:r>
          </a:p>
          <a:p>
            <a:pPr lvl="1"/>
            <a:r>
              <a:t>Enhance integration with automation tools</a:t>
            </a:r>
          </a:p>
          <a:p>
            <a:pPr/>
            <a:r>
              <a:rPr b="1"/>
              <a:t>Team Development:</a:t>
            </a:r>
          </a:p>
          <a:p>
            <a:pPr lvl="1"/>
            <a:r>
              <a:t>Advanced analytics training for network team</a:t>
            </a:r>
          </a:p>
          <a:p>
            <a:pPr lvl="1"/>
            <a:r>
              <a:t>Establish center of excellence for AI operations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**Slide 21: Future Enhancement Opportunities**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733"/>
                <a:gridCol w="1306639"/>
                <a:gridCol w="1045311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Enhancement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Business Value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Complexity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Intent-Based Networking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Automated network optimization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High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9-12 months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High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Security Analytics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Unified network and security insights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Medium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6-8 months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High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Multi-Domain Analytics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Unified infrastructure monitoring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Medium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8-10 months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Medium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Edge Analytics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Real-time local decision making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High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12-18 months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Low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Zero Touch Provisioning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Fully automated network deployment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High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12-15 months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Medium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22: Transition to Operations**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Operational Handover:</a:t>
            </a:r>
          </a:p>
          <a:p>
            <a:pPr lvl="1"/>
            <a:r>
              <a:t>Complete analytics platform documentation</a:t>
            </a:r>
          </a:p>
          <a:p>
            <a:pPr lvl="1"/>
            <a:r>
              <a:t>Network operations team certified on AI platform</a:t>
            </a:r>
          </a:p>
          <a:p>
            <a:pPr/>
            <a:r>
              <a:rPr b="1"/>
              <a:t>Support Structure:</a:t>
            </a:r>
          </a:p>
          <a:p>
            <a:pPr lvl="1"/>
            <a:r>
              <a:t>L1 support for dashboard and reporting issues</a:t>
            </a:r>
          </a:p>
          <a:p>
            <a:pPr lvl="1"/>
            <a:r>
              <a:t>L2 support for model and analytics issues</a:t>
            </a:r>
          </a:p>
          <a:p>
            <a:pPr lvl="1"/>
            <a:r>
              <a:t>L3 escalation to data science team</a:t>
            </a:r>
          </a:p>
          <a:p>
            <a:pPr/>
            <a:r>
              <a:rPr b="1"/>
              <a:t>Continuous Improvement:</a:t>
            </a:r>
          </a:p>
          <a:p>
            <a:pPr lvl="1"/>
            <a:r>
              <a:t>Monthly model performance reviews</a:t>
            </a:r>
          </a:p>
          <a:p>
            <a:pPr lvl="1"/>
            <a:r>
              <a:t>Quarterly platform optimization sessions</a:t>
            </a:r>
          </a:p>
          <a:p>
            <a:pPr lvl="1"/>
            <a:r>
              <a:t>Annual capability expansion planning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23: Core Team Appreciation**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Manager:</a:t>
            </a:r>
            <a:r>
              <a:t> [Name] - Exceptional coordination of complex AI implementation</a:t>
            </a:r>
          </a:p>
          <a:p>
            <a:pPr/>
            <a:r>
              <a:rPr b="1"/>
              <a:t>Data Scientist:</a:t>
            </a:r>
            <a:r>
              <a:t> [Name] - Outstanding AI model development and optimization</a:t>
            </a:r>
          </a:p>
          <a:p>
            <a:pPr/>
            <a:r>
              <a:rPr b="1"/>
              <a:t>Network Architect:</a:t>
            </a:r>
            <a:r>
              <a:t> [Name] - Comprehensive platform integration and design</a:t>
            </a:r>
          </a:p>
          <a:p>
            <a:pPr/>
            <a:r>
              <a:rPr b="1"/>
              <a:t>DevOps Engineer:</a:t>
            </a:r>
            <a:r>
              <a:t> [Name] - Seamless deployment and automation implementation</a:t>
            </a:r>
          </a:p>
          <a:p>
            <a:pPr/>
            <a:r>
              <a:rPr b="1"/>
              <a:t>Business Analyst:</a:t>
            </a:r>
            <a:r>
              <a:t> [Name] - Excellent requirements gathering and validation</a:t>
            </a:r>
          </a:p>
          <a:p>
            <a:pPr/>
            <a:r>
              <a:rPr b="1"/>
              <a:t>Cisco Technical Specialist:</a:t>
            </a:r>
            <a:r>
              <a:t> [Name] - Expert platform configuration and optimization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24: Extended Team Recognition**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Network Operations Team:</a:t>
            </a:r>
            <a:r>
              <a:t> Platform testing and operational feedback</a:t>
            </a:r>
          </a:p>
          <a:p>
            <a:pPr/>
            <a:r>
              <a:rPr b="1"/>
              <a:t>IT Infrastructure Team:</a:t>
            </a:r>
            <a:r>
              <a:t> Data pipeline and integration support</a:t>
            </a:r>
          </a:p>
          <a:p>
            <a:pPr/>
            <a:r>
              <a:rPr b="1"/>
              <a:t>Cisco Support Team:</a:t>
            </a:r>
            <a:r>
              <a:t> Technical guidance and best practices</a:t>
            </a:r>
          </a:p>
          <a:p>
            <a:pPr/>
            <a:r>
              <a:rPr b="1"/>
              <a:t>Security Team:</a:t>
            </a:r>
            <a:r>
              <a:t> Platform security validation and compliance</a:t>
            </a:r>
          </a:p>
          <a:p>
            <a:pPr/>
            <a:r>
              <a:rPr b="1"/>
              <a:t>Executive Sponsors:</a:t>
            </a:r>
            <a:r>
              <a:t> Strategic vision and change management support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25: Team Success Factors**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Innovation:</a:t>
            </a:r>
            <a:r>
              <a:t> Creative application of AI to network operations challenges</a:t>
            </a:r>
          </a:p>
          <a:p>
            <a:pPr/>
            <a:r>
              <a:rPr b="1"/>
              <a:t>Collaboration:</a:t>
            </a:r>
            <a:r>
              <a:t> Excellent partnership between network and data science teams</a:t>
            </a:r>
          </a:p>
          <a:p>
            <a:pPr/>
            <a:r>
              <a:rPr b="1"/>
              <a:t>Technical Excellence:</a:t>
            </a:r>
            <a:r>
              <a:t> Superior AI model development and platform integration</a:t>
            </a:r>
          </a:p>
          <a:p>
            <a:pPr/>
            <a:r>
              <a:rPr b="1"/>
              <a:t>Adaptability:</a:t>
            </a:r>
            <a:r>
              <a:t> Flexibility in model tuning and process optimization</a:t>
            </a:r>
          </a:p>
          <a:p>
            <a:pPr/>
            <a:r>
              <a:rPr b="1"/>
              <a:t>Knowledge Sharing:</a:t>
            </a:r>
            <a:r>
              <a:t> Effective transfer of AI capabilities to operations team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26: AI Analytics Project Success Declaration**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Objectives Achieved:</a:t>
            </a:r>
            <a:r>
              <a:t> All primary objectives exceeded</a:t>
            </a:r>
          </a:p>
          <a:p>
            <a:pPr/>
            <a:r>
              <a:rPr b="1"/>
              <a:t>Value Delivered:</a:t>
            </a:r>
            <a:r>
              <a:t> $4.5M NPV with 1,362% ROI over 3 years</a:t>
            </a:r>
          </a:p>
          <a:p>
            <a:pPr/>
            <a:r>
              <a:rPr b="1"/>
              <a:t>Performance Standards:</a:t>
            </a:r>
            <a:r>
              <a:t> 95.3% anomaly detection accuracy achieved</a:t>
            </a:r>
          </a:p>
          <a:p>
            <a:pPr/>
            <a:r>
              <a:rPr b="1"/>
              <a:t>Operational Impact:</a:t>
            </a:r>
            <a:r>
              <a:t> 74% reduction in network downtime</a:t>
            </a:r>
          </a:p>
          <a:p>
            <a:pPr/>
            <a:r>
              <a:rPr b="1"/>
              <a:t>On-Time/Budget Delivery:</a:t>
            </a:r>
            <a:r>
              <a:t> Delivered within 4% of original timeline and budget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**Slide 27: Formal Project Closure**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Charter Fulfilled:</a:t>
            </a:r>
            <a:r>
              <a:t> All AI analytics objectives and success criteria met</a:t>
            </a:r>
          </a:p>
          <a:p>
            <a:pPr/>
            <a:r>
              <a:rPr b="1"/>
              <a:t>Deliverables Accepted:</a:t>
            </a:r>
            <a:r>
              <a:t> Stakeholder sign-off on all project deliverables</a:t>
            </a:r>
          </a:p>
          <a:p>
            <a:pPr/>
            <a:r>
              <a:rPr b="1"/>
              <a:t>Resources Released:</a:t>
            </a:r>
            <a:r>
              <a:t> Project team transitioned to new AI initiatives</a:t>
            </a:r>
          </a:p>
          <a:p>
            <a:pPr/>
            <a:r>
              <a:rPr b="1"/>
              <a:t>Documentation Complete:</a:t>
            </a:r>
            <a:r>
              <a:t> All technical and operational documentation delivered</a:t>
            </a:r>
          </a:p>
          <a:p>
            <a:pPr/>
            <a:r>
              <a:rPr b="1"/>
              <a:t>Lessons Captured:</a:t>
            </a:r>
            <a:r>
              <a:t> Best practices documented for future AI projects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**Slide 28: Thank You and Q&amp;A**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rPr b="1"/>
              <a:t>Appreciation:</a:t>
            </a:r>
            <a:r>
              <a:t> Thank you to all stakeholders, sponsors, and team members</a:t>
            </a:r>
          </a:p>
          <a:p>
            <a:pPr/>
            <a:r>
              <a:rPr b="1"/>
              <a:t>Contact Information:</a:t>
            </a:r>
            <a:r>
              <a:t> [Project manager and technical lead contact details]</a:t>
            </a:r>
          </a:p>
          <a:p>
            <a:pPr/>
            <a:r>
              <a:rPr b="1"/>
              <a:t>Q&amp;A Session:</a:t>
            </a:r>
            <a:r>
              <a:t> Questions about AI analytics solution and implementation</a:t>
            </a:r>
          </a:p>
          <a:p>
            <a:pPr/>
            <a:r>
              <a:rPr b="1"/>
              <a:t>Next Steps:</a:t>
            </a:r>
            <a:r>
              <a:t> Operational support transition and enhancement planning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**Preparation Checklist**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[ ] Gather all AI model performance metrics and accuracy data</a:t>
            </a:r>
          </a:p>
          <a:p>
            <a:pPr/>
            <a:r>
              <a:t>[ ] Collect network improvement and downtime reduction statistics</a:t>
            </a:r>
          </a:p>
          <a:p>
            <a:pPr/>
            <a:r>
              <a:t>[ ] Prepare ROI analysis and operational savings calculations</a:t>
            </a:r>
          </a:p>
          <a:p>
            <a:pPr/>
            <a:r>
              <a:t>[ ] Create visual demonstrations of analytics dashboards</a:t>
            </a:r>
          </a:p>
          <a:p>
            <a:pPr/>
            <a:r>
              <a:t>[ ] Practice live demo of anomaly detection and insights</a:t>
            </a:r>
          </a:p>
          <a:p>
            <a:pPr/>
            <a:r>
              <a:t>[ ] Prepare for technical questions about AI models</a:t>
            </a:r>
          </a:p>
          <a:p>
            <a:pPr/>
            <a:r>
              <a:t>[ ] Coordinate with technical team for detailed Q&amp;A support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**Presentation Best Practices**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Executive Summary:</a:t>
            </a:r>
            <a:r>
              <a:t> Lead with business value and operational improvements</a:t>
            </a:r>
          </a:p>
          <a:p>
            <a:pPr/>
            <a:r>
              <a:rPr b="1"/>
              <a:t>Data-Driven:</a:t>
            </a:r>
            <a:r>
              <a:t> Use metrics and facts to demonstrate AI success</a:t>
            </a:r>
          </a:p>
          <a:p>
            <a:pPr/>
            <a:r>
              <a:rPr b="1"/>
              <a:t>Visual Appeal:</a:t>
            </a:r>
            <a:r>
              <a:t> Include dashboard screenshots and analytics examples</a:t>
            </a:r>
          </a:p>
          <a:p>
            <a:pPr/>
            <a:r>
              <a:rPr b="1"/>
              <a:t>Technical Balance:</a:t>
            </a:r>
            <a:r>
              <a:t> Explain AI concepts in operational terms</a:t>
            </a:r>
          </a:p>
          <a:p>
            <a:pPr/>
            <a:r>
              <a:rPr b="1"/>
              <a:t>Success Stories:</a:t>
            </a:r>
            <a:r>
              <a:t> Share specific anomaly detection and resolution examples</a:t>
            </a:r>
          </a:p>
          <a:p>
            <a:pPr/>
            <a:r>
              <a:rPr b="1"/>
              <a:t>Future Vision:</a:t>
            </a:r>
            <a:r>
              <a:t> Connect to broader network automation strategy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**Audience Engagement**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Live Demo:</a:t>
            </a:r>
            <a:r>
              <a:t> Show real-time anomaly detection and insights</a:t>
            </a:r>
          </a:p>
          <a:p>
            <a:pPr/>
            <a:r>
              <a:rPr b="1"/>
              <a:t>Performance Metrics:</a:t>
            </a:r>
            <a:r>
              <a:t> Present compelling accuracy and improvement data</a:t>
            </a:r>
          </a:p>
          <a:p>
            <a:pPr/>
            <a:r>
              <a:rPr b="1"/>
              <a:t>User Testimonials:</a:t>
            </a:r>
            <a:r>
              <a:t> Share feedback from network operations team</a:t>
            </a:r>
          </a:p>
          <a:p>
            <a:pPr/>
            <a:r>
              <a:rPr b="1"/>
              <a:t>Interactive Elements:</a:t>
            </a:r>
            <a:r>
              <a:t> Q&amp;A about specific network scenarios</a:t>
            </a:r>
          </a:p>
          <a:p>
            <a:pPr/>
            <a:r>
              <a:rPr b="1"/>
              <a:t>Clear Value Proposition:</a:t>
            </a:r>
            <a:r>
              <a:t> Quantify operational efficiency and cost savings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**Follow-Up Actions**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[ ] Distribute presentation slides and technical appendices</a:t>
            </a:r>
          </a:p>
          <a:p>
            <a:pPr/>
            <a:r>
              <a:t>[ ] Send detailed AI model performance and network improvement report</a:t>
            </a:r>
          </a:p>
          <a:p>
            <a:pPr/>
            <a:r>
              <a:t>[ ] Schedule operational handover and training sessions</a:t>
            </a:r>
          </a:p>
          <a:p>
            <a:pPr/>
            <a:r>
              <a:t>[ ] Document enhancement requests and AI roadmap</a:t>
            </a:r>
          </a:p>
          <a:p>
            <a:pPr/>
            <a:r>
              <a:t>[ ] Archive all project documentation and model artifacts</a:t>
            </a:r>
          </a:p>
          <a:p>
            <a:pPr/>
            <a:r>
              <a:t>[ ] Conduct final team celebration and recognition event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**A. AI Model Performance Dashboard**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[Anomaly detection accuracy and trend analysis]</a:t>
            </a:r>
          </a:p>
          <a:p>
            <a:pPr/>
            <a:r>
              <a:t>[Predictive failure analysis results]</a:t>
            </a:r>
          </a:p>
          <a:p>
            <a:pPr/>
            <a:r>
              <a:t>[Network performance optimization metrics]</a:t>
            </a:r>
          </a:p>
          <a:p>
            <a:pPr/>
            <a:r>
              <a:t>[Model training and validation data]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**B. Stakeholder Feedback Summary**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[Network operations team satisfaction survey]</a:t>
            </a:r>
          </a:p>
          <a:p>
            <a:pPr/>
            <a:r>
              <a:t>[Business stakeholder impact assessment]</a:t>
            </a:r>
          </a:p>
          <a:p>
            <a:pPr/>
            <a:r>
              <a:t>[Technical team AI platform evaluation]</a:t>
            </a:r>
          </a:p>
          <a:p>
            <a:pPr/>
            <a:r>
              <a:t>[Executive sponsor value realization review]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**C. Technical Artifacts**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[AI model specifications and training procedures]</a:t>
            </a:r>
          </a:p>
          <a:p>
            <a:pPr/>
            <a:r>
              <a:t>[Platform architecture diagrams and configurations]</a:t>
            </a:r>
          </a:p>
          <a:p>
            <a:pPr/>
            <a:r>
              <a:t>[API documentation and integration guides]</a:t>
            </a:r>
          </a:p>
          <a:p>
            <a:pPr/>
            <a:r>
              <a:t>[Training materials and certification resources]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**D. Operational Transition Documentation**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[Analytics platform administration runbooks]</a:t>
            </a:r>
          </a:p>
          <a:p>
            <a:pPr/>
            <a:r>
              <a:t>[Model monitoring and maintenance procedures]</a:t>
            </a:r>
          </a:p>
          <a:p>
            <a:pPr/>
            <a:r>
              <a:t>[Support escalation contacts and procedures]</a:t>
            </a:r>
          </a:p>
          <a:p>
            <a:pPr/>
            <a:r>
              <a:t>[Enhancement request and AI development process]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39</Words>
  <Application>Microsoft Office PowerPoint</Application>
  <PresentationFormat>On-screen Show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79</cp:revision>
  <dcterms:created xsi:type="dcterms:W3CDTF">2025-11-01T21:16:10Z</dcterms:created>
  <dcterms:modified xsi:type="dcterms:W3CDTF">2025-11-11T19:45:33Z</dcterms:modified>
</cp:coreProperties>
</file>