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Cisco DNA Center Network Analytics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Eliminate reactive troubleshooting reducing MTTR from 4-6 hours to under 1 hour with AI-powered root cause analysis</a:t>
            </a:r>
          </a:p>
          <a:p>
            <a:pPr lvl="1"/>
            <a:r>
              <a:t>Achieve 99.9% network uptime with predictive insights that detect device failures 14 days in advance</a:t>
            </a:r>
          </a:p>
          <a:p>
            <a:pPr lvl="1"/>
            <a:r>
              <a:t>Automate network provisioning reducing switch deployment time from 4 hours to 15 minutes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75% reduction in network troubleshooting time with measurable MTTR improvements</a:t>
            </a:r>
          </a:p>
          <a:p>
            <a:pPr lvl="1"/>
            <a:r>
              <a:t>Zero-touch provisioning for new sites deployed in hours versus weeks</a:t>
            </a:r>
          </a:p>
          <a:p>
            <a:pPr lvl="1"/>
            <a:r>
              <a:t>ROI realization within 18 months through operational efficiency and reduced downtime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Primary Features/Capabilities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DNA Center for 200 devices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Customization Level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DNA Center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campus network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systems (AD + ITSM)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802.1X and encryption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Network devices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logging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network administrators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Performance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telemetry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roles (admin + viewer)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devices telemetry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500 GB (90-day retention)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data center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t>Cisco DNA Center appliances with primary and secondary HA for 99.9% uptime</a:t>
            </a:r>
          </a:p>
          <a:p>
            <a:pPr lvl="1"/>
            <a:r>
              <a:t>AI Network Analytics with predictive failure detection and automated remediation</a:t>
            </a:r>
          </a:p>
          <a:p>
            <a:pPr lvl="1"/>
            <a:r>
              <a:t>Application Experience monitoring for Office 365, Webex, and SAP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Cisco DNA Center with zero-touch provisioning and policy automation</a:t>
            </a:r>
          </a:p>
          <a:p>
            <a:pPr lvl="1"/>
            <a:r>
              <a:t>Integration: Active Directory, ServiceNow ITSM, and NetBox IPAM</a:t>
            </a:r>
          </a:p>
          <a:p>
            <a:pPr lvl="1"/>
            <a:r>
              <a:t>Security: TrustSec micro-segmentation with policy-based access control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Deployment (Weeks 1-6)</a:t>
            </a:r>
          </a:p>
          <a:p>
            <a:pPr lvl="1"/>
            <a:r>
              <a:t>Network assessment and DNA Center HA deployment</a:t>
            </a:r>
          </a:p>
          <a:p>
            <a:pPr lvl="1"/>
            <a:r>
              <a:t>Initial device onboarding for 50 pilot devices with policy framework design</a:t>
            </a:r>
          </a:p>
          <a:p>
            <a:pPr lvl="1"/>
            <a:r>
              <a:t>Remaining 150 devices onboarded with AI analytics and automation workflows</a:t>
            </a:r>
          </a:p>
          <a:p>
            <a:pPr/>
            <a:r>
              <a:rPr b="1"/>
              <a:t>Phase 2: Advanced Features &amp; Integration (Weeks 7-12)</a:t>
            </a:r>
          </a:p>
          <a:p>
            <a:pPr lvl="1"/>
            <a:r>
              <a:t>Application experience monitoring for Office 365, Webex, and SAP</a:t>
            </a:r>
          </a:p>
          <a:p>
            <a:pPr lvl="1"/>
            <a:r>
              <a:t>ServiceNow and NetBox integration with automated ticket workflows</a:t>
            </a:r>
          </a:p>
          <a:p>
            <a:pPr lvl="1"/>
            <a:r>
              <a:t>Policy automation for VLAN, ACL, and compliance configuration</a:t>
            </a:r>
          </a:p>
          <a:p>
            <a:pPr/>
            <a:r>
              <a:rPr b="1"/>
              <a:t>Phase 3: Optimization &amp; Training (Weeks 13-16)</a:t>
            </a:r>
          </a:p>
          <a:p>
            <a:pPr lvl="1"/>
            <a:r>
              <a:t>Validation testing and policy fine-tuning based on feedback</a:t>
            </a:r>
          </a:p>
          <a:p>
            <a:pPr lvl="1"/>
            <a:r>
              <a:t>Team training (32 hours) with hands-on labs and knowledge transfer</a:t>
            </a:r>
          </a:p>
          <a:p>
            <a:pPr lvl="1"/>
            <a:r>
              <a:t>Operational handoff with runbooks and hypercare support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DNA Center HA deployed, 50 pilot devices onboarded, Policy framework designed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Automation &amp; Analytics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 devices managed, AI analytics operational, Network policies automated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Advanced Features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Application monitoring live, ITSM/IPAM integrated, SD-Access deployed (100 devices)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13-16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Validation complete, Team trained (32 hours), Full operational handoff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Healthcare System</a:t>
            </a:r>
          </a:p>
          <a:p>
            <a:pPr lvl="1"/>
            <a:r>
              <a:rPr b="1"/>
              <a:t>Client:</a:t>
            </a:r>
            <a:r>
              <a:t> Multi-hospital healthcare system with 180 devices across 8 locations</a:t>
            </a:r>
          </a:p>
          <a:p>
            <a:pPr lvl="1"/>
            <a:r>
              <a:rPr b="1"/>
              <a:t>Challenge:</a:t>
            </a:r>
            <a:r>
              <a:t> 4-6 hour outages impacting patient care. Manual provisioning taking 4 hours per device. No application performance visibility for critical healthcare apps.</a:t>
            </a:r>
          </a:p>
          <a:p>
            <a:pPr lvl="1"/>
            <a:r>
              <a:rPr b="1"/>
              <a:t>Solution:</a:t>
            </a:r>
            <a:r>
              <a:t> Deployed DNA Center with AI analytics, zero-touch provisioning, and Epic EMR monitoring.</a:t>
            </a:r>
          </a:p>
          <a:p>
            <a:pPr lvl="1"/>
            <a:r>
              <a:rPr b="1"/>
              <a:t>Results:</a:t>
            </a:r>
            <a:r>
              <a:t> 78% MTTR reduction and 99.8% uptime achieved. Device deployment reduced to 12 minutes. $135K annual savings with 14-month ROI.</a:t>
            </a:r>
          </a:p>
          <a:p>
            <a:pPr lvl="1"/>
            <a:r>
              <a:rPr b="1"/>
              <a:t>Testimonial:</a:t>
            </a:r>
            <a:r>
              <a:t> "DNA Center transformed our network from reactive firefighting to proactive management. We detected device failures before impacting patient care." — </a:t>
            </a:r>
            <a:r>
              <a:rPr b="1"/>
              <a:t>Michael Chen</a:t>
            </a:r>
            <a:r>
              <a:t>, Director of IT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12+ years delivering Cisco network automation solutions with proven enterprise deployments</a:t>
            </a:r>
          </a:p>
          <a:p>
            <a:pPr lvl="1"/>
            <a:r>
              <a:t>40+ successful DNA Center implementations across healthcare, finance, manufacturing</a:t>
            </a:r>
          </a:p>
          <a:p>
            <a:pPr lvl="1"/>
            <a:r>
              <a:t>Cisco Gold Partner with Advanced Enterprise Networks Architecture Specialization</a:t>
            </a:r>
          </a:p>
          <a:p>
            <a:pPr lvl="1"/>
            <a:r>
              <a:t>Certified DNA Center specialists and network automation experts on staff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policy templates and automation workflows accelerate deployment by 40%</a:t>
            </a:r>
          </a:p>
          <a:p>
            <a:pPr lvl="1"/>
            <a:r>
              <a:t>Proven integration patterns for ServiceNow, NetBox, and SIEM platforms</a:t>
            </a:r>
          </a:p>
          <a:p>
            <a:pPr lvl="1"/>
            <a:r>
              <a:t>Direct Cisco TAC escalation and engineering support through partner network</a:t>
            </a:r>
          </a:p>
          <a:p>
            <a:pPr lvl="1"/>
            <a:r>
              <a:t>Best practices from 40+ implementations avoiding common deployment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$85,100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$85,100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$85,100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$120,000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$90,000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$110,000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$310,000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$333,100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($20,000)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$313,100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$128,000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$128,000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$569,100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$313K Year 1 investment by [specific date]</a:t>
            </a:r>
          </a:p>
          <a:p>
            <a:pPr/>
            <a:r>
              <a:rPr b="1"/>
              <a:t>Hardware Procurement:</a:t>
            </a:r>
            <a:r>
              <a:t> Order DNA Center appliances (4-6 week lead time) with data center preparation</a:t>
            </a:r>
          </a:p>
          <a:p>
            <a:pPr/>
            <a:r>
              <a:rPr b="1"/>
              <a:t>Team Formation:</a:t>
            </a:r>
            <a:r>
              <a:t> Assign technical lead, project team, and secure implementation resources</a:t>
            </a:r>
          </a:p>
          <a:p>
            <a:pPr/>
            <a:r>
              <a:rPr b="1"/>
              <a:t>Week 1-4:</a:t>
            </a:r>
            <a:r>
              <a:t> Discovery phase with network assessment, policy design, and stakeholder workshops</a:t>
            </a:r>
          </a:p>
          <a:p>
            <a:pPr/>
            <a:r>
              <a:rPr b="1"/>
              <a:t>Week 5-16:</a:t>
            </a:r>
            <a:r>
              <a:t> Full deployment with pilot validation, enterprise rollout, training, and operational handoff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DNA Center Network Analytics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84</cp:revision>
  <dcterms:created xsi:type="dcterms:W3CDTF">2025-11-01T21:16:10Z</dcterms:created>
  <dcterms:modified xsi:type="dcterms:W3CDTF">2025-11-22T19:37:42Z</dcterms:modified>
</cp:coreProperties>
</file>