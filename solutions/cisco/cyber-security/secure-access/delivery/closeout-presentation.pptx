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Project Outcomes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99% threat detection accuracy</a:t>
            </a:r>
          </a:p>
          <a:p>
            <a:pPr/>
            <a:r>
              <a:t>Zero successful breaches</a:t>
            </a:r>
          </a:p>
          <a:p>
            <a:pPr/>
            <a:r>
              <a:t>Continuous verification</a:t>
            </a:r>
          </a:p>
          <a:p>
            <a:pPr/>
            <a:r>
              <a:t>2,500 users protected</a:t>
            </a:r>
          </a:p>
          <a:p>
            <a:pPr/>
            <a:r>
              <a:t>Sub-second authentication</a:t>
            </a:r>
          </a:p>
          <a:p>
            <a:pPr/>
            <a:r>
              <a:t>97% user satisfaction</a:t>
            </a:r>
          </a:p>
          <a:p>
            <a:pPr/>
            <a:r>
              <a:t>270% ROI achieved</a:t>
            </a:r>
          </a:p>
          <a:p>
            <a:pPr/>
            <a:r>
              <a:t>$450K VPN savings annually</a:t>
            </a:r>
          </a:p>
          <a:p>
            <a:pPr/>
            <a:r>
              <a:t>7.3 month payback period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Zero Trust Security Platform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Cisco Duo multi-factor authentication</a:t>
            </a:r>
          </a:p>
          <a:p>
            <a:pPr/>
            <a:r>
              <a:t>Adaptive risk-based policies</a:t>
            </a:r>
          </a:p>
          <a:p>
            <a:pPr/>
            <a:r>
              <a:t>Device trust verification</a:t>
            </a:r>
          </a:p>
          <a:p>
            <a:pPr/>
            <a:r>
              <a:t>Cisco Umbrella DNS protection</a:t>
            </a:r>
          </a:p>
          <a:p>
            <a:pPr/>
            <a:r>
              <a:t>Cisco ISE network access control</a:t>
            </a:r>
          </a:p>
          <a:p>
            <a:pPr/>
            <a:r>
              <a:t>Micro-segmentation policies</a:t>
            </a:r>
          </a:p>
          <a:p>
            <a:pPr/>
            <a:r>
              <a:t>Cisco AnyConnect secure client</a:t>
            </a:r>
          </a:p>
          <a:p>
            <a:pPr/>
            <a:r>
              <a:t>Endpoint posture assessment</a:t>
            </a:r>
          </a:p>
          <a:p>
            <a:pPr/>
            <a:r>
              <a:t>Continuous compliance checks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Completed Deliverables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Duo MFA: 2,500 users enrolled</a:t>
            </a:r>
          </a:p>
          <a:p>
            <a:pPr/>
            <a:r>
              <a:t>Umbrella: DNS protection active</a:t>
            </a:r>
          </a:p>
          <a:p>
            <a:pPr/>
            <a:r>
              <a:t>ISE NAC: Network policies enforced</a:t>
            </a:r>
          </a:p>
          <a:p>
            <a:pPr/>
            <a:r>
              <a:t>AnyConnect: VPN replacement complete</a:t>
            </a:r>
          </a:p>
          <a:p>
            <a:pPr/>
            <a:r>
              <a:t>SecureX: Unified SOC dashboard</a:t>
            </a:r>
          </a:p>
          <a:p>
            <a:pPr/>
            <a:r>
              <a:t>Active Directory: SSO configured</a:t>
            </a:r>
          </a:p>
          <a:p>
            <a:pPr/>
            <a:r>
              <a:t>30+ applications: SAML/OIDC integrated</a:t>
            </a:r>
          </a:p>
          <a:p>
            <a:pPr/>
            <a:r>
              <a:t>SIEM platform: Log correlation active</a:t>
            </a:r>
          </a:p>
          <a:p>
            <a:pPr/>
            <a:r>
              <a:t>Cloud platforms: AWS, Azure protected</a:t>
            </a:r>
          </a:p>
          <a:p>
            <a:pPr/>
            <a:r>
              <a:t>API integrations: Automation enabled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Validation Results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Penetration testing: Zero critical findings</a:t>
            </a:r>
          </a:p>
          <a:p>
            <a:pPr/>
            <a:r>
              <a:t>Vulnerability assessment: All remediated</a:t>
            </a:r>
          </a:p>
          <a:p>
            <a:pPr/>
            <a:r>
              <a:t>Compliance validation: SOC 2, HIPAA passed</a:t>
            </a:r>
          </a:p>
          <a:p>
            <a:pPr/>
            <a:r>
              <a:t>Red team exercise: Defense validated</a:t>
            </a:r>
          </a:p>
          <a:p>
            <a:pPr/>
            <a:r>
              <a:t>Policy effectiveness: 99% threat block rate</a:t>
            </a:r>
          </a:p>
          <a:p>
            <a:pPr/>
            <a:r>
              <a:t>Authentication latency: &lt;2 seconds</a:t>
            </a:r>
          </a:p>
          <a:p>
            <a:pPr/>
            <a:r>
              <a:t>DNS resolution: &lt;50ms average</a:t>
            </a:r>
          </a:p>
          <a:p>
            <a:pPr/>
            <a:r>
              <a:t>User provisioning: 80% faster</a:t>
            </a:r>
          </a:p>
          <a:p>
            <a:pPr/>
            <a:r>
              <a:t>Incident response: 75% time reduction</a:t>
            </a:r>
          </a:p>
          <a:p>
            <a:pPr/>
            <a:r>
              <a:t>System availability: 99.99% uptime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Impact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Zero trust architecture deployed</a:t>
            </a:r>
          </a:p>
          <a:p>
            <a:pPr/>
            <a:r>
              <a:t>95% data exfiltration reduction</a:t>
            </a:r>
          </a:p>
          <a:p>
            <a:pPr/>
            <a:r>
              <a:t>Automated compliance monitoring</a:t>
            </a:r>
          </a:p>
          <a:p>
            <a:pPr/>
            <a:r>
              <a:t>60% admin task reduction</a:t>
            </a:r>
          </a:p>
          <a:p>
            <a:pPr/>
            <a:r>
              <a:t>80% faster access provisioning</a:t>
            </a:r>
          </a:p>
          <a:p>
            <a:pPr/>
            <a:r>
              <a:t>65% fewer support tickets</a:t>
            </a:r>
          </a:p>
          <a:p>
            <a:pPr/>
            <a:r>
              <a:t>$450K annual VPN savings</a:t>
            </a:r>
          </a:p>
          <a:p>
            <a:pPr/>
            <a:r>
              <a:t>35% total cost reduction</a:t>
            </a:r>
          </a:p>
          <a:p>
            <a:pPr/>
            <a:r>
              <a:t>$3.2M breach prevention value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Insights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Phased rollout minimized disruption</a:t>
            </a:r>
          </a:p>
          <a:p>
            <a:pPr/>
            <a:r>
              <a:t>Strong executive sponsorship</a:t>
            </a:r>
          </a:p>
          <a:p>
            <a:pPr/>
            <a:r>
              <a:t>Comprehensive user training</a:t>
            </a:r>
          </a:p>
          <a:p>
            <a:pPr/>
            <a:r>
              <a:t>Early stakeholder engagement</a:t>
            </a:r>
          </a:p>
          <a:p>
            <a:pPr/>
            <a:r>
              <a:t>Automated policy deployment</a:t>
            </a:r>
          </a:p>
          <a:p>
            <a:pPr/>
            <a:r>
              <a:t>Earlier integration planning</a:t>
            </a:r>
          </a:p>
          <a:p>
            <a:pPr/>
            <a:r>
              <a:t>More frequent user feedback cycles</a:t>
            </a:r>
          </a:p>
          <a:p>
            <a:pPr/>
            <a:r>
              <a:t>Extended policy testing period</a:t>
            </a:r>
          </a:p>
          <a:p>
            <a:pPr/>
            <a:r>
              <a:t>Additional pilot user groups</a:t>
            </a:r>
          </a:p>
          <a:p>
            <a:pPr/>
            <a:r>
              <a:t>Performance baseline earlier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Operational Handover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L1: Help desk - 15 min response</a:t>
            </a:r>
          </a:p>
          <a:p>
            <a:pPr/>
            <a:r>
              <a:t>L2: Security team - 1 hour response</a:t>
            </a:r>
          </a:p>
          <a:p>
            <a:pPr/>
            <a:r>
              <a:t>L3: Cisco TAC - 4 hour response</a:t>
            </a:r>
          </a:p>
          <a:p>
            <a:pPr/>
            <a:r>
              <a:t>24/7: SOC monitoring active</a:t>
            </a:r>
          </a:p>
          <a:p>
            <a:pPr/>
            <a:r>
              <a:t>Escalation matrix documented</a:t>
            </a:r>
          </a:p>
          <a:p>
            <a:pPr/>
            <a:r>
              <a:t>32 hours admin training completed</a:t>
            </a:r>
          </a:p>
          <a:p>
            <a:pPr/>
            <a:r>
              <a:t>Operations runbooks delivered</a:t>
            </a:r>
          </a:p>
          <a:p>
            <a:pPr/>
            <a:r>
              <a:t>Troubleshooting guides provided</a:t>
            </a:r>
          </a:p>
          <a:p>
            <a:pPr/>
            <a:r>
              <a:t>Monthly security reviews scheduled</a:t>
            </a:r>
          </a:p>
          <a:p>
            <a:pPr/>
            <a:r>
              <a:t>Quarterly compliance audits planned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Project Team Recognition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Project Manager: Exceptional delivery execution</a:t>
            </a:r>
          </a:p>
          <a:p>
            <a:pPr/>
            <a:r>
              <a:t>Security Architect: Expert zero trust design</a:t>
            </a:r>
          </a:p>
          <a:p>
            <a:pPr/>
            <a:r>
              <a:t>Integration Lead: Seamless application integration</a:t>
            </a:r>
          </a:p>
          <a:p>
            <a:pPr/>
            <a:r>
              <a:t>Security Engineers: Platform configuration expertise</a:t>
            </a:r>
          </a:p>
          <a:p>
            <a:pPr/>
            <a:r>
              <a:t>Network Team: ISE and network integration</a:t>
            </a:r>
          </a:p>
          <a:p>
            <a:pPr/>
            <a:r>
              <a:t>Support Team: User enablement and adoption</a:t>
            </a:r>
          </a:p>
          <a:p>
            <a:pPr/>
            <a:r>
              <a:t>IT Security Team: Requirements validation</a:t>
            </a:r>
          </a:p>
          <a:p>
            <a:pPr/>
            <a:r>
              <a:t>Business Stakeholders: UAT participation</a:t>
            </a:r>
          </a:p>
          <a:p>
            <a:pPr/>
            <a:r>
              <a:t>Executive Sponsors: Strategic guidance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Policy optimization based on usage patterns</a:t>
            </a:r>
          </a:p>
          <a:p>
            <a:pPr/>
            <a:r>
              <a:t>Additional application integrations (10+ planned)</a:t>
            </a:r>
          </a:p>
          <a:p>
            <a:pPr/>
            <a:r>
              <a:t>Enhanced threat detection tuning</a:t>
            </a:r>
          </a:p>
          <a:p>
            <a:pPr/>
            <a:r>
              <a:t>Advanced behavioral analytics deployment</a:t>
            </a:r>
          </a:p>
          <a:p>
            <a:pPr/>
            <a:r>
              <a:t>Partner and vendor access extension</a:t>
            </a:r>
          </a:p>
          <a:p>
            <a:pPr/>
            <a:r>
              <a:t>Mobile security enhancements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