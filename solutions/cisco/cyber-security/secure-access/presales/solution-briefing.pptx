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ISE Secure Network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unauthorized network access reducing security breaches by 90% with 802.1X authentication</a:t>
            </a:r>
          </a:p>
          <a:p>
            <a:pPr lvl="1"/>
            <a:r>
              <a:t>Achieve micro-segmentation with TrustSec reducing lateral threat movement by 85%</a:t>
            </a:r>
          </a:p>
          <a:p>
            <a:pPr lvl="1"/>
            <a:r>
              <a:t>Automate BYOD onboarding reducing helpdesk tickets by 70% with self-service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100% device authentication compliance across wired and wireless networks</a:t>
            </a:r>
          </a:p>
          <a:p>
            <a:pPr lvl="1"/>
            <a:r>
              <a:t>90% reduction in network security incidents through policy enforcement</a:t>
            </a:r>
          </a:p>
          <a:p>
            <a:pPr lvl="1"/>
            <a:r>
              <a:t>ROI realization within 24 months through reduced security incidents and helpdesk costs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for 1000 users 2000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ISE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campus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(AD + switches)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802.1X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identity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employees and guests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authentication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(employee + guest)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endpoint authentications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site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Cisco ISE 3615 appliances in HA configuration supporting 3000 endpoints</a:t>
            </a:r>
          </a:p>
          <a:p>
            <a:pPr lvl="1"/>
            <a:r>
              <a:t>802.1X authentication with Active Directory integration for users</a:t>
            </a:r>
          </a:p>
          <a:p>
            <a:pPr lvl="1"/>
            <a:r>
              <a:t>TrustSec micro-segmentation with security group tags and policy matrix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ISE Plus with 802.1X, MAB, BYOD, and guest access</a:t>
            </a:r>
          </a:p>
          <a:p>
            <a:pPr lvl="1"/>
            <a:r>
              <a:t>Authorization: TrustSec security groups with policy-based access control</a:t>
            </a:r>
          </a:p>
          <a:p>
            <a:pPr lvl="1"/>
            <a:r>
              <a:t>Integration: Active Directory LDAP and certificate-based authentication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Policy (Weeks 1-8)</a:t>
            </a:r>
          </a:p>
          <a:p>
            <a:pPr lvl="1"/>
            <a:r>
              <a:t>ISE HA deployment, Active Directory integration, and 802.1X readiness assessment</a:t>
            </a:r>
          </a:p>
          <a:p>
            <a:pPr lvl="1"/>
            <a:r>
              <a:t>Authentication policy framework design with 802.1X and MAB configuration</a:t>
            </a:r>
          </a:p>
          <a:p>
            <a:pPr lvl="1"/>
            <a:r>
              <a:t>BYOD and guest portal setup with sponsor workflows</a:t>
            </a:r>
          </a:p>
          <a:p>
            <a:pPr/>
            <a:r>
              <a:rPr b="1"/>
              <a:t>Phase 2: Integration &amp; Testing (Weeks 9-13)</a:t>
            </a:r>
          </a:p>
          <a:p>
            <a:pPr lvl="1"/>
            <a:r>
              <a:t>TrustSec security group tag design and policy matrix configuration</a:t>
            </a:r>
          </a:p>
          <a:p>
            <a:pPr lvl="1"/>
            <a:r>
              <a:t>Network infrastructure integration with switches and WLCs</a:t>
            </a:r>
          </a:p>
          <a:p>
            <a:pPr lvl="1"/>
            <a:r>
              <a:t>Lab validation and pilot deployment with IT department (50-100 users)</a:t>
            </a:r>
          </a:p>
          <a:p>
            <a:pPr/>
            <a:r>
              <a:rPr b="1"/>
              <a:t>Phase 3: Production Rollout (Weeks 14-16)</a:t>
            </a:r>
          </a:p>
          <a:p>
            <a:pPr lvl="1"/>
            <a:r>
              <a:t>Phased production rollout: wired, wireless, BYOD, and guest access</a:t>
            </a:r>
          </a:p>
          <a:p>
            <a:pPr lvl="1"/>
            <a:r>
              <a:t>TrustSec policy enforcement across network infrastructure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HA deployed, Active Directory integrated, 802.1X readiness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Authentication policies configured, BYOD portal operational, Guest workflow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SGTs designed, Network infrastructure integrated, Lab validation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IT pilot validated (50-100 users), Production rollout complete (1000 users), TrustSec enforced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System</a:t>
            </a:r>
          </a:p>
          <a:p>
            <a:pPr lvl="1"/>
            <a:r>
              <a:rPr b="1"/>
              <a:t>Client:</a:t>
            </a:r>
            <a:r>
              <a:t> Multi-hospital system with 1200 users and 2500 devices</a:t>
            </a:r>
          </a:p>
          <a:p>
            <a:pPr lvl="1"/>
            <a:r>
              <a:rPr b="1"/>
              <a:t>Challenge:</a:t>
            </a:r>
            <a:r>
              <a:t> Unauthorized access creating compliance risk. 150+ monthly BYOD tickets. Medical IoT lacking 802.1X support.</a:t>
            </a:r>
          </a:p>
          <a:p>
            <a:pPr lvl="1"/>
            <a:r>
              <a:rPr b="1"/>
              <a:t>Solution:</a:t>
            </a:r>
            <a:r>
              <a:t> Cisco ISE with 802.1X, MAB for IoT, BYOD portal, TrustSec segmentation.</a:t>
            </a:r>
          </a:p>
          <a:p>
            <a:pPr lvl="1"/>
            <a:r>
              <a:rPr b="1"/>
              <a:t>Results:</a:t>
            </a:r>
            <a:r>
              <a:t> 100% compliance. 78% ticket reduction (150 to 33). 92% fewer unauthorized access attempts. $82K savings, 22-month ROI.</a:t>
            </a:r>
          </a:p>
          <a:p>
            <a:pPr lvl="1"/>
            <a:r>
              <a:rPr b="1"/>
              <a:t>Testimonial:</a:t>
            </a:r>
            <a:r>
              <a:t> "ISE gave us HIPAA compliance visibility. The BYOD portal eliminated helpdesk burden, and TrustSec protects patient data without VLAN complexity." — </a:t>
            </a:r>
            <a:r>
              <a:rPr b="1"/>
              <a:t>Dr. Maria Rodriguez</a:t>
            </a:r>
            <a:r>
              <a:t>, CISO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Cisco ISE and network security solutions with proven deployments</a:t>
            </a:r>
          </a:p>
          <a:p>
            <a:pPr lvl="1"/>
            <a:r>
              <a:t>45+ successful ISE implementations across healthcare, finance, education, government sectors</a:t>
            </a:r>
          </a:p>
          <a:p>
            <a:pPr lvl="1"/>
            <a:r>
              <a:t>Cisco Gold Partner with Security Architecture Specialization and CCIE Security expertise</a:t>
            </a:r>
          </a:p>
          <a:p>
            <a:pPr lvl="1"/>
            <a:r>
              <a:t>Deep experience with 802.1X, TrustSec, BYOD, and guest access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ISE policy templates for healthcare, finance, and enterprise accelerate deployment</a:t>
            </a:r>
          </a:p>
          <a:p>
            <a:pPr lvl="1"/>
            <a:r>
              <a:t>Proven integration patterns for Active Directory, RADIUS, and certificate authorities</a:t>
            </a:r>
          </a:p>
          <a:p>
            <a:pPr lvl="1"/>
            <a:r>
              <a:t>Best practices from 45+ implementations avoiding common authentication and policy pitfalls</a:t>
            </a:r>
          </a:p>
          <a:p>
            <a:pPr lvl="1"/>
            <a:r>
              <a:t>Ongoing support for policy tuning and troubleshooting as security requirements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$268,200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$258,200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$470,200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$258.2K Year 1 investment by [specific date]</a:t>
            </a:r>
          </a:p>
          <a:p>
            <a:pPr/>
            <a:r>
              <a:rPr b="1"/>
              <a:t>Hardware Procurement:</a:t>
            </a:r>
            <a:r>
              <a:t> Order ISE 3615 appliances (4-6 week lead time) with data center preparation</a:t>
            </a:r>
          </a:p>
          <a:p>
            <a:pPr/>
            <a:r>
              <a:rPr b="1"/>
              <a:t>Team Formation:</a:t>
            </a:r>
            <a:r>
              <a:t> Assign security lead, network team, and coordinate with Active Directory administrators</a:t>
            </a:r>
          </a:p>
          <a:p>
            <a:pPr/>
            <a:r>
              <a:rPr b="1"/>
              <a:t>Week 1-4:</a:t>
            </a:r>
            <a:r>
              <a:t> Foundation phase with 802.1X readiness assessment, ISE deployment, and AD integration</a:t>
            </a:r>
          </a:p>
          <a:p>
            <a:pPr/>
            <a:r>
              <a:rPr b="1"/>
              <a:t>Week 5-16:</a:t>
            </a:r>
            <a:r>
              <a:t> Policy development and rollout with BYOD/guest configuration, pilot validation, and production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