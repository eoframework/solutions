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ISE Secure Network Access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unauthorized network access reducing security breaches by 90% with 802.1X authentication</a:t>
            </a:r>
          </a:p>
          <a:p>
            <a:pPr lvl="1"/>
            <a:r>
              <a:t>Achieve micro-segmentation with TrustSec reducing lateral threat movement by 85%</a:t>
            </a:r>
          </a:p>
          <a:p>
            <a:pPr lvl="1"/>
            <a:r>
              <a:t>Automate BYOD onboarding reducing helpdesk tickets by 70% with self-service provisioning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100% device authentication compliance across wired and wireless networks</a:t>
            </a:r>
          </a:p>
          <a:p>
            <a:pPr lvl="1"/>
            <a:r>
              <a:t>90% reduction in network security incidents through policy enforcement</a:t>
            </a:r>
          </a:p>
          <a:p>
            <a:pPr lvl="1"/>
            <a:r>
              <a:t>ROI realization within 24 months through reduced security incidents and helpdesk costs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Primary Features/Capabilities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ISE for 1000 users 2000 devices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Customization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ISE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campus 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systems (AD + switches)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802.1X authentication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User identity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 employees and guests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authentication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roles (employee + guest)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2000 endpoint authentications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GB (90-day logs)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site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t>Cisco ISE 3615 appliances (primary + secondary HA) supporting 3000 concurrent endpoints</a:t>
            </a:r>
          </a:p>
          <a:p>
            <a:pPr lvl="1"/>
            <a:r>
              <a:t>802.1X authentication with Active Directory integration for corporate users</a:t>
            </a:r>
          </a:p>
          <a:p>
            <a:pPr lvl="1"/>
            <a:r>
              <a:t>TrustSec micro-segmentation with security group tags and policy matrix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Identity Platform: Cisco Identity Services Engine (ISE) Plus</a:t>
            </a:r>
          </a:p>
          <a:p>
            <a:pPr lvl="1"/>
            <a:r>
              <a:t>Authentication: 802.1X wired/wireless, MAB for non-supplicant devices</a:t>
            </a:r>
          </a:p>
          <a:p>
            <a:pPr lvl="1"/>
            <a:r>
              <a:t>Authorization: TrustSec security groups with policy-based access control</a:t>
            </a:r>
          </a:p>
          <a:p>
            <a:pPr lvl="1"/>
            <a:r>
              <a:t>BYOD: Self-service onboarding with certificate provisioning for iOS/Android</a:t>
            </a:r>
          </a:p>
          <a:p>
            <a:pPr lvl="1"/>
            <a:r>
              <a:t>Guest: Sponsor-based workflow with time-limited access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Policy (Weeks 1-8)</a:t>
            </a:r>
          </a:p>
          <a:p>
            <a:pPr lvl="1"/>
            <a:r>
              <a:t>ISE HA deployment, Active Directory integration, and 802.1X readiness assessment</a:t>
            </a:r>
          </a:p>
          <a:p>
            <a:pPr lvl="1"/>
            <a:r>
              <a:t>Authentication policy framework design with 802.1X and MAB configuration</a:t>
            </a:r>
          </a:p>
          <a:p>
            <a:pPr lvl="1"/>
            <a:r>
              <a:t>BYOD and guest portal setup with sponsor workflows</a:t>
            </a:r>
          </a:p>
          <a:p>
            <a:pPr/>
            <a:r>
              <a:rPr b="1"/>
              <a:t>Phase 2: Integration &amp; Testing (Weeks 9-13)</a:t>
            </a:r>
          </a:p>
          <a:p>
            <a:pPr lvl="1"/>
            <a:r>
              <a:t>TrustSec security group tag design and policy matrix configuration</a:t>
            </a:r>
          </a:p>
          <a:p>
            <a:pPr lvl="1"/>
            <a:r>
              <a:t>Network infrastructure integration with switches and WLCs</a:t>
            </a:r>
          </a:p>
          <a:p>
            <a:pPr lvl="1"/>
            <a:r>
              <a:t>Lab validation and pilot deployment with IT department (50-100 users)</a:t>
            </a:r>
          </a:p>
          <a:p>
            <a:pPr/>
            <a:r>
              <a:rPr b="1"/>
              <a:t>Phase 3: Production Rollout (Weeks 14-16)</a:t>
            </a:r>
          </a:p>
          <a:p>
            <a:pPr lvl="1"/>
            <a:r>
              <a:t>Phased production rollout: wired, wireless, BYOD, and guest access</a:t>
            </a:r>
          </a:p>
          <a:p>
            <a:pPr lvl="1"/>
            <a:r>
              <a:t>TrustSec policy enforcement across network infrastructure</a:t>
            </a:r>
          </a:p>
          <a:p>
            <a:pPr lvl="1"/>
            <a:r>
              <a:t>Hypercare support and operational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ISE HA deployed, Active Directory integrated, 802.1X readiness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Policy Development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Authentication policies configured, BYOD portal operational, Guest workflow 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TrustSec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TrustSec SGTs designed, Network infrastructure integrated, Lab validation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13-16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IT pilot validated (50-100 users), Production rollout complete (1000 users), TrustSec enforced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Healthcare System</a:t>
            </a:r>
          </a:p>
          <a:p>
            <a:pPr lvl="1"/>
            <a:r>
              <a:rPr b="1"/>
              <a:t>Client:</a:t>
            </a:r>
            <a:r>
              <a:t> Multi-hospital healthcare system with 1200 users and 2500 devices including clinical systems, medical devices, and staff BYOD requiring HIPAA compliance and network segmentation</a:t>
            </a:r>
          </a:p>
          <a:p>
            <a:pPr lvl="1"/>
            <a:r>
              <a:rPr b="1"/>
              <a:t>Challenge:</a:t>
            </a:r>
            <a:r>
              <a:t> Unauthorized device access creating compliance risk with no visibility into network connections. Manual BYOD provisioning generating 150+ monthly helpdesk tickets. Medical IoT devices requiring network access without 802.1X support causing security gaps.</a:t>
            </a:r>
          </a:p>
          <a:p>
            <a:pPr lvl="1"/>
            <a:r>
              <a:rPr b="1"/>
              <a:t>Solution:</a:t>
            </a:r>
            <a:r>
              <a:t> Deployed Cisco ISE with 802.1X authentication for corporate devices and MAB for medical IoT. Implemented self-service BYOD portal for iOS/Android with certificate provisioning. Configured TrustSec micro-segmentation isolating patient data networks from guest and IoT zones.</a:t>
            </a:r>
          </a:p>
          <a:p>
            <a:pPr lvl="1"/>
            <a:r>
              <a:rPr b="1"/>
              <a:t>Results:</a:t>
            </a:r>
            <a:r>
              <a:t> 100% device authentication compliance achieving HIPAA audit requirements. 78% reduction in helpdesk tickets (150 to 33 monthly) through self-service BYOD. 92% reduction in unauthorized access attempts detected and blocked. TrustSec segmentation preventing lateral movement between clinical and administrative networks. $82K annual savings with 22-month ROI.</a:t>
            </a:r>
          </a:p>
          <a:p>
            <a:pPr lvl="1"/>
            <a:r>
              <a:rPr b="1"/>
              <a:t>Testimonial:</a:t>
            </a:r>
            <a:r>
              <a:t> "ISE gave us the visibility and control we desperately needed for HIPAA compliance. The self-service BYOD portal eliminated a major helpdesk burden, and TrustSec segmentation protects our patient data without complex VLAN changes. Our audits are now straightforward with complete access logs." — </a:t>
            </a:r>
            <a:r>
              <a:rPr b="1"/>
              <a:t>Dr. Maria Rodriguez</a:t>
            </a:r>
            <a:r>
              <a:t>, CISO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Cisco ISE and network security solutions with proven deployments</a:t>
            </a:r>
          </a:p>
          <a:p>
            <a:pPr lvl="1"/>
            <a:r>
              <a:t>45+ successful ISE implementations across healthcare, finance, education, government sectors</a:t>
            </a:r>
          </a:p>
          <a:p>
            <a:pPr lvl="1"/>
            <a:r>
              <a:t>Cisco Gold Partner with Security Architecture Specialization and CCIE Security expertise</a:t>
            </a:r>
          </a:p>
          <a:p>
            <a:pPr lvl="1"/>
            <a:r>
              <a:t>Deep experience with 802.1X, TrustSec, BYOD, and guest access workflows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ISE policy templates for healthcare, finance, and enterprise accelerate deployment</a:t>
            </a:r>
          </a:p>
          <a:p>
            <a:pPr lvl="1"/>
            <a:r>
              <a:t>Proven integration patterns for Active Directory, RADIUS, and certificate authorities</a:t>
            </a:r>
          </a:p>
          <a:p>
            <a:pPr lvl="1"/>
            <a:r>
              <a:t>Best practices from 45+ implementations avoiding common authentication and policy pitfalls</a:t>
            </a:r>
          </a:p>
          <a:p>
            <a:pPr lvl="1"/>
            <a:r>
              <a:t>Ongoing support for policy tuning and troubleshooting as security requirements evolve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$268,200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$258,200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$470,200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$258.2K Year 1 investment by [specific date]</a:t>
            </a:r>
          </a:p>
          <a:p>
            <a:pPr/>
            <a:r>
              <a:rPr b="1"/>
              <a:t>Hardware Procurement:</a:t>
            </a:r>
            <a:r>
              <a:t> Order ISE 3615 appliances (4-6 week lead time) with data center preparation</a:t>
            </a:r>
          </a:p>
          <a:p>
            <a:pPr/>
            <a:r>
              <a:rPr b="1"/>
              <a:t>Team Formation:</a:t>
            </a:r>
            <a:r>
              <a:t> Assign security lead, network team, and coordinate with Active Directory administrators</a:t>
            </a:r>
          </a:p>
          <a:p>
            <a:pPr/>
            <a:r>
              <a:rPr b="1"/>
              <a:t>Week 1-4:</a:t>
            </a:r>
            <a:r>
              <a:t> Foundation phase with 802.1X readiness assessment, ISE deployment, and AD integration</a:t>
            </a:r>
          </a:p>
          <a:p>
            <a:pPr/>
            <a:r>
              <a:rPr b="1"/>
              <a:t>Week 5-16:</a:t>
            </a:r>
            <a:r>
              <a:t> Policy development and rollout with BYOD/guest configuration, pilot validation, and production deployment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ISE Secure Network Access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