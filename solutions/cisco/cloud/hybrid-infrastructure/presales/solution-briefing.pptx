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HyperFlex Hybrid Infrastructure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Consolidate 40+ servers and SAN into 4-node HyperFlex cluster reducing data center footprint by 70%</a:t>
            </a:r>
          </a:p>
          <a:p>
            <a:pPr lvl="1"/>
            <a:r>
              <a:t>Achieve 10x bandwidth increase and 50% CapEx savings vs traditional 3-tier infrastructure</a:t>
            </a:r>
          </a:p>
          <a:p>
            <a:pPr lvl="1"/>
            <a:r>
              <a:t>Deploy new VMs in 10 minutes vs 4-8 hours with integrated compute and storage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70% data center space reduction from 42U to 8U rack footprint</a:t>
            </a:r>
          </a:p>
          <a:p>
            <a:pPr lvl="1"/>
            <a:r>
              <a:t>90% faster VM provisioning with automated deployment</a:t>
            </a:r>
          </a:p>
          <a:p>
            <a:pPr lvl="1"/>
            <a:r>
              <a:t>ROI realization within 30 months through consolidation and efficiency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HyperFlex 4-node for 200-300 VMs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HyperFlex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3-tier compute storage network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(vCenter + backup)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encryption and RBAC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VM inventory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infrastructure admins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IOPS and latency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(admin + operator)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200-300 VMs workload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 TB usable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data 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4x HyperFlex HX240c M5 nodes with dual Xeon Gold processors</a:t>
            </a:r>
          </a:p>
          <a:p>
            <a:pPr lvl="1"/>
            <a:r>
              <a:t>Cisco UCS 6454 Fabric Interconnects with unified 25GbE fabric</a:t>
            </a:r>
          </a:p>
          <a:p>
            <a:pPr lvl="1"/>
            <a:r>
              <a:t>VMware vSphere 8 with HyperFlex distributed storage and data services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VMware vSphere 8 Enterprise Plus with HyperFlex Data Platform</a:t>
            </a:r>
          </a:p>
          <a:p>
            <a:pPr lvl="1"/>
            <a:r>
              <a:t>Management: Cisco Intersight cloud-based management and Veeam backup</a:t>
            </a:r>
          </a:p>
          <a:p>
            <a:pPr lvl="1"/>
            <a:r>
              <a:t>Data Services: Deduplication, compression, snapshots, and self-healing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Design &amp; Deployment (Weeks 1-4)</a:t>
            </a:r>
          </a:p>
          <a:p>
            <a:pPr lvl="1"/>
            <a:r>
              <a:t>Infrastructure assessment, HyperFlex sizing, and architecture design</a:t>
            </a:r>
          </a:p>
          <a:p>
            <a:pPr lvl="1"/>
            <a:r>
              <a:t>HyperFlex 4-node cluster deployment with vSphere and HA configuration</a:t>
            </a:r>
          </a:p>
          <a:p>
            <a:pPr lvl="1"/>
            <a:r>
              <a:t>Intersight integration and network fabric setup</a:t>
            </a:r>
          </a:p>
          <a:p>
            <a:pPr/>
            <a:r>
              <a:rPr b="1"/>
              <a:t>Phase 2: VM Migration (Weeks 5-9)</a:t>
            </a:r>
          </a:p>
          <a:p>
            <a:pPr lvl="1"/>
            <a:r>
              <a:t>Pilot migration with 20 non-critical VMs for validation</a:t>
            </a:r>
          </a:p>
          <a:p>
            <a:pPr lvl="1"/>
            <a:r>
              <a:t>Production migration in 3 waves: 150 VMs via vMotion with zero downtime</a:t>
            </a:r>
          </a:p>
          <a:p>
            <a:pPr lvl="1"/>
            <a:r>
              <a:t>Critical workload migration including databases and business applications</a:t>
            </a:r>
          </a:p>
          <a:p>
            <a:pPr/>
            <a:r>
              <a:rPr b="1"/>
              <a:t>Phase 3: Optimization &amp; Training (Weeks 10-12)</a:t>
            </a:r>
          </a:p>
          <a:p>
            <a:pPr lvl="1"/>
            <a:r>
              <a:t>Performance tuning and backup integration with Veeam</a:t>
            </a:r>
          </a:p>
          <a:p>
            <a:pPr lvl="1"/>
            <a:r>
              <a:t>Team training (24 hours) and knowledge transfer</a:t>
            </a:r>
          </a:p>
          <a:p>
            <a:pPr lvl="1"/>
            <a:r>
              <a:t>Hypercare support and legacy infrastructure decommission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Design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Workload assessment complete (72 hrs), Architecture designed, Migration strategy defined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HyperFlex cluster operational (80 hrs), vSphere configured (72 hrs), Intersight integrated (20 hrs)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VM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validated (20 VMs), Wave migrations complete (150 VMs), Critical workloads migrated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Performance tuned (45 hrs), Team trained (24 hrs), Hypercare support (60 hrs)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Manufacturing Company</a:t>
            </a:r>
          </a:p>
          <a:p>
            <a:pPr lvl="1"/>
            <a:r>
              <a:rPr b="1"/>
              <a:t>Client:</a:t>
            </a:r>
            <a:r>
              <a:t> Manufacturing company with 250 VMs across 3 production facilities</a:t>
            </a:r>
          </a:p>
          <a:p>
            <a:pPr lvl="1"/>
            <a:r>
              <a:rPr b="1"/>
              <a:t>Challenge:</a:t>
            </a:r>
            <a:r>
              <a:t> 42U rack space consumption. 4-8 hour VM provisioning delays. $180K annual power costs with frequent hardware failures.</a:t>
            </a:r>
          </a:p>
          <a:p>
            <a:pPr lvl="1"/>
            <a:r>
              <a:rPr b="1"/>
              <a:t>Solution:</a:t>
            </a:r>
            <a:r>
              <a:t> 4-node HyperFlex cluster, vMotion migration, Intersight management, Veeam backup.</a:t>
            </a:r>
          </a:p>
          <a:p>
            <a:pPr lvl="1"/>
            <a:r>
              <a:rPr b="1"/>
              <a:t>Results:</a:t>
            </a:r>
            <a:r>
              <a:t> 72% footprint reduction (42U to 8U). 92% faster provisioning. $95K annual savings. 28-month ROI.</a:t>
            </a:r>
          </a:p>
          <a:p>
            <a:pPr lvl="1"/>
            <a:r>
              <a:rPr b="1"/>
              <a:t>Testimonial:</a:t>
            </a:r>
            <a:r>
              <a:t> "HyperFlex transformed our infrastructure to modern and streamlined. We freed up 34U rack space and deploy VMs in minutes instead of hours." — </a:t>
            </a:r>
            <a:r>
              <a:rPr b="1"/>
              <a:t>Robert Thompson</a:t>
            </a:r>
            <a:r>
              <a:t>, Director of IT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Cisco UCS and hyperconverged infrastructure solutions</a:t>
            </a:r>
          </a:p>
          <a:p>
            <a:pPr lvl="1"/>
            <a:r>
              <a:t>30+ successful HyperFlex deployments across manufacturing, healthcare, finance sectors</a:t>
            </a:r>
          </a:p>
          <a:p>
            <a:pPr lvl="1"/>
            <a:r>
              <a:t>Cisco Gold Partner with Data Center Architecture Specialization and Master status</a:t>
            </a:r>
          </a:p>
          <a:p>
            <a:pPr lvl="1"/>
            <a:r>
              <a:t>VMware Enterprise Partner with vSphere design and migration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Pre-validated HyperFlex reference architectures accelerate design by 40%</a:t>
            </a:r>
          </a:p>
          <a:p>
            <a:pPr lvl="1"/>
            <a:r>
              <a:t>Proven VM migration methodology minimizes risk with zero-downtime vMotion experience</a:t>
            </a:r>
          </a:p>
          <a:p>
            <a:pPr lvl="1"/>
            <a:r>
              <a:t>Direct Cisco TAC and engineering escalation through our partner network</a:t>
            </a:r>
          </a:p>
          <a:p>
            <a:pPr lvl="1"/>
            <a:r>
              <a:t>Best practices from 30+ HCI deployments avoiding common sizing and migration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$279,000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$279,000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$452,000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($35,000)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$417,000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$733,000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$480.9K Year 1 investment by [specific date]</a:t>
            </a:r>
          </a:p>
          <a:p>
            <a:pPr/>
            <a:r>
              <a:rPr b="1"/>
              <a:t>Hardware Procurement:</a:t>
            </a:r>
            <a:r>
              <a:t> Order HyperFlex nodes and Fabric Interconnects (6-8 week lead time) with data center prep</a:t>
            </a:r>
          </a:p>
          <a:p>
            <a:pPr/>
            <a:r>
              <a:rPr b="1"/>
              <a:t>Team Formation:</a:t>
            </a:r>
            <a:r>
              <a:t> Assign technical lead, infrastructure team, and coordinate with application owners</a:t>
            </a:r>
          </a:p>
          <a:p>
            <a:pPr/>
            <a:r>
              <a:rPr b="1"/>
              <a:t>Week 1-2:</a:t>
            </a:r>
            <a:r>
              <a:t> Design phase with workload assessment (72 hrs), architecture sizing, and migration planning</a:t>
            </a:r>
          </a:p>
          <a:p>
            <a:pPr/>
            <a:r>
              <a:rPr b="1"/>
              <a:t>Week 3-12:</a:t>
            </a:r>
            <a:r>
              <a:t> Deployment and migration with cluster build, phased VM migration, training, and hypercare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HyperFlex Hybrid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