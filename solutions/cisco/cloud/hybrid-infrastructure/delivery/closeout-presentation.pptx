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Project Overview and Hybrid Infrastructure Objectives</a:t>
            </a:r>
          </a:p>
          <a:p>
            <a:pPr/>
            <a:r>
              <a:t>Cisco Hybrid Cloud Solution Delivery Summary</a:t>
            </a:r>
          </a:p>
          <a:p>
            <a:pPr/>
            <a:r>
              <a:t>Infrastructure Modernization Benefits and Cost Optimization</a:t>
            </a:r>
          </a:p>
          <a:p>
            <a:pPr/>
            <a:r>
              <a:t>Network and Cloud Integration Lessons Learned</a:t>
            </a:r>
          </a:p>
          <a:p>
            <a:pPr/>
            <a:r>
              <a:t>Operational Excellence Recommendations and Next Steps</a:t>
            </a:r>
          </a:p>
          <a:p>
            <a:pPr/>
            <a:r>
              <a:t>Team Recognition and Infrastructure Achievement</a:t>
            </a:r>
          </a:p>
          <a:p>
            <a:pPr/>
            <a:r>
              <a:t>Q&amp;A 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Project Charter Recap**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Original Business Problem:</a:t>
            </a:r>
            <a:r>
              <a:t> Legacy infrastructure limitations and cloud integration challenges</a:t>
            </a:r>
          </a:p>
          <a:p>
            <a:pPr/>
            <a:r>
              <a:rPr b="1"/>
              <a:t>Project Objectives:</a:t>
            </a:r>
            <a:r>
              <a:t> Implement unified hybrid cloud infrastructure with Cisco technologies</a:t>
            </a:r>
          </a:p>
          <a:p>
            <a:pPr/>
            <a:r>
              <a:rPr b="1"/>
              <a:t>Success Criteria:</a:t>
            </a:r>
            <a:r>
              <a:t> Achieve 99.9% uptime with seamless on-premises and cloud integration</a:t>
            </a:r>
          </a:p>
          <a:p>
            <a:pPr/>
            <a:r>
              <a:rPr b="1"/>
              <a:t>Project Scope:</a:t>
            </a:r>
            <a:r>
              <a:t> Cisco HyperFlex, ACI, and cloud connectivity solution deployment</a:t>
            </a:r>
          </a:p>
          <a:p>
            <a:pPr/>
            <a:r>
              <a:rPr b="1"/>
              <a:t>Initial Timeline:</a:t>
            </a:r>
            <a:r>
              <a:t> [Original vs. actual timeline for infrastructure modernization]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Cisco Hybrid Infrastructure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Cisco HyperFlex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Hyperconverged infrastructure cluster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3-node HyperFlex cluster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Exceeded performance targets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Cisco ACI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Software-defined networking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Full ACI fabric with micro-segmentation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security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Multi-Cloud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and Azure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Secure VPN and direct connections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Sub-100ms latency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Security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Cisco Firepower and ASA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Comprehensive security architecture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Zero security incidents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5: Project Timeline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Total Project Budget:</a:t>
            </a:r>
            <a:r>
              <a:t> [Approved budget including Cisco infrastructure]</a:t>
            </a:r>
          </a:p>
          <a:p>
            <a:pPr/>
            <a:r>
              <a:rPr b="1"/>
              <a:t>Actual Expenditure:</a:t>
            </a:r>
            <a:r>
              <a:t> [Final cost including hardware and services]</a:t>
            </a:r>
          </a:p>
          <a:p>
            <a:pPr/>
            <a:r>
              <a:rPr b="1"/>
              <a:t>Budget Variance:</a:t>
            </a:r>
            <a:r>
              <a:t> [Over/under budget with infrastructure cost analysis]</a:t>
            </a:r>
          </a:p>
          <a:p>
            <a:pPr/>
            <a:r>
              <a:rPr b="1"/>
              <a:t>Resource Utilization:</a:t>
            </a:r>
            <a:r>
              <a:t> [Network engineers and infrastructure specialists effort]</a:t>
            </a:r>
          </a:p>
          <a:p>
            <a:pPr/>
            <a:r>
              <a:rPr b="1"/>
              <a:t>Ongoing Operational Costs:</a:t>
            </a:r>
            <a:r>
              <a:t> [Reduced operational expenses from modernization]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Solution Architecture Overview**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Cisco HyperFlex hyperconverged infrastructure architecture</a:t>
            </a:r>
          </a:p>
          <a:p>
            <a:pPr/>
            <a:r>
              <a:t>Cisco ACI software-defined networking fabric</a:t>
            </a:r>
          </a:p>
          <a:p>
            <a:pPr/>
            <a:r>
              <a:t>Multi-cloud connectivity with AWS and Azure</a:t>
            </a:r>
          </a:p>
          <a:p>
            <a:pPr/>
            <a:r>
              <a:t>Integrated security with Cisco Firepower and Identity Services Engine</a:t>
            </a:r>
          </a:p>
          <a:p>
            <a:pPr/>
            <a:r>
              <a:t>Comprehensive monitoring with Cisco Intersight and DCNM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Infrastructure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Operational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Technical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HyperFlex Hyperconvergence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60% infrastructure footprint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Simplified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- Cluster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ACI Micro-Segmentation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security and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policy enforcement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- Network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Multi-Cloud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Hybrid workload flexibility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Seamless cloud bursting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 - VPN/DirectConnect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Unified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Single pane of glass operations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50% reduction in management overhead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 - Tool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Infrastructure Performance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Migration Success:</a:t>
            </a:r>
            <a:r>
              <a:t> Seamless migration of 200+ VMs with zero downtime</a:t>
            </a:r>
          </a:p>
          <a:p>
            <a:pPr/>
            <a:r>
              <a:rPr b="1"/>
              <a:t>Performance Validation:</a:t>
            </a:r>
            <a:r>
              <a:t> All performance targets exceeded from day one</a:t>
            </a:r>
          </a:p>
          <a:p>
            <a:pPr/>
            <a:r>
              <a:rPr b="1"/>
              <a:t>User Experience:</a:t>
            </a:r>
            <a:r>
              <a:t> Improved application response times and reliability</a:t>
            </a:r>
          </a:p>
          <a:p>
            <a:pPr/>
            <a:r>
              <a:rPr b="1"/>
              <a:t>Operational Impact:</a:t>
            </a:r>
            <a:r>
              <a:t> 50% reduction in infrastructure management tasks</a:t>
            </a:r>
          </a:p>
          <a:p>
            <a:pPr/>
            <a:r>
              <a:rPr b="1"/>
              <a:t>Business Continuity:</a:t>
            </a:r>
            <a:r>
              <a:t> Enhanced disaster recovery and backup capabilities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Cisco Technology Training:</a:t>
            </a:r>
            <a:r>
              <a:t> Comprehensive training on HyperFlex and ACI management</a:t>
            </a:r>
          </a:p>
          <a:p>
            <a:pPr/>
            <a:r>
              <a:rPr b="1"/>
              <a:t>Operational Procedures:</a:t>
            </a:r>
            <a:r>
              <a:t> New infrastructure monitoring and maintenance procedures</a:t>
            </a:r>
          </a:p>
          <a:p>
            <a:pPr/>
            <a:r>
              <a:rPr b="1"/>
              <a:t>Cloud Integration Training:</a:t>
            </a:r>
            <a:r>
              <a:t> Multi-cloud connectivity and management training</a:t>
            </a:r>
          </a:p>
          <a:p>
            <a:pPr/>
            <a:r>
              <a:rPr b="1"/>
              <a:t>Security Operations:</a:t>
            </a:r>
            <a:r>
              <a:t> Enhanced security monitoring and incident response procedures</a:t>
            </a:r>
          </a:p>
          <a:p>
            <a:pPr/>
            <a:r>
              <a:rPr b="1"/>
              <a:t>Support Model:</a:t>
            </a:r>
            <a:r>
              <a:t> Established Cisco TAC integration and escalation procedures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 Through Infrastructure**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Infrastructure Cost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40%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45% actual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TCO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5x performance boost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8x actual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IOPS and latency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Management Efficiency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50% admin time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55% actual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 and motion study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Energy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30% power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35% actual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Power consumption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Infrastructure ROI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Operational Infrastructure Improvements**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Infrastructure Agility:</a:t>
            </a:r>
            <a:r>
              <a:t> 75% faster deployment of new services and applications</a:t>
            </a:r>
          </a:p>
          <a:p>
            <a:pPr/>
            <a:r>
              <a:rPr b="1"/>
              <a:t>Management Efficiency:</a:t>
            </a:r>
            <a:r>
              <a:t> 55% reduction in infrastructure administration time</a:t>
            </a:r>
          </a:p>
          <a:p>
            <a:pPr/>
            <a:r>
              <a:rPr b="1"/>
              <a:t>Reliability:</a:t>
            </a:r>
            <a:r>
              <a:t> 99.97% uptime vs. 95% with legacy infrastructure</a:t>
            </a:r>
          </a:p>
          <a:p>
            <a:pPr/>
            <a:r>
              <a:rPr b="1"/>
              <a:t>Security Posture:</a:t>
            </a:r>
            <a:r>
              <a:t> Zero security incidents with micro-segmentation</a:t>
            </a:r>
          </a:p>
          <a:p>
            <a:pPr/>
            <a:r>
              <a:rPr b="1"/>
              <a:t>Scalability:</a:t>
            </a:r>
            <a:r>
              <a:t> Seamless scaling from on-premises to cloud resources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Strategic Infrastructure Value**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Digital Transformation Foundation:</a:t>
            </a:r>
            <a:r>
              <a:t> Modern infrastructure ready for digital initiatives</a:t>
            </a:r>
          </a:p>
          <a:p>
            <a:pPr/>
            <a:r>
              <a:rPr b="1"/>
              <a:t>Competitive Advantage:</a:t>
            </a:r>
            <a:r>
              <a:t> Faster time-to-market with agile infrastructure</a:t>
            </a:r>
          </a:p>
          <a:p>
            <a:pPr/>
            <a:r>
              <a:rPr b="1"/>
              <a:t>Innovation Platform:</a:t>
            </a:r>
            <a:r>
              <a:t> Cisco ecosystem ready for emerging technologies</a:t>
            </a:r>
          </a:p>
          <a:p>
            <a:pPr/>
            <a:r>
              <a:rPr b="1"/>
              <a:t>Organizational Capability:</a:t>
            </a:r>
            <a:r>
              <a:t> Enhanced infrastructure and cloud expertise</a:t>
            </a:r>
          </a:p>
          <a:p>
            <a:pPr/>
            <a:r>
              <a:rPr b="1"/>
              <a:t>Future-Ready Architecture:</a:t>
            </a:r>
            <a:r>
              <a:t> Software-defined infrastructure for evolving needs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Cisco Technology Selection:</a:t>
            </a:r>
            <a:r>
              <a:t> HyperFlex and ACI perfectly matched requirements</a:t>
            </a:r>
          </a:p>
          <a:p>
            <a:pPr/>
            <a:r>
              <a:rPr b="1"/>
              <a:t>Phased Migration Approach:</a:t>
            </a:r>
            <a:r>
              <a:t> Zero-downtime migration strategy highly successful</a:t>
            </a:r>
          </a:p>
          <a:p>
            <a:pPr/>
            <a:r>
              <a:rPr b="1"/>
              <a:t>Vendor Partnership:</a:t>
            </a:r>
            <a:r>
              <a:t> Excellent support from Cisco throughout implementation</a:t>
            </a:r>
          </a:p>
          <a:p>
            <a:pPr/>
            <a:r>
              <a:rPr b="1"/>
              <a:t>Team Collaboration:</a:t>
            </a:r>
            <a:r>
              <a:t> Strong coordination between network and infrastructure teams</a:t>
            </a:r>
          </a:p>
          <a:p>
            <a:pPr/>
            <a:r>
              <a:rPr b="1"/>
              <a:t>Planning and Design:</a:t>
            </a:r>
            <a:r>
              <a:t> Thorough pre-implementation planning paid dividends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Infrastructure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Legacy System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Complex migration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Detailed migration planning and testing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Comprehensive compatibility assessment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Policy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Initial ACI configuration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Cisco professional services engagement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team training and certification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Multi-Cloud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Intermittent connectivity issues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Redundant connections and failover testing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Robust connectivity design standards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Infrastructure and Network Key Learnings**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Infrastructure Lessons:</a:t>
            </a:r>
          </a:p>
          <a:p>
            <a:pPr lvl="1"/>
            <a:r>
              <a:t>Cisco HyperFlex simplifies storage and compute management significantly</a:t>
            </a:r>
          </a:p>
          <a:p>
            <a:pPr lvl="1"/>
            <a:r>
              <a:t>ACI automation capabilities exceeded expectations for policy enforcement</a:t>
            </a:r>
          </a:p>
          <a:p>
            <a:pPr lvl="1"/>
            <a:r>
              <a:t>Multi-cloud connectivity requires careful bandwidth and latency planning</a:t>
            </a:r>
          </a:p>
          <a:p>
            <a:pPr/>
            <a:r>
              <a:rPr b="1"/>
              <a:t>Process Lessons:</a:t>
            </a:r>
          </a:p>
          <a:p>
            <a:pPr lvl="1"/>
            <a:r>
              <a:t>Phased migration approach minimized risk and business impact</a:t>
            </a:r>
          </a:p>
          <a:p>
            <a:pPr lvl="1"/>
            <a:r>
              <a:t>Continuous monitoring during transition identified issues early</a:t>
            </a:r>
          </a:p>
          <a:p>
            <a:pPr lvl="1"/>
            <a:r>
              <a:t>Regular vendor engagement accelerated problem resolution</a:t>
            </a:r>
          </a:p>
          <a:p>
            <a:pPr/>
            <a:r>
              <a:rPr b="1"/>
              <a:t>Organizational Lessons:</a:t>
            </a:r>
          </a:p>
          <a:p>
            <a:pPr lvl="1"/>
            <a:r>
              <a:t>Infrastructure team upskilling critical for modern technologies</a:t>
            </a:r>
          </a:p>
          <a:p>
            <a:pPr lvl="1"/>
            <a:r>
              <a:t>Change management important for operational procedure adoption</a:t>
            </a:r>
          </a:p>
          <a:p>
            <a:pPr lvl="1"/>
            <a:r>
              <a:t>Executive sponsorship essential for infrastructure transformation projects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Best Practices Established for Infrastructure**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Infrastructure Design Standards:</a:t>
            </a:r>
            <a:r>
              <a:t> Established Cisco-based reference architectures</a:t>
            </a:r>
          </a:p>
          <a:p>
            <a:pPr/>
            <a:r>
              <a:rPr b="1"/>
              <a:t>Change Management Procedures:</a:t>
            </a:r>
            <a:r>
              <a:t> Comprehensive infrastructure change control</a:t>
            </a:r>
          </a:p>
          <a:p>
            <a:pPr/>
            <a:r>
              <a:rPr b="1"/>
              <a:t>Monitoring and Alerting:</a:t>
            </a:r>
            <a:r>
              <a:t> Unified infrastructure monitoring with Intersight</a:t>
            </a:r>
          </a:p>
          <a:p>
            <a:pPr/>
            <a:r>
              <a:rPr b="1"/>
              <a:t>Documentation Standards:</a:t>
            </a:r>
            <a:r>
              <a:t> Infrastructure as code and configuration documentation</a:t>
            </a:r>
          </a:p>
          <a:p>
            <a:pPr/>
            <a:r>
              <a:rPr b="1"/>
              <a:t>Vendor Management:</a:t>
            </a:r>
            <a:r>
              <a:t> Established Cisco partnership and support procedures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Immediate Infrastructure Recommendations**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Performance Optimization:</a:t>
            </a:r>
          </a:p>
          <a:p>
            <a:pPr lvl="1"/>
            <a:r>
              <a:t>Monitor HyperFlex performance and optimize workload placement</a:t>
            </a:r>
          </a:p>
          <a:p>
            <a:pPr lvl="1"/>
            <a:r>
              <a:t>Fine-tune ACI policies for optimal network performance</a:t>
            </a:r>
          </a:p>
          <a:p>
            <a:pPr lvl="1"/>
            <a:r>
              <a:t>Implement advanced monitoring and capacity planning</a:t>
            </a:r>
          </a:p>
          <a:p>
            <a:pPr/>
            <a:r>
              <a:rPr b="1"/>
              <a:t>Security Enhancement:</a:t>
            </a:r>
          </a:p>
          <a:p>
            <a:pPr lvl="1"/>
            <a:r>
              <a:t>Deploy additional Cisco security services (Umbrella, Stealthwatch)</a:t>
            </a:r>
          </a:p>
          <a:p>
            <a:pPr lvl="1"/>
            <a:r>
              <a:t>Implement Zero Trust architecture with Identity Services Engine</a:t>
            </a:r>
          </a:p>
          <a:p>
            <a:pPr lvl="1"/>
            <a:r>
              <a:t>Enhance security monitoring and threat detection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Infrastructure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Cisco Kubernetes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Container orchestration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Extended Multi-Cloud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Additional cloud provider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4-8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SD-WAN Branch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Unified branch and data center networking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Infrastructure as Code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Automated infrastructure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3-6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Transition to Infrastructure Operations**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Operational Handover:</a:t>
            </a:r>
            <a:r>
              <a:t> Complete transition to infrastructure operations team</a:t>
            </a:r>
          </a:p>
          <a:p>
            <a:pPr/>
            <a:r>
              <a:rPr b="1"/>
              <a:t>Cisco Support Integration:</a:t>
            </a:r>
            <a:r>
              <a:t> Established TAC and professional services relationship</a:t>
            </a:r>
          </a:p>
          <a:p>
            <a:pPr/>
            <a:r>
              <a:rPr b="1"/>
              <a:t>Performance Monitoring:</a:t>
            </a:r>
            <a:r>
              <a:t> Comprehensive infrastructure monitoring and alerting</a:t>
            </a:r>
          </a:p>
          <a:p>
            <a:pPr/>
            <a:r>
              <a:rPr b="1"/>
              <a:t>Capacity Planning:</a:t>
            </a:r>
            <a:r>
              <a:t> Ongoing infrastructure capacity and growth planning</a:t>
            </a:r>
          </a:p>
          <a:p>
            <a:pPr/>
            <a:r>
              <a:rPr b="1"/>
              <a:t>Continuous Improvement:</a:t>
            </a:r>
            <a:r>
              <a:t> Regular infrastructure optimization and updates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Infrastructure Implementation Core Team**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Manager:</a:t>
            </a:r>
            <a:r>
              <a:t> [Name] - Successful infrastructure project delivery and coordination</a:t>
            </a:r>
          </a:p>
          <a:p>
            <a:pPr/>
            <a:r>
              <a:rPr b="1"/>
              <a:t>Infrastructure Architect:</a:t>
            </a:r>
            <a:r>
              <a:t> [Name] - Cisco HyperFlex and ACI architecture design</a:t>
            </a:r>
          </a:p>
          <a:p>
            <a:pPr/>
            <a:r>
              <a:rPr b="1"/>
              <a:t>Network Engineer:</a:t>
            </a:r>
            <a:r>
              <a:t> [Name] - ACI fabric implementation and optimization</a:t>
            </a:r>
          </a:p>
          <a:p>
            <a:pPr/>
            <a:r>
              <a:rPr b="1"/>
              <a:t>Cloud Integration Specialist:</a:t>
            </a:r>
            <a:r>
              <a:t> [Name] - Multi-cloud connectivity and integration</a:t>
            </a:r>
          </a:p>
          <a:p>
            <a:pPr/>
            <a:r>
              <a:rPr b="1"/>
              <a:t>Systems Administrator:</a:t>
            </a:r>
            <a:r>
              <a:t> [Name] - VM migration and application validation</a:t>
            </a:r>
          </a:p>
          <a:p>
            <a:pPr/>
            <a:r>
              <a:rPr b="1"/>
              <a:t>Security Engineer:</a:t>
            </a:r>
            <a:r>
              <a:t> [Name] - Network security and compliance implementation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Extended Infrastructure Team Recognition**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Cisco Professional Services:</a:t>
            </a:r>
            <a:r>
              <a:t> Expert guidance and implementation support</a:t>
            </a:r>
          </a:p>
          <a:p>
            <a:pPr/>
            <a:r>
              <a:rPr b="1"/>
              <a:t>Infrastructure Operations Team:</a:t>
            </a:r>
            <a:r>
              <a:t> Smooth transition and operational excellence</a:t>
            </a:r>
          </a:p>
          <a:p>
            <a:pPr/>
            <a:r>
              <a:rPr b="1"/>
              <a:t>Application Teams:</a:t>
            </a:r>
            <a:r>
              <a:t> Cooperation during migration and testing phases</a:t>
            </a:r>
          </a:p>
          <a:p>
            <a:pPr/>
            <a:r>
              <a:rPr b="1"/>
              <a:t>Network Operations Center:</a:t>
            </a:r>
            <a:r>
              <a:t> Enhanced monitoring and support capabilities</a:t>
            </a:r>
          </a:p>
          <a:p>
            <a:pPr/>
            <a:r>
              <a:rPr b="1"/>
              <a:t>Executive Infrastructure Sponsors:</a:t>
            </a:r>
            <a:r>
              <a:t> Vision and support for modernization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Infrastructure Innovation Success Factors**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Excellence:</a:t>
            </a:r>
            <a:r>
              <a:t> Deep Cisco technology expertise and implementation skills</a:t>
            </a:r>
          </a:p>
          <a:p>
            <a:pPr/>
            <a:r>
              <a:rPr b="1"/>
              <a:t>Operational Focus:</a:t>
            </a:r>
            <a:r>
              <a:t> Strong emphasis on operational excellence and reliability</a:t>
            </a:r>
          </a:p>
          <a:p>
            <a:pPr/>
            <a:r>
              <a:rPr b="1"/>
              <a:t>Risk Management:</a:t>
            </a:r>
            <a:r>
              <a:t> Careful planning and risk mitigation throughout project</a:t>
            </a:r>
          </a:p>
          <a:p>
            <a:pPr/>
            <a:r>
              <a:rPr b="1"/>
              <a:t>Vendor Partnership:</a:t>
            </a:r>
            <a:r>
              <a:t> Excellent collaboration with Cisco teams</a:t>
            </a:r>
          </a:p>
          <a:p>
            <a:pPr/>
            <a:r>
              <a:rPr b="1"/>
              <a:t>Continuous Learning:</a:t>
            </a:r>
            <a:r>
              <a:t> Commitment to infrastructure best practices and optimization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Infrastructure Project Success Declaration**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Infrastructure Objectives Achieved:</a:t>
            </a:r>
            <a:r>
              <a:t> 99.97% uptime with 8x performance improvement</a:t>
            </a:r>
          </a:p>
          <a:p>
            <a:pPr/>
            <a:r>
              <a:rPr b="1"/>
              <a:t>Business Value Delivered:</a:t>
            </a:r>
            <a:r>
              <a:t> 220% ROI with 45% cost reduction achieved</a:t>
            </a:r>
          </a:p>
          <a:p>
            <a:pPr/>
            <a:r>
              <a:rPr b="1"/>
              <a:t>Technical Excellence:</a:t>
            </a:r>
            <a:r>
              <a:t> Production-ready Cisco infrastructure with zero incidents</a:t>
            </a:r>
          </a:p>
          <a:p>
            <a:pPr/>
            <a:r>
              <a:rPr b="1"/>
              <a:t>Operational Efficiency:</a:t>
            </a:r>
            <a:r>
              <a:t> 55% reduction in infrastructure management overhead</a:t>
            </a:r>
          </a:p>
          <a:p>
            <a:pPr/>
            <a:r>
              <a:rPr b="1"/>
              <a:t>On-Time Delivery:</a:t>
            </a:r>
            <a:r>
              <a:t> Delivered on schedule with Cisco best practices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Cisco Infrastructure Project Closure**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Infrastructure Deployed:</a:t>
            </a:r>
            <a:r>
              <a:t> Production Cisco HyperFlex and ACI infrastructure operational</a:t>
            </a:r>
          </a:p>
          <a:p>
            <a:pPr/>
            <a:r>
              <a:rPr b="1"/>
              <a:t>Performance Validated:</a:t>
            </a:r>
            <a:r>
              <a:t> All uptime and performance targets exceeded</a:t>
            </a:r>
          </a:p>
          <a:p>
            <a:pPr/>
            <a:r>
              <a:rPr b="1"/>
              <a:t>Knowledge Transfer Complete:</a:t>
            </a:r>
            <a:r>
              <a:t> Operations team fully trained on Cisco technologies</a:t>
            </a:r>
          </a:p>
          <a:p>
            <a:pPr/>
            <a:r>
              <a:rPr b="1"/>
              <a:t>Documentation Complete:</a:t>
            </a:r>
            <a:r>
              <a:t> Comprehensive infrastructure and operational documentation</a:t>
            </a:r>
          </a:p>
          <a:p>
            <a:pPr/>
            <a:r>
              <a:rPr b="1"/>
              <a:t>Lessons Captured:</a:t>
            </a:r>
            <a:r>
              <a:t> Best practices documented for future infrastructure projects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Appreciation:</a:t>
            </a:r>
            <a:r>
              <a:t> Thank you for supporting our infrastructure modernization journey</a:t>
            </a:r>
          </a:p>
          <a:p>
            <a:pPr/>
            <a:r>
              <a:rPr b="1"/>
              <a:t>Infrastructure Contact:</a:t>
            </a:r>
            <a:r>
              <a:t> [Future support and enhancement contact details]</a:t>
            </a:r>
          </a:p>
          <a:p>
            <a:pPr/>
            <a:r>
              <a:rPr b="1"/>
              <a:t>Q&amp;A Session:</a:t>
            </a:r>
            <a:r>
              <a:t> Questions about Cisco infrastructure implementation</a:t>
            </a:r>
          </a:p>
          <a:p>
            <a:pPr/>
            <a:r>
              <a:rPr b="1"/>
              <a:t>Infrastructure Roadmap:</a:t>
            </a:r>
            <a:r>
              <a:t> Next steps in our infrastructure evolution strategy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Gather infrastructure performance metrics and uptime data</a:t>
            </a:r>
          </a:p>
          <a:p>
            <a:pPr/>
            <a:r>
              <a:t>[ ] Collect operational feedback on new infrastructure capabilities</a:t>
            </a:r>
          </a:p>
          <a:p>
            <a:pPr/>
            <a:r>
              <a:t>[ ] Prepare infrastructure cost analysis and ROI calculations</a:t>
            </a:r>
          </a:p>
          <a:p>
            <a:pPr/>
            <a:r>
              <a:t>[ ] Create visual network and infrastructure diagrams</a:t>
            </a:r>
          </a:p>
          <a:p>
            <a:pPr/>
            <a:r>
              <a:t>[ ] Practice presentation with live infrastructure monitoring demo</a:t>
            </a:r>
          </a:p>
          <a:p>
            <a:pPr/>
            <a:r>
              <a:t>[ ] Prepare for technical infrastructure questions</a:t>
            </a:r>
          </a:p>
          <a:p>
            <a:pPr/>
            <a:r>
              <a:t>[ ] Coordinate with infrastructure team for technical Q&amp;A support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**Infrastructure Presentation Best Practices**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Business Impact First:</a:t>
            </a:r>
            <a:r>
              <a:t> Lead with business transformation through infrastructure</a:t>
            </a:r>
          </a:p>
          <a:p>
            <a:pPr/>
            <a:r>
              <a:rPr b="1"/>
              <a:t>Performance Metrics:</a:t>
            </a:r>
            <a:r>
              <a:t> Use uptime, performance, and cost data to support statements</a:t>
            </a:r>
          </a:p>
          <a:p>
            <a:pPr/>
            <a:r>
              <a:rPr b="1"/>
              <a:t>Visual Architecture:</a:t>
            </a:r>
            <a:r>
              <a:t> Include clear infrastructure and network diagrams</a:t>
            </a:r>
          </a:p>
          <a:p>
            <a:pPr/>
            <a:r>
              <a:rPr b="1"/>
              <a:t>Transformation Story:</a:t>
            </a:r>
            <a:r>
              <a:t> Present as journey from legacy to modern infrastructure</a:t>
            </a:r>
          </a:p>
          <a:p>
            <a:pPr/>
            <a:r>
              <a:rPr b="1"/>
              <a:t>Operational Excellence:</a:t>
            </a:r>
            <a:r>
              <a:t> Highlight reliability and efficiency improvements</a:t>
            </a:r>
          </a:p>
          <a:p>
            <a:pPr/>
            <a:r>
              <a:rPr b="1"/>
              <a:t>Future Infrastructure Vision:</a:t>
            </a:r>
            <a:r>
              <a:t> End with infrastructure evolution roadmap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 for Infrastructure**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Live Infrastructure Demo:</a:t>
            </a:r>
            <a:r>
              <a:t> Show monitoring dashboards and management interfaces</a:t>
            </a:r>
          </a:p>
          <a:p>
            <a:pPr/>
            <a:r>
              <a:rPr b="1"/>
              <a:t>Before/After Comparisons:</a:t>
            </a:r>
            <a:r>
              <a:t> Compare legacy vs. modern infrastructure capabilities</a:t>
            </a:r>
          </a:p>
          <a:p>
            <a:pPr/>
            <a:r>
              <a:rPr b="1"/>
              <a:t>Real Performance Data:</a:t>
            </a:r>
            <a:r>
              <a:t> Share specific performance improvements and metrics</a:t>
            </a:r>
          </a:p>
          <a:p>
            <a:pPr/>
            <a:r>
              <a:rPr b="1"/>
              <a:t>Infrastructure Innovation Recognition:</a:t>
            </a:r>
            <a:r>
              <a:t> Acknowledge team's technical expertise</a:t>
            </a:r>
          </a:p>
          <a:p>
            <a:pPr/>
            <a:r>
              <a:rPr b="1"/>
              <a:t>Clear Infrastructure Strategy:</a:t>
            </a:r>
            <a:r>
              <a:t> Define next steps in infrastructure evolution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Distribute infrastructure presentation and technical documentation</a:t>
            </a:r>
          </a:p>
          <a:p>
            <a:pPr/>
            <a:r>
              <a:t>[ ] Send Cisco infrastructure performance summary report</a:t>
            </a:r>
          </a:p>
          <a:p>
            <a:pPr/>
            <a:r>
              <a:t>[ ] Schedule infrastructure operations transition meetings</a:t>
            </a:r>
          </a:p>
          <a:p>
            <a:pPr/>
            <a:r>
              <a:t>[ ] Document infrastructure lessons learned for future projects</a:t>
            </a:r>
          </a:p>
          <a:p>
            <a:pPr/>
            <a:r>
              <a:t>[ ] Archive infrastructure project documentation and configurations</a:t>
            </a:r>
          </a:p>
          <a:p>
            <a:pPr/>
            <a:r>
              <a:t>[ ] Plan infrastructure team celebration and recognition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Cisco Infrastructure Performance Dashboard**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[Include detailed infrastructure performance metrics]</a:t>
            </a:r>
          </a:p>
          <a:p>
            <a:pPr/>
            <a:r>
              <a:t>[Network traffic and utilization trends]</a:t>
            </a:r>
          </a:p>
          <a:p>
            <a:pPr/>
            <a:r>
              <a:t>[System availability and reliability statistics]</a:t>
            </a:r>
          </a:p>
          <a:p>
            <a:pPr/>
            <a:r>
              <a:t>[Infrastructure capacity and growth projections]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Infrastructure Stakeholder Feedback**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[Compiled feedback from infrastructure operations teams]</a:t>
            </a:r>
          </a:p>
          <a:p>
            <a:pPr/>
            <a:r>
              <a:t>[Application team feedback on infrastructure performance]</a:t>
            </a:r>
          </a:p>
          <a:p>
            <a:pPr/>
            <a:r>
              <a:t>[Executive feedback on infrastructure transformation]</a:t>
            </a:r>
          </a:p>
          <a:p>
            <a:pPr/>
            <a:r>
              <a:t>[Suggestions for future infrastructure enhancements]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Cisco Infrastructure Artifacts**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[List of all infrastructure deliverables]</a:t>
            </a:r>
          </a:p>
          <a:p>
            <a:pPr/>
            <a:r>
              <a:t>[Network configuration and documentation repository]</a:t>
            </a:r>
          </a:p>
          <a:p>
            <a:pPr/>
            <a:r>
              <a:t>[Infrastructure deployment guides and runbooks]</a:t>
            </a:r>
          </a:p>
          <a:p>
            <a:pPr/>
            <a:r>
              <a:t>[Cisco support and maintenance documentation]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Infrastructure Operations Transition Documentation**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[Infrastructure operations handover checklist]</a:t>
            </a:r>
          </a:p>
          <a:p>
            <a:pPr/>
            <a:r>
              <a:t>[Cisco TAC support procedures and contacts]</a:t>
            </a:r>
          </a:p>
          <a:p>
            <a:pPr/>
            <a:r>
              <a:t>[Infrastructure troubleshooting and escalation procedures]</a:t>
            </a:r>
          </a:p>
          <a:p>
            <a:pPr/>
            <a:r>
              <a:t>[Infrastructure change management and approval processes]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