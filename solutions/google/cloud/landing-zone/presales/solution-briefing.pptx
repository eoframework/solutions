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Google Cloud Landing Zone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24,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6-8 week project provisioning delays with self-service infrastructure</a:t>
            </a:r>
          </a:p>
          <a:p>
            <a:pPr lvl="1"/>
            <a:r>
              <a:t>Reduce security misconfigurations by 80% using standardized Terraform modules</a:t>
            </a:r>
          </a:p>
          <a:p>
            <a:pPr lvl="1"/>
            <a:r>
              <a:t>Enable 10+ application teams to deploy to GCP with built-in governance and compliance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Project provisioning time reduced from weeks to hours with automated workflows</a:t>
            </a:r>
          </a:p>
          <a:p>
            <a:pPr lvl="1"/>
            <a:r>
              <a:t>100% compliance with SOC 2 and PCI-DSS through enforced security baseline</a:t>
            </a:r>
          </a:p>
          <a:p>
            <a:pPr lvl="1"/>
            <a:r>
              <a:t>ROI realization within 18 months through improved team velocity and reduced security incidents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Number of GCP Projects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projects managed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(99.9%)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Team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application teams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Hub-spoke VPC with Interconnect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Hybrid Connectivity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Dedicated Interconnect 10 Gbps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SCC Premium Chronicle SIEM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Architecture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Shared VPC hub-spoke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 2 PCI-DSS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Platform Admins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 administrators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Project Provisioning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 hour with automation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Folder 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By environment (dev/staging/prod)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Baseline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Cloud Foundation Toolkit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Logging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GB/month centralized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Shared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Logging Monitoring Security VPN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Provisioning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Manual with Terraform modules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GCP regions (multi-regional)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Platform Foundation</a:t>
            </a:r>
          </a:p>
          <a:p>
            <a:pPr lvl="1"/>
            <a:r>
              <a:t>Organization hierarchy with folders for dev, staging, production environments</a:t>
            </a:r>
          </a:p>
          <a:p>
            <a:pPr lvl="1"/>
            <a:r>
              <a:t>Cloud Foundation Toolkit Terraform modules for repeatable project provisioning</a:t>
            </a:r>
          </a:p>
          <a:p>
            <a:pPr lvl="1"/>
            <a:r>
              <a:t>Centralized billing with department chargeback and cost allocation</a:t>
            </a:r>
          </a:p>
          <a:p>
            <a:pPr/>
            <a:r>
              <a:rPr b="1"/>
              <a:t>Security and Network</a:t>
            </a:r>
          </a:p>
          <a:p>
            <a:pPr lvl="1"/>
            <a:r>
              <a:t>Security Command Center Premium for continuous threat detection and monitoring</a:t>
            </a:r>
          </a:p>
          <a:p>
            <a:pPr lvl="1"/>
            <a:r>
              <a:t>Shared VPC hub-spoke architecture with centralized internet egress</a:t>
            </a:r>
          </a:p>
          <a:p>
            <a:pPr lvl="1"/>
            <a:r>
              <a:t>Dedicated Interconnect 10 Gbps for low-latency hybrid connectivity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(Weeks 1-4)</a:t>
            </a:r>
          </a:p>
          <a:p>
            <a:pPr lvl="1"/>
            <a:r>
              <a:t>Establish GCP Organization, billing accounts, and folder hierarchy</a:t>
            </a:r>
          </a:p>
          <a:p>
            <a:pPr lvl="1"/>
            <a:r>
              <a:t>Configure Shared VPC hub-spoke network and Dedicated Interconnect connectivity</a:t>
            </a:r>
          </a:p>
          <a:p>
            <a:pPr lvl="1"/>
            <a:r>
              <a:t>Deploy security baseline with Cloud Armor, IDS, and Security Command Center</a:t>
            </a:r>
          </a:p>
          <a:p>
            <a:pPr/>
            <a:r>
              <a:rPr b="1"/>
              <a:t>Phase 2: Automation (Weeks 5-8)</a:t>
            </a:r>
          </a:p>
          <a:p>
            <a:pPr lvl="1"/>
            <a:r>
              <a:t>Build Terraform Cloud Foundation Toolkit modules for project provisioning</a:t>
            </a:r>
          </a:p>
          <a:p>
            <a:pPr lvl="1"/>
            <a:r>
              <a:t>Implement centralized logging to Cloud Logging and BigQuery for analytics</a:t>
            </a:r>
          </a:p>
          <a:p>
            <a:pPr lvl="1"/>
            <a:r>
              <a:t>Configure IAM policies, Organization Policy constraints, and service controls</a:t>
            </a:r>
          </a:p>
          <a:p>
            <a:pPr/>
            <a:r>
              <a:rPr b="1"/>
              <a:t>Phase 3: Onboarding (Weeks 9-12)</a:t>
            </a:r>
          </a:p>
          <a:p>
            <a:pPr lvl="1"/>
            <a:r>
              <a:t>Pilot with 2 application teams to validate self-service workflows</a:t>
            </a:r>
          </a:p>
          <a:p>
            <a:pPr lvl="1"/>
            <a:r>
              <a:t>Establish FinOps dashboards with cost allocation and budget alerts</a:t>
            </a:r>
          </a:p>
          <a:p>
            <a:pPr lvl="1"/>
            <a:r>
              <a:t>Complete administrator training and transition to operations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Organization structure, Shared VPC, Interconnect live, Security baseline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Automation &amp;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Terraform modules, Centralized logging, IAM and policy enforcement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Pilot &amp; Onboarding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9-12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teams onboarded, FinOps dashboards, Operations training completed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Financial Services Company</a:t>
            </a:r>
          </a:p>
          <a:p>
            <a:pPr lvl="1"/>
            <a:r>
              <a:rPr b="1"/>
              <a:t>Client:</a:t>
            </a:r>
            <a:r>
              <a:t> Regional bank with $50B assets across 8 states</a:t>
            </a:r>
          </a:p>
          <a:p>
            <a:pPr lvl="1"/>
            <a:r>
              <a:rPr b="1"/>
              <a:t>Challenge:</a:t>
            </a:r>
            <a:r>
              <a:t> 6-8 week project provisioning delays blocking innovation. No security standards causing audit findings. 15+ application teams manually configuring GCP with inconsistent controls costing $4M annually in security remediation and delayed time-to-market.</a:t>
            </a:r>
          </a:p>
          <a:p>
            <a:pPr lvl="1"/>
            <a:r>
              <a:rPr b="1"/>
              <a:t>Solution:</a:t>
            </a:r>
            <a:r>
              <a:t> Deployed Cloud Landing Zone with Terraform automation and Security Command Center Premium.</a:t>
            </a:r>
          </a:p>
          <a:p>
            <a:pPr lvl="1"/>
            <a:r>
              <a:rPr b="1"/>
              <a:t>Results:</a:t>
            </a:r>
            <a:r>
              <a:t> 95% faster provisioning (6 weeks to 4 hours). Zero security misconfigurations. $3.8M annual savings. SOC 2 and PCI-DSS compliance achieved. Full ROI in 14 months.</a:t>
            </a:r>
          </a:p>
          <a:p>
            <a:pPr lvl="1"/>
            <a:r>
              <a:rPr b="1"/>
              <a:t>Testimonial:</a:t>
            </a:r>
            <a:r>
              <a:t> "The landing zone transformed our cloud adoption from chaotic to controlled. Teams get the agility they need while we maintain the security and compliance our regulators demand." — </a:t>
            </a:r>
            <a:r>
              <a:rPr b="1"/>
              <a:t>Michael Chen</a:t>
            </a:r>
            <a:r>
              <a:t>, VP of Cloud Engineering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8+ years delivering Google Cloud landing zones for Fortune 1000 enterprises</a:t>
            </a:r>
          </a:p>
          <a:p>
            <a:pPr lvl="1"/>
            <a:r>
              <a:t>35+ successful GCP implementations across financial services, healthcare, retail</a:t>
            </a:r>
          </a:p>
          <a:p>
            <a:pPr lvl="1"/>
            <a:r>
              <a:t>Google Cloud Premier Partner with Infrastructure and Security Specializations</a:t>
            </a:r>
          </a:p>
          <a:p>
            <a:pPr lvl="1"/>
            <a:r>
              <a:t>Certified Professional Cloud Architects with Cloud Foundation Toolkit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Terraform modules accelerate deployment by 40%</a:t>
            </a:r>
          </a:p>
          <a:p>
            <a:pPr lvl="1"/>
            <a:r>
              <a:t>Proven security baseline based on CIS Google Cloud Foundation Benchmark</a:t>
            </a:r>
          </a:p>
          <a:p>
            <a:pPr lvl="1"/>
            <a:r>
              <a:t>Direct access to Google Cloud specialists through our partner network</a:t>
            </a:r>
          </a:p>
          <a:p>
            <a:pPr lvl="1"/>
            <a:r>
              <a:t>Best practices from 35+ implementations avoid common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$49,948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$39,948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$51,547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$53,092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$144,587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$18,540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$19,096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$55,636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$115,948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$105,948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$118,087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$120,188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$344,223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landing zone foundation by [specific date]</a:t>
            </a:r>
          </a:p>
          <a:p>
            <a:pPr/>
            <a:r>
              <a:rPr b="1"/>
              <a:t>Kickoff:</a:t>
            </a:r>
            <a:r>
              <a:t> Target project start within 30 days of approval</a:t>
            </a:r>
          </a:p>
          <a:p>
            <a:pPr/>
            <a:r>
              <a:rPr b="1"/>
              <a:t>Team Formation:</a:t>
            </a:r>
            <a:r>
              <a:t> Identify platform lead, network admin, security lead, and 2 pilot application teams</a:t>
            </a:r>
          </a:p>
          <a:p>
            <a:pPr/>
            <a:r>
              <a:rPr b="1"/>
              <a:t>Week 1-2:</a:t>
            </a:r>
            <a:r>
              <a:t> Contract finalization and GCP Organization setup, architecture workshop</a:t>
            </a:r>
          </a:p>
          <a:p>
            <a:pPr/>
            <a:r>
              <a:rPr b="1"/>
              <a:t>Week 3-4:</a:t>
            </a:r>
            <a:r>
              <a:t> Network foundation deployed, Interconnect connectivity established, security baseline active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Cloud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