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Multi-Account Architecture</a:t>
            </a:r>
            <a:r>
              <a:t>: Deployed secure landing zone across 15 Google Cloud projects</a:t>
            </a:r>
          </a:p>
          <a:p>
            <a:pPr/>
            <a:r>
              <a:rPr b="1"/>
              <a:t>Security Foundation</a:t>
            </a:r>
            <a:r>
              <a:t>: Implemented Identity and Access Management with zero-trust principles</a:t>
            </a:r>
          </a:p>
          <a:p>
            <a:pPr/>
            <a:r>
              <a:rPr b="1"/>
              <a:t>Governance Framework</a:t>
            </a:r>
            <a:r>
              <a:t>: Established organization policies and resource hierarchy controls</a:t>
            </a:r>
          </a:p>
          <a:p>
            <a:pPr/>
            <a:r>
              <a:rPr b="1"/>
              <a:t>Network Architecture</a:t>
            </a:r>
            <a:r>
              <a:t>: Deployed hybrid connectivity with 99.9% uptime SLA</a:t>
            </a:r>
          </a:p>
          <a:p>
            <a:pPr/>
            <a:r>
              <a:rPr b="1"/>
              <a:t>Compliance Implementation</a:t>
            </a:r>
            <a:r>
              <a:t>: Achieved SOC 2, ISO 27001, and PCI DSS compliance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Google Cloud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Google Cloud Organization</a:t>
            </a:r>
            <a:r>
              <a:t>: Hierarchical resource management and policy inheritance</a:t>
            </a:r>
          </a:p>
          <a:p>
            <a:pPr/>
            <a:r>
              <a:rPr b="1"/>
              <a:t>Cloud Identity</a:t>
            </a:r>
            <a:r>
              <a:t>: Enterprise identity and access management</a:t>
            </a:r>
          </a:p>
          <a:p>
            <a:pPr/>
            <a:r>
              <a:rPr b="1"/>
              <a:t>Virtual Private Cloud (VPC)</a:t>
            </a:r>
            <a:r>
              <a:t>: Secure network foundation with global reach</a:t>
            </a:r>
          </a:p>
          <a:p>
            <a:pPr/>
            <a:r>
              <a:rPr b="1"/>
              <a:t>Cloud Interconnect</a:t>
            </a:r>
            <a:r>
              <a:t>: Dedicated hybrid connectivity to on-premises infrastructure</a:t>
            </a:r>
          </a:p>
          <a:p>
            <a:pPr/>
            <a:r>
              <a:rPr b="1"/>
              <a:t>Cloud Security Command Center</a:t>
            </a:r>
            <a:r>
              <a:t>: Centralized security and compliance monitoring</a:t>
            </a:r>
          </a:p>
          <a:p>
            <a:pPr/>
            <a:r>
              <a:rPr b="1"/>
              <a:t>Cloud Asset Inventory</a:t>
            </a:r>
            <a:r>
              <a:t>: Comprehensive resource discovery and management</a:t>
            </a:r>
          </a:p>
          <a:p>
            <a:pPr/>
            <a:r>
              <a:rPr b="1"/>
              <a:t>Cloud Logging</a:t>
            </a:r>
            <a:r>
              <a:t>: Centralized log aggregation and analysis</a:t>
            </a:r>
          </a:p>
          <a:p>
            <a:pPr/>
            <a:r>
              <a:rPr b="1"/>
              <a:t>Cloud Monitoring</a:t>
            </a:r>
            <a:r>
              <a:t>: Infrastructure and application performance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and Governance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Organization Policies</a:t>
            </a:r>
            <a:r>
              <a:t>: Automated policy enforcement across all projects</a:t>
            </a:r>
          </a:p>
          <a:p>
            <a:pPr/>
            <a:r>
              <a:rPr b="1"/>
              <a:t>Identity and Access Management</a:t>
            </a:r>
            <a:r>
              <a:t>: Role-based access with principle of least privilege</a:t>
            </a:r>
          </a:p>
          <a:p>
            <a:pPr/>
            <a:r>
              <a:rPr b="1"/>
              <a:t>Cloud Key Management Service</a:t>
            </a:r>
            <a:r>
              <a:t>: Centralized encryption key management</a:t>
            </a:r>
          </a:p>
          <a:p>
            <a:pPr/>
            <a:r>
              <a:rPr b="1"/>
              <a:t>VPC Service Controls</a:t>
            </a:r>
            <a:r>
              <a:t>: Security perimeters for sensitive data protection</a:t>
            </a:r>
          </a:p>
          <a:p>
            <a:pPr/>
            <a:r>
              <a:rPr b="1"/>
              <a:t>Binary Authorization</a:t>
            </a:r>
            <a:r>
              <a:t>: Container image security and deployment controls</a:t>
            </a:r>
          </a:p>
          <a:p>
            <a:pPr/>
            <a:r>
              <a:rPr b="1"/>
              <a:t>Forseti Security</a:t>
            </a:r>
            <a:r>
              <a:t>: Automated security scanning and compliance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Management</a:t>
            </a:r>
            <a:r>
              <a:t>: Supporting 45 business units across 15 Google Cloud projects</a:t>
            </a:r>
          </a:p>
          <a:p>
            <a:pPr/>
            <a:r>
              <a:rPr b="1"/>
              <a:t>Global Reach</a:t>
            </a:r>
            <a:r>
              <a:t>: Deployed across 8 Google Cloud regions for worldwide coverage</a:t>
            </a:r>
          </a:p>
          <a:p>
            <a:pPr/>
            <a:r>
              <a:rPr b="1"/>
              <a:t>User Base</a:t>
            </a:r>
            <a:r>
              <a:t>: Supporting 2,500+ users with centralized identity management</a:t>
            </a:r>
          </a:p>
          <a:p>
            <a:pPr/>
            <a:r>
              <a:rPr b="1"/>
              <a:t>Resource Scale</a:t>
            </a:r>
            <a:r>
              <a:t>: Managing 15,000+ cloud resources through automated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Multi-Account Strategy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Account Hierarchy</a:t>
            </a:r>
            <a:r>
              <a:t>: Implemented production, staging, development, and shared services accounts</a:t>
            </a:r>
          </a:p>
          <a:p>
            <a:pPr/>
            <a:r>
              <a:rPr b="1"/>
              <a:t>Cross-Account Access</a:t>
            </a:r>
            <a:r>
              <a:t>: Secure cross-project resource sharing with granular permissions</a:t>
            </a:r>
          </a:p>
          <a:p>
            <a:pPr/>
            <a:r>
              <a:rPr b="1"/>
              <a:t>Centralized Billing</a:t>
            </a:r>
            <a:r>
              <a:t>: Unified billing and cost management across all projects</a:t>
            </a:r>
          </a:p>
          <a:p>
            <a:pPr/>
            <a:r>
              <a:rPr b="1"/>
              <a:t>Resource Sharing</a:t>
            </a:r>
            <a:r>
              <a:t>: Centralized shared services for DNS, logging, and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Network Architecture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Hub and Spoke Design</a:t>
            </a:r>
            <a:r>
              <a:t>: Centralized connectivity with distributed security controls</a:t>
            </a:r>
          </a:p>
          <a:p>
            <a:pPr/>
            <a:r>
              <a:rPr b="1"/>
              <a:t>Global Load Balancing</a:t>
            </a:r>
            <a:r>
              <a:t>: Intelligent traffic distribution across regions</a:t>
            </a:r>
          </a:p>
          <a:p>
            <a:pPr/>
            <a:r>
              <a:rPr b="1"/>
              <a:t>Cloud NAT</a:t>
            </a:r>
            <a:r>
              <a:t>: Secure outbound internet connectivity for private resources</a:t>
            </a:r>
          </a:p>
          <a:p>
            <a:pPr/>
            <a:r>
              <a:rPr b="1"/>
              <a:t>Private Google Access</a:t>
            </a:r>
            <a:r>
              <a:t>: Secure access to Google services without internet exposure</a:t>
            </a:r>
          </a:p>
          <a:p>
            <a:pPr/>
            <a:r>
              <a:rPr b="1"/>
              <a:t>Dedicated Interconnect</a:t>
            </a:r>
            <a:r>
              <a:t>: 10 Gbps dedicated connectivity to on-premises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Automation and IaC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Terraform Infrastructure</a:t>
            </a:r>
            <a:r>
              <a:t>: Complete infrastructure as code using Google Cloud best practices</a:t>
            </a:r>
          </a:p>
          <a:p>
            <a:pPr/>
            <a:r>
              <a:rPr b="1"/>
              <a:t>CI/CD Integration</a:t>
            </a:r>
            <a:r>
              <a:t>: Automated deployment pipelines with Cloud Build</a:t>
            </a:r>
          </a:p>
          <a:p>
            <a:pPr/>
            <a:r>
              <a:rPr b="1"/>
              <a:t>Policy as Code</a:t>
            </a:r>
            <a:r>
              <a:t>: Automated policy enforcement through Open Policy Agent</a:t>
            </a:r>
          </a:p>
          <a:p>
            <a:pPr/>
            <a:r>
              <a:rPr b="1"/>
              <a:t>Configuration Management</a:t>
            </a:r>
            <a:r>
              <a:t>: Ansible automation for OS-level configuration</a:t>
            </a:r>
          </a:p>
          <a:p>
            <a:pPr/>
            <a:r>
              <a:rPr b="1"/>
              <a:t>Backup Automation</a:t>
            </a:r>
            <a:r>
              <a:t>: Automated backup and disaster recovery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3 weeks ahead of original 16-week schedule</a:t>
            </a:r>
          </a:p>
          <a:p>
            <a:pPr/>
            <a:r>
              <a:rPr b="1"/>
              <a:t>Budget Performance</a:t>
            </a:r>
            <a:r>
              <a:t>: Completed 12% under allocated budget</a:t>
            </a:r>
          </a:p>
          <a:p>
            <a:pPr/>
            <a:r>
              <a:rPr b="1"/>
              <a:t>Quality Standards</a:t>
            </a:r>
            <a:r>
              <a:t>: Zero critical defects in production landing zone</a:t>
            </a:r>
          </a:p>
          <a:p>
            <a:pPr/>
            <a:r>
              <a:rPr b="1"/>
              <a:t>Change Management</a:t>
            </a:r>
            <a:r>
              <a:t>: Successfully migrated 23 existing workloads with zero downtime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Performance</a:t>
            </a:r>
            <a:r>
              <a:t>: Consistently exceeding 99.95% uptime across all regions</a:t>
            </a:r>
          </a:p>
          <a:p>
            <a:pPr/>
            <a:r>
              <a:rPr b="1"/>
              <a:t>Security</a:t>
            </a:r>
            <a:r>
              <a:t>: Zero security breaches or compliance violations</a:t>
            </a:r>
          </a:p>
          <a:p>
            <a:pPr/>
            <a:r>
              <a:rPr b="1"/>
              <a:t>Scalability</a:t>
            </a:r>
            <a:r>
              <a:t>: Successfully handling 400% traffic growth during peak periods</a:t>
            </a:r>
          </a:p>
          <a:p>
            <a:pPr/>
            <a:r>
              <a:rPr b="1"/>
              <a:t>Integration</a:t>
            </a:r>
            <a:r>
              <a:t>: Seamless integration with 12 existing enterprise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94% of technical staff completed Google Cloud certification</a:t>
            </a:r>
          </a:p>
          <a:p>
            <a:pPr/>
            <a:r>
              <a:rPr b="1"/>
              <a:t>User Satisfaction</a:t>
            </a:r>
            <a:r>
              <a:t>: 4.6/5.0 average satisfaction score from development teams</a:t>
            </a:r>
          </a:p>
          <a:p>
            <a:pPr/>
            <a:r>
              <a:rPr b="1"/>
              <a:t>Self-Service Adoption</a:t>
            </a:r>
            <a:r>
              <a:t>: 87% of infrastructure requests handled through automation</a:t>
            </a:r>
          </a:p>
          <a:p>
            <a:pPr/>
            <a:r>
              <a:rPr b="1"/>
              <a:t>Support Reduction</a:t>
            </a:r>
            <a:r>
              <a:t>: 71% reduction in infrastructure support tickets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Organization Policies</a:t>
            </a:r>
            <a:r>
              <a:t>: Early policy implementation prevented 23 potential security issues</a:t>
            </a:r>
          </a:p>
          <a:p>
            <a:pPr/>
            <a:r>
              <a:rPr b="1"/>
              <a:t>Network Design</a:t>
            </a:r>
            <a:r>
              <a:t>: Proper subnet planning improved application performance by 31%</a:t>
            </a:r>
          </a:p>
          <a:p>
            <a:pPr/>
            <a:r>
              <a:rPr b="1"/>
              <a:t>IAM Strategy</a:t>
            </a:r>
            <a:r>
              <a:t>: Granular role design reduced access-related incidents by 89%</a:t>
            </a:r>
          </a:p>
          <a:p>
            <a:pPr/>
            <a:r>
              <a:rPr b="1"/>
              <a:t>Monitoring Implementation</a:t>
            </a:r>
            <a:r>
              <a:t>: Comprehensive monitoring prevented 12 potential outages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 Improvements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Stakeholder Engagement</a:t>
            </a:r>
            <a:r>
              <a:t>: Regular architecture reviews improved design quality</a:t>
            </a:r>
          </a:p>
          <a:p>
            <a:pPr/>
            <a:r>
              <a:rPr b="1"/>
              <a:t>Iterative Deployment</a:t>
            </a:r>
            <a:r>
              <a:t>: Phased rollout reduced risk and improved user acceptance</a:t>
            </a:r>
          </a:p>
          <a:p>
            <a:pPr/>
            <a:r>
              <a:rPr b="1"/>
              <a:t>Documentation Strategy</a:t>
            </a:r>
            <a:r>
              <a:t>: Comprehensive runbooks reduced troubleshooting time by 58%</a:t>
            </a:r>
          </a:p>
          <a:p>
            <a:pPr/>
            <a:r>
              <a:rPr b="1"/>
              <a:t>Training Program</a:t>
            </a:r>
            <a:r>
              <a:t>: Hands-on training improved team productivity by 45%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Organizational Benefits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Skills Development</a:t>
            </a:r>
            <a:r>
              <a:t>: 67 team members achieved Google Cloud Professional certifications</a:t>
            </a:r>
          </a:p>
          <a:p>
            <a:pPr/>
            <a:r>
              <a:rPr b="1"/>
              <a:t>Best Practices</a:t>
            </a:r>
            <a:r>
              <a:t>: Established repeatable patterns for future cloud deployments</a:t>
            </a:r>
          </a:p>
          <a:p>
            <a:pPr/>
            <a:r>
              <a:rPr b="1"/>
              <a:t>Knowledge Transfer</a:t>
            </a:r>
            <a:r>
              <a:t>: Created comprehensive documentation and architectural standards</a:t>
            </a:r>
          </a:p>
          <a:p>
            <a:pPr/>
            <a:r>
              <a:rPr b="1"/>
              <a:t>Innovation Enablement</a:t>
            </a:r>
            <a:r>
              <a:t>: Accelerated development team velocity by 73%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Controls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Identity Management</a:t>
            </a:r>
            <a:r>
              <a:t>: Single sign-on integration with corporate Active Directory</a:t>
            </a:r>
          </a:p>
          <a:p>
            <a:pPr/>
            <a:r>
              <a:rPr b="1"/>
              <a:t>Network Security</a:t>
            </a:r>
            <a:r>
              <a:t>: Micro-segmentation with application-level firewall rules</a:t>
            </a:r>
          </a:p>
          <a:p>
            <a:pPr/>
            <a:r>
              <a:rPr b="1"/>
              <a:t>Data Protection</a:t>
            </a:r>
            <a:r>
              <a:t>: Automatic encryption at rest and in transit for all resources</a:t>
            </a:r>
          </a:p>
          <a:p>
            <a:pPr/>
            <a:r>
              <a:rPr b="1"/>
              <a:t>Threat Detection</a:t>
            </a:r>
            <a:r>
              <a:t>: Real-time threat detection with automated response workflows</a:t>
            </a:r>
          </a:p>
          <a:p>
            <a:pPr/>
            <a:r>
              <a:rPr b="1"/>
              <a:t>Vulnerability Management</a:t>
            </a:r>
            <a:r>
              <a:t>: Automated vulnerability scanning and remediation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Compliance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SOC 2 Type II</a:t>
            </a:r>
            <a:r>
              <a:t>: Achieved certification for security and availability controls</a:t>
            </a:r>
          </a:p>
          <a:p>
            <a:pPr/>
            <a:r>
              <a:rPr b="1"/>
              <a:t>ISO 27001</a:t>
            </a:r>
            <a:r>
              <a:t>: Implemented information security management system controls</a:t>
            </a:r>
          </a:p>
          <a:p>
            <a:pPr/>
            <a:r>
              <a:rPr b="1"/>
              <a:t>PCI DSS</a:t>
            </a:r>
            <a:r>
              <a:t>: Established payment card industry compliant environments</a:t>
            </a:r>
          </a:p>
          <a:p>
            <a:pPr/>
            <a:r>
              <a:rPr b="1"/>
              <a:t>GDPR</a:t>
            </a:r>
            <a:r>
              <a:t>: Implemented data protection and privacy controls for EU operations</a:t>
            </a:r>
          </a:p>
          <a:p>
            <a:pPr/>
            <a:r>
              <a:rPr b="1"/>
              <a:t>HIPAA</a:t>
            </a:r>
            <a:r>
              <a:t>: Healthcare compliance controls for sensitive data 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Audit and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Continuous Monitoring</a:t>
            </a:r>
            <a:r>
              <a:t>: Real-time compliance monitoring with automated alerting</a:t>
            </a:r>
          </a:p>
          <a:p>
            <a:pPr/>
            <a:r>
              <a:rPr b="1"/>
              <a:t>Audit Trail</a:t>
            </a:r>
            <a:r>
              <a:t>: Comprehensive logging of all administrative and user activities</a:t>
            </a:r>
          </a:p>
          <a:p>
            <a:pPr/>
            <a:r>
              <a:rPr b="1"/>
              <a:t>Change Management</a:t>
            </a:r>
            <a:r>
              <a:t>: Automated change tracking and approval workflows</a:t>
            </a:r>
          </a:p>
          <a:p>
            <a:pPr/>
            <a:r>
              <a:rPr b="1"/>
              <a:t>Policy Enforcement</a:t>
            </a:r>
            <a:r>
              <a:t>: Automated policy compliance with exception reporting</a:t>
            </a:r>
          </a:p>
          <a:p>
            <a:pPr/>
            <a:r>
              <a:rPr b="1"/>
              <a:t>Risk Assessment</a:t>
            </a:r>
            <a:r>
              <a:t>: Regular security assessments with risk scoring and mitigation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Management Strategy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Budget Management</a:t>
            </a:r>
            <a:r>
              <a:t>: Project-level budgets with automated alerting and controls</a:t>
            </a:r>
          </a:p>
          <a:p>
            <a:pPr/>
            <a:r>
              <a:rPr b="1"/>
              <a:t>Cost Forecasting</a:t>
            </a:r>
            <a:r>
              <a:t>: Predictive analytics for capacity planning and budget forecasting</a:t>
            </a:r>
          </a:p>
          <a:p>
            <a:pPr/>
            <a:r>
              <a:rPr b="1"/>
              <a:t>Spend Analysis</a:t>
            </a:r>
            <a:r>
              <a:t>: Detailed spend analysis with optimization recommendations</a:t>
            </a:r>
          </a:p>
          <a:p>
            <a:pPr/>
            <a:r>
              <a:rPr b="1"/>
              <a:t>Chargebacks</a:t>
            </a:r>
            <a:r>
              <a:t>: Automated chargeback system for accurate cost attribution</a:t>
            </a:r>
          </a:p>
          <a:p>
            <a:pPr/>
            <a:r>
              <a:rPr b="1"/>
              <a:t>Financial Reporting</a:t>
            </a:r>
            <a:r>
              <a:t>: Executive dashboards with real-time cost and usage metrics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Resilience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Multi-Region Deployment</a:t>
            </a:r>
            <a:r>
              <a:t>: Active-active deployment across primary and secondary regions</a:t>
            </a:r>
          </a:p>
          <a:p>
            <a:pPr/>
            <a:r>
              <a:rPr b="1"/>
              <a:t>Automated Failover</a:t>
            </a:r>
            <a:r>
              <a:t>: Automated failover with 15-minute recovery time objective</a:t>
            </a:r>
          </a:p>
          <a:p>
            <a:pPr/>
            <a:r>
              <a:rPr b="1"/>
              <a:t>Data Replication</a:t>
            </a:r>
            <a:r>
              <a:t>: Cross-region data replication with 1-hour recovery point objective</a:t>
            </a:r>
          </a:p>
          <a:p>
            <a:pPr/>
            <a:r>
              <a:rPr b="1"/>
              <a:t>Backup Strategy</a:t>
            </a:r>
            <a:r>
              <a:t>: Automated backup with configurable retention policies</a:t>
            </a:r>
          </a:p>
          <a:p>
            <a:pPr/>
            <a:r>
              <a:rPr b="1"/>
              <a:t>Testing Program</a:t>
            </a:r>
            <a:r>
              <a:t>: Quarterly disaster recovery testing with documented procedures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Continuity Planning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Critical Application Identification</a:t>
            </a:r>
            <a:r>
              <a:t>: Prioritized recovery plan for business-critical applications</a:t>
            </a:r>
          </a:p>
          <a:p>
            <a:pPr/>
            <a:r>
              <a:rPr b="1"/>
              <a:t>Communication Plan</a:t>
            </a:r>
            <a:r>
              <a:t>: Automated stakeholder communication during incidents</a:t>
            </a:r>
          </a:p>
          <a:p>
            <a:pPr/>
            <a:r>
              <a:rPr b="1"/>
              <a:t>Recovery Procedures</a:t>
            </a:r>
            <a:r>
              <a:t>: Detailed recovery procedures with automated execution</a:t>
            </a:r>
          </a:p>
          <a:p>
            <a:pPr/>
            <a:r>
              <a:rPr b="1"/>
              <a:t>Training Program</a:t>
            </a:r>
            <a:r>
              <a:t>: Regular training for incident response team members</a:t>
            </a:r>
          </a:p>
          <a:p>
            <a:pPr/>
            <a:r>
              <a:rPr b="1"/>
              <a:t>Continuous Improvement</a:t>
            </a:r>
            <a:r>
              <a:t>: Post-incident reviews with process improvements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24/7 Monitoring</a:t>
            </a:r>
            <a:r>
              <a:t>: Comprehensive monitoring with intelligent alerting</a:t>
            </a:r>
          </a:p>
          <a:p>
            <a:pPr/>
            <a:r>
              <a:rPr b="1"/>
              <a:t>Automated Remediation</a:t>
            </a:r>
            <a:r>
              <a:t>: Self-healing capabilities for common infrastructure issues</a:t>
            </a:r>
          </a:p>
          <a:p>
            <a:pPr/>
            <a:r>
              <a:rPr b="1"/>
              <a:t>Capacity Planning</a:t>
            </a:r>
            <a:r>
              <a:t>: Proactive capacity planning based on usage trends and forecasts</a:t>
            </a:r>
          </a:p>
          <a:p>
            <a:pPr/>
            <a:r>
              <a:rPr b="1"/>
              <a:t>Performance Optimization</a:t>
            </a:r>
            <a:r>
              <a:t>: Continuous performance tuning and optimization</a:t>
            </a:r>
          </a:p>
          <a:p>
            <a:pPr/>
            <a:r>
              <a:rPr b="1"/>
              <a:t>Security Updates</a:t>
            </a:r>
            <a:r>
              <a:t>: Automated security patching and vulnerability remediation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Support</a:t>
            </a:r>
            <a:r>
              <a:t>: Dedicated Google Cloud support with 2-hour response SLA</a:t>
            </a:r>
          </a:p>
          <a:p>
            <a:pPr/>
            <a:r>
              <a:rPr b="1"/>
              <a:t>Expert Services</a:t>
            </a:r>
            <a:r>
              <a:t>: Access to Google Cloud Professional Services for complex issues</a:t>
            </a:r>
          </a:p>
          <a:p>
            <a:pPr/>
            <a:r>
              <a:rPr b="1"/>
              <a:t>Documentation</a:t>
            </a:r>
            <a:r>
              <a:t>: Comprehensive operational runbooks and troubleshooting guides</a:t>
            </a:r>
          </a:p>
          <a:p>
            <a:pPr/>
            <a:r>
              <a:rPr b="1"/>
              <a:t>Training Program</a:t>
            </a:r>
            <a:r>
              <a:t>: Ongoing certification program for operations team</a:t>
            </a:r>
          </a:p>
          <a:p>
            <a:pPr/>
            <a:r>
              <a:rPr b="1"/>
              <a:t>Community Engagement</a:t>
            </a:r>
            <a:r>
              <a:t>: Active participation in Google Cloud user community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Future Enhancement Roadmap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Risk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Change Management</a:t>
            </a:r>
            <a:r>
              <a:t>: Rigorous change control with automated testing and rollback</a:t>
            </a:r>
          </a:p>
          <a:p>
            <a:pPr/>
            <a:r>
              <a:rPr b="1"/>
              <a:t>Access Management</a:t>
            </a:r>
            <a:r>
              <a:t>: Regular access reviews with automated deprovisioning</a:t>
            </a:r>
          </a:p>
          <a:p>
            <a:pPr/>
            <a:r>
              <a:rPr b="1"/>
              <a:t>Incident Response</a:t>
            </a:r>
            <a:r>
              <a:t>: Defined incident response procedures with automated escalation</a:t>
            </a:r>
          </a:p>
          <a:p>
            <a:pPr/>
            <a:r>
              <a:rPr b="1"/>
              <a:t>Business Continuity</a:t>
            </a:r>
            <a:r>
              <a:t>: Comprehensive business continuity planning with regular testing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Vendor Management</a:t>
            </a:r>
            <a:r>
              <a:t>: Diversified cloud strategy reducing vendor lock-in risk</a:t>
            </a:r>
          </a:p>
          <a:p>
            <a:pPr/>
            <a:r>
              <a:rPr b="1"/>
              <a:t>Technology Currency</a:t>
            </a:r>
            <a:r>
              <a:t>: Regular technology refresh cycles maintaining current versions</a:t>
            </a:r>
          </a:p>
          <a:p>
            <a:pPr/>
            <a:r>
              <a:rPr b="1"/>
              <a:t>Security Monitoring</a:t>
            </a:r>
            <a:r>
              <a:t>: Continuous security monitoring with threat intelligence integration</a:t>
            </a:r>
          </a:p>
          <a:p>
            <a:pPr/>
            <a:r>
              <a:rPr b="1"/>
              <a:t>Compliance Monitoring</a:t>
            </a:r>
            <a:r>
              <a:t>: Automated compliance monitoring with exception reporting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CEO</a:t>
            </a:r>
            <a:r>
              <a:t>: "This landing zone provides the secure foundation for our digital transformation"</a:t>
            </a:r>
          </a:p>
          <a:p>
            <a:pPr/>
            <a:r>
              <a:rPr b="1"/>
              <a:t>CTO</a:t>
            </a:r>
            <a:r>
              <a:t>: "Exemplary implementation of cloud best practices at enterprise scale"</a:t>
            </a:r>
          </a:p>
          <a:p>
            <a:pPr/>
            <a:r>
              <a:rPr b="1"/>
              <a:t>CISO</a:t>
            </a:r>
            <a:r>
              <a:t>: "Outstanding security implementation exceeding our compliance requirements"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Google Cloud Partner Award</a:t>
            </a:r>
            <a:r>
              <a:t>: Recognized as exemplary landing zone implementation</a:t>
            </a:r>
          </a:p>
          <a:p>
            <a:pPr/>
            <a:r>
              <a:rPr b="1"/>
              <a:t>Industry Benchmarks</a:t>
            </a:r>
            <a:r>
              <a:t>: Network performance in top 3% of enterprise implementations</a:t>
            </a:r>
          </a:p>
          <a:p>
            <a:pPr/>
            <a:r>
              <a:rPr b="1"/>
              <a:t>Security Certification</a:t>
            </a:r>
            <a:r>
              <a:t>: Achieved Google Cloud Security specialization recognition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Replication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Executive Alignment: Strong leadership support for cloud-first strategy</a:t>
            </a:r>
          </a:p>
          <a:p>
            <a:pPr/>
            <a:r>
              <a:t>Architecture Excellence: Adherence to Google Cloud best practices and reference architectures</a:t>
            </a:r>
          </a:p>
          <a:p>
            <a:pPr/>
            <a:r>
              <a:t>Security-First Design: Comprehensive security controls implemented from day one</a:t>
            </a:r>
          </a:p>
          <a:p>
            <a:pPr/>
            <a:r>
              <a:t>Iterative Approach: Phased implementation with continuous feedback and improvement</a:t>
            </a:r>
          </a:p>
          <a:p>
            <a:pPr/>
            <a:r>
              <a:t>Skills Investment: Comprehensive training and certification program for teams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Workload Migration</a:t>
            </a:r>
            <a:r>
              <a:t>: Accelerate migration of legacy applications to leverage landing zone</a:t>
            </a:r>
          </a:p>
          <a:p>
            <a:pPr/>
            <a:r>
              <a:rPr b="1"/>
              <a:t>Advanced Services</a:t>
            </a:r>
            <a:r>
              <a:t>: Implement advanced Google Cloud services for competitive advantage</a:t>
            </a:r>
          </a:p>
          <a:p>
            <a:pPr/>
            <a:r>
              <a:rPr b="1"/>
              <a:t>Innovation Programs</a:t>
            </a:r>
            <a:r>
              <a:t>: Establish innovation labs for emerging technology evaluation</a:t>
            </a:r>
          </a:p>
          <a:p>
            <a:pPr/>
            <a:r>
              <a:rPr b="1"/>
              <a:t>Global Expansion</a:t>
            </a:r>
            <a:r>
              <a:t>: Extend landing zone to additional regions for global coverage</a:t>
            </a:r>
          </a:p>
          <a:p>
            <a:pPr/>
            <a:r>
              <a:rPr b="1"/>
              <a:t>Partner Ecosystem</a:t>
            </a:r>
            <a:r>
              <a:t>: Develop partner integration capabilities for ecosystem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