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Workspace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on-premises email infrastructure reducing IT costs by 40%</a:t>
            </a:r>
          </a:p>
          <a:p>
            <a:pPr lvl="1"/>
            <a:r>
              <a:t>Enable seamless remote collaboration with real-time document editing and unlimited storage</a:t>
            </a:r>
          </a:p>
          <a:p>
            <a:pPr lvl="1"/>
            <a:r>
              <a:t>Support mobile workforce with access from any device without VPN complexity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95%+ user adoption within 90 days of deployment measured by active usage metrics</a:t>
            </a:r>
          </a:p>
          <a:p>
            <a:pPr lvl="1"/>
            <a:r>
              <a:t>40% reduction in IT infrastructure and support costs compared to Exchange and file servers</a:t>
            </a:r>
          </a:p>
          <a:p>
            <a:pPr lvl="1"/>
            <a:r>
              <a:t>ROI realization within 24 months through reduced hardware, licensing, and support expenses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licensed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by department (5 waves)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Workspace Edition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Business Plus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+ self-service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Email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(2.5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Coexistence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weeks with Exchange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File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File servers to Drive (3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Directory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GCDS for automated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SAML SSO with Azure 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Distribution Lists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150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DLP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Sensitive content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Mobile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mobile device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Policy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7-year retention (Vault)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Productivity Applications</a:t>
            </a:r>
          </a:p>
          <a:p>
            <a:pPr lvl="1"/>
            <a:r>
              <a:t>Gmail business email with 30 GB storage, Drive with 5 TB per user, and real-time Docs/Sheets/Slides collaboration</a:t>
            </a:r>
          </a:p>
          <a:p>
            <a:pPr lvl="1"/>
            <a:r>
              <a:t>Google Meet video conferencing for 500 participants with recording and live captions</a:t>
            </a:r>
          </a:p>
          <a:p>
            <a:pPr/>
            <a:r>
              <a:rPr b="1"/>
              <a:t>Security and Compliance</a:t>
            </a:r>
          </a:p>
          <a:p>
            <a:pPr lvl="1"/>
            <a:r>
              <a:t>Data Loss Prevention (DLP) policies and Google Vault for 7-year retention with eDiscovery</a:t>
            </a:r>
          </a:p>
          <a:p>
            <a:pPr lvl="1"/>
            <a:r>
              <a:t>Advanced mobile device management for BYOD and corporate device security</a:t>
            </a:r>
          </a:p>
          <a:p>
            <a:pPr lvl="1"/>
            <a:r>
              <a:t>2-Step Verification (2SV) and security key enforcement for all users</a:t>
            </a:r>
          </a:p>
          <a:p>
            <a:pPr/>
            <a:r>
              <a:rPr b="1"/>
              <a:t>Identity and Access</a:t>
            </a:r>
          </a:p>
          <a:p>
            <a:pPr lvl="1"/>
            <a:r>
              <a:t>SAML SSO integration with Azure AD and automated user provisioning via directory sync</a:t>
            </a:r>
          </a:p>
          <a:p>
            <a:pPr lvl="1"/>
            <a:r>
              <a:t>Cloud Identity Premium for advanced endpoint management and context-aware access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Planning &amp; Pilot (Weeks 1-3)</a:t>
            </a:r>
          </a:p>
          <a:p>
            <a:pPr lvl="1"/>
            <a:r>
              <a:t>Conduct migration planning workshops and assess current environment</a:t>
            </a:r>
          </a:p>
          <a:p>
            <a:pPr lvl="1"/>
            <a:r>
              <a:t>Configure Google Admin console, SSO, and security policies</a:t>
            </a:r>
          </a:p>
          <a:p>
            <a:pPr lvl="1"/>
            <a:r>
              <a:t>Pilot with 25 IT and early adopter users to validate workflows</a:t>
            </a:r>
          </a:p>
          <a:p>
            <a:pPr/>
            <a:r>
              <a:rPr b="1"/>
              <a:t>Phase 2: Department Phased Migration (Weeks 4-10)</a:t>
            </a:r>
          </a:p>
          <a:p>
            <a:pPr lvl="1"/>
            <a:r>
              <a:t>Migrate 500 mailboxes from Exchange to Gmail in 5 waves of 100 users</a:t>
            </a:r>
          </a:p>
          <a:p>
            <a:pPr lvl="1"/>
            <a:r>
              <a:t>Transfer 3 TB of file server data to Google Drive with permissions preservation</a:t>
            </a:r>
          </a:p>
          <a:p>
            <a:pPr lvl="1"/>
            <a:r>
              <a:t>Migrate 150 distribution lists to Google Groups with automated provisioning</a:t>
            </a:r>
          </a:p>
          <a:p>
            <a:pPr/>
            <a:r>
              <a:rPr b="1"/>
              <a:t>Phase 3: Training &amp; Adoption (Weeks 8-12)</a:t>
            </a:r>
          </a:p>
          <a:p>
            <a:pPr lvl="1"/>
            <a:r>
              <a:t>Deliver administrator training on Google Admin console and GAM scripting</a:t>
            </a:r>
          </a:p>
          <a:p>
            <a:pPr lvl="1"/>
            <a:r>
              <a:t>Conduct 10 virtual end-user training sessions covering Gmail, Drive, Docs, Meet</a:t>
            </a:r>
          </a:p>
          <a:p>
            <a:pPr lvl="1"/>
            <a:r>
              <a:t>Provide 2 weeks of go-live hypercare support with dedicated help desk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Planning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console configured, SSO active, 25-user pilot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migrated, 3 TB files transferred, Groups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8-12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training completed, 10 user sessions delivered, 95%+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Professional Services Firm</a:t>
            </a:r>
          </a:p>
          <a:p>
            <a:pPr lvl="1"/>
            <a:r>
              <a:rPr b="1"/>
              <a:t>Client:</a:t>
            </a:r>
            <a:r>
              <a:t> Management consulting firm with 450 employees across 6 office locations</a:t>
            </a:r>
          </a:p>
          <a:p>
            <a:pPr lvl="1"/>
            <a:r>
              <a:rPr b="1"/>
              <a:t>Challenge:</a:t>
            </a:r>
            <a:r>
              <a:t> Aging Exchange 2013 servers requiring $180K hardware refresh. Limited remote collaboration forcing consultants to VPN for file access. 85% of workforce now remote post-pandemic requiring modern mobile-first tools.</a:t>
            </a:r>
          </a:p>
          <a:p>
            <a:pPr lvl="1"/>
            <a:r>
              <a:rPr b="1"/>
              <a:t>Solution:</a:t>
            </a:r>
            <a:r>
              <a:t> Deployed Google Workspace Business Plus for 450 users. Migrated 2.8 TB email from Exchange and 4 TB files from Windows file servers. Implemented SAML SSO with Okta and DLP policies for client data protection.</a:t>
            </a:r>
          </a:p>
          <a:p>
            <a:pPr lvl="1"/>
            <a:r>
              <a:rPr b="1"/>
              <a:t>Results:</a:t>
            </a:r>
            <a:r>
              <a:t> $170K annual savings eliminating Exchange servers and file server hardware. 10x improvement in document collaboration (10+ users editing simultaneously vs. email attachments). 95% user adoption within 60 days with 4.8/5 satisfaction score. Full ROI achieved in 18 months.</a:t>
            </a:r>
          </a:p>
          <a:p>
            <a:pPr lvl="1"/>
            <a:r>
              <a:rPr b="1"/>
              <a:t>Testimonial:</a:t>
            </a:r>
            <a:r>
              <a:t> "Google Workspace transformed how our consultants collaborate. Real-time document editing eliminated version control nightmares, and Meet replaced expensive video conferencing subscriptions. Our IT team went from managing servers to enabling business value." — </a:t>
            </a:r>
            <a:r>
              <a:rPr b="1"/>
              <a:t>Jennifer Rodriguez</a:t>
            </a:r>
            <a:r>
              <a:t>, CTO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Google Workspace migrations for mid-market and enterprise</a:t>
            </a:r>
          </a:p>
          <a:p>
            <a:pPr lvl="1"/>
            <a:r>
              <a:t>60+ successful migrations totaling 50,000+ users across industries</a:t>
            </a:r>
          </a:p>
          <a:p>
            <a:pPr lvl="1"/>
            <a:r>
              <a:t>Google Cloud Partner with Workspace Specialization certification</a:t>
            </a:r>
          </a:p>
          <a:p>
            <a:pPr lvl="1"/>
            <a:r>
              <a:t>Certified Google Workspace Deployment Specialists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migration playbooks reduce deployment time by 35%</a:t>
            </a:r>
          </a:p>
          <a:p>
            <a:pPr lvl="1"/>
            <a:r>
              <a:t>Automated migration tools for Exchange, file servers, and Active Directory</a:t>
            </a:r>
          </a:p>
          <a:p>
            <a:pPr lvl="1"/>
            <a:r>
              <a:t>Proven training curriculum with 95%+ user satisfaction scores</a:t>
            </a:r>
          </a:p>
          <a:p>
            <a:pPr lvl="1"/>
            <a:r>
              <a:t>Direct Google support escalation through our partner channels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$371,000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Google Workspace migration by [specific date]</a:t>
            </a:r>
          </a:p>
          <a:p>
            <a:pPr/>
            <a:r>
              <a:rPr b="1"/>
              <a:t>Kickoff:</a:t>
            </a:r>
            <a:r>
              <a:t> Target migration start within 30 days of approval</a:t>
            </a:r>
          </a:p>
          <a:p>
            <a:pPr/>
            <a:r>
              <a:rPr b="1"/>
              <a:t>Team Formation:</a:t>
            </a:r>
            <a:r>
              <a:t> Identify IT lead, department champions, and 25 pilot users from IT and early adopters</a:t>
            </a:r>
          </a:p>
          <a:p>
            <a:pPr/>
            <a:r>
              <a:rPr b="1"/>
              <a:t>Week 1-2:</a:t>
            </a:r>
            <a:r>
              <a:t> Contract finalization and Google Workspace account setup, SSO configuration workshop</a:t>
            </a:r>
          </a:p>
          <a:p>
            <a:pPr/>
            <a:r>
              <a:rPr b="1"/>
              <a:t>Week 3:</a:t>
            </a:r>
            <a:r>
              <a:t> Pilot deployment with 25 users, migration tool validation, first training session delivered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