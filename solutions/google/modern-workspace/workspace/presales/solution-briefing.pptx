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Google Workspace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on-premises email infrastructure reducing IT costs by 40%</a:t>
            </a:r>
          </a:p>
          <a:p>
            <a:pPr lvl="1"/>
            <a:r>
              <a:t>Enable seamless remote collaboration with real-time document editing and unlimited storage</a:t>
            </a:r>
          </a:p>
          <a:p>
            <a:pPr lvl="1"/>
            <a:r>
              <a:t>Support mobile workforce with access from any device without VPN complexity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95%+ user adoption within 90 days of deployment measured by active usage metrics</a:t>
            </a:r>
          </a:p>
          <a:p>
            <a:pPr lvl="1"/>
            <a:r>
              <a:t>40% reduction in IT infrastructure and support costs compared to Exchange and file servers</a:t>
            </a:r>
          </a:p>
          <a:p>
            <a:pPr lvl="1"/>
            <a:r>
              <a:t>ROI realization within 24 months through reduced hardware, licensing, and support expenses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licensed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Approach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Phased by department (5 waves)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Workspace Edition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Business Plus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Training Approach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Virtual + self-service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Email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mailboxes (2.5 TB)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Coexistence Period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 weeks with Exchange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File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File servers to Drive (3 TB)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Directory Sync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GCDS for automated provisioning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Identity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SAML SSO with Azure AD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Distribution Lists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150 groups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DLP Policies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Sensitive content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Mobile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Advanced mobile device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Retention Policy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7-year retention (Vault)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Core Workspace Applications</a:t>
            </a:r>
          </a:p>
          <a:p>
            <a:pPr lvl="1"/>
            <a:r>
              <a:t>Gmail with 30 GB storage and Drive with 5 TB per user</a:t>
            </a:r>
          </a:p>
          <a:p>
            <a:pPr lvl="1"/>
            <a:r>
              <a:t>Google Docs, Sheets, Slides for real-time document collaboration</a:t>
            </a:r>
          </a:p>
          <a:p>
            <a:pPr lvl="1"/>
            <a:r>
              <a:t>Google Meet video conferencing for 500 participants with recording</a:t>
            </a:r>
          </a:p>
          <a:p>
            <a:pPr/>
            <a:r>
              <a:rPr b="1"/>
              <a:t>Security and Identity</a:t>
            </a:r>
          </a:p>
          <a:p>
            <a:pPr lvl="1"/>
            <a:r>
              <a:t>Data Loss Prevention (DLP) and Google Vault for 7-year retention</a:t>
            </a:r>
          </a:p>
          <a:p>
            <a:pPr lvl="1"/>
            <a:r>
              <a:t>SAML SSO with Azure AD and automated user provisioning</a:t>
            </a:r>
          </a:p>
          <a:p>
            <a:pPr lvl="1"/>
            <a:r>
              <a:t>Advanced mobile device management with 2-Step Verification enforcement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Planning &amp; Pilot (Weeks 1-3)</a:t>
            </a:r>
          </a:p>
          <a:p>
            <a:pPr lvl="1"/>
            <a:r>
              <a:t>Conduct migration planning workshops and assess current environment</a:t>
            </a:r>
          </a:p>
          <a:p>
            <a:pPr lvl="1"/>
            <a:r>
              <a:t>Configure Google Admin console, SSO, and security policies</a:t>
            </a:r>
          </a:p>
          <a:p>
            <a:pPr lvl="1"/>
            <a:r>
              <a:t>Pilot with 25 IT and early adopter users to validate workflows</a:t>
            </a:r>
          </a:p>
          <a:p>
            <a:pPr/>
            <a:r>
              <a:rPr b="1"/>
              <a:t>Phase 2: Department Phased Migration (Weeks 4-10)</a:t>
            </a:r>
          </a:p>
          <a:p>
            <a:pPr lvl="1"/>
            <a:r>
              <a:t>Migrate 500 mailboxes from Exchange to Gmail in 5 waves of 100 users</a:t>
            </a:r>
          </a:p>
          <a:p>
            <a:pPr lvl="1"/>
            <a:r>
              <a:t>Transfer 3 TB of file server data to Google Drive with permissions preservation</a:t>
            </a:r>
          </a:p>
          <a:p>
            <a:pPr lvl="1"/>
            <a:r>
              <a:t>Migrate 150 distribution lists to Google Groups with automated provisioning</a:t>
            </a:r>
          </a:p>
          <a:p>
            <a:pPr/>
            <a:r>
              <a:rPr b="1"/>
              <a:t>Phase 3: Training &amp; Adoption (Weeks 8-12)</a:t>
            </a:r>
          </a:p>
          <a:p>
            <a:pPr lvl="1"/>
            <a:r>
              <a:t>Deliver administrator training on Google Admin console and GAM scripting</a:t>
            </a:r>
          </a:p>
          <a:p>
            <a:pPr lvl="1"/>
            <a:r>
              <a:t>Conduct 10 virtual end-user training sessions covering Gmail, Drive, Docs, Meet</a:t>
            </a:r>
          </a:p>
          <a:p>
            <a:pPr lvl="1"/>
            <a:r>
              <a:t>Provide 2 weeks of go-live hypercare support with dedicated help desk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Planning &amp; Pilot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Admin console configured, SSO active, 25-user pilot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Phased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4-10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mailboxes migrated, 3 TB files transferred, Groups configured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Training &amp; Adoption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8-12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Admin training completed, 10 user sessions delivered, 95%+ adoption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Professional Services Firm</a:t>
            </a:r>
          </a:p>
          <a:p>
            <a:pPr lvl="1"/>
            <a:r>
              <a:rPr b="1"/>
              <a:t>Client:</a:t>
            </a:r>
            <a:r>
              <a:t> Management consulting firm with 450 employees across 6 locations</a:t>
            </a:r>
          </a:p>
          <a:p>
            <a:pPr lvl="1"/>
            <a:r>
              <a:rPr b="1"/>
              <a:t>Challenge:</a:t>
            </a:r>
            <a:r>
              <a:t> Aging Exchange 2013 servers requiring $180K hardware refresh. Limited remote collaboration forcing consultants to VPN for file access. 85% of workforce now remote post-pandemic requiring modern mobile-first tools.</a:t>
            </a:r>
          </a:p>
          <a:p>
            <a:pPr lvl="1"/>
            <a:r>
              <a:rPr b="1"/>
              <a:t>Solution:</a:t>
            </a:r>
            <a:r>
              <a:t> Deployed Google Workspace Business Plus with SAML SSO and DLP policies for 450 users.</a:t>
            </a:r>
          </a:p>
          <a:p>
            <a:pPr lvl="1"/>
            <a:r>
              <a:rPr b="1"/>
              <a:t>Results:</a:t>
            </a:r>
            <a:r>
              <a:t> $170K annual savings eliminating Exchange servers. 10x improvement in collaboration. 95% adoption within 60 days. Full ROI in 18 months.</a:t>
            </a:r>
          </a:p>
          <a:p>
            <a:pPr lvl="1"/>
            <a:r>
              <a:rPr b="1"/>
              <a:t>Testimonial:</a:t>
            </a:r>
            <a:r>
              <a:t> "Google Workspace transformed how our consultants collaborate. Real-time document editing eliminated version control nightmares, and Meet replaced expensive video conferencing subscriptions. Our IT team went from managing servers to enabling business value." — </a:t>
            </a:r>
            <a:r>
              <a:rPr b="1"/>
              <a:t>Jennifer Rodriguez</a:t>
            </a:r>
            <a:r>
              <a:t>, CTO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Google Workspace migrations for mid-market and enterprise</a:t>
            </a:r>
          </a:p>
          <a:p>
            <a:pPr lvl="1"/>
            <a:r>
              <a:t>60+ successful migrations totaling 50,000+ users across industries</a:t>
            </a:r>
          </a:p>
          <a:p>
            <a:pPr lvl="1"/>
            <a:r>
              <a:t>Google Cloud Partner with Workspace Specialization certification</a:t>
            </a:r>
          </a:p>
          <a:p>
            <a:pPr lvl="1"/>
            <a:r>
              <a:t>Certified Google Workspace Deployment Specialists on staff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migration playbooks reduce deployment time by 35%</a:t>
            </a:r>
          </a:p>
          <a:p>
            <a:pPr lvl="1"/>
            <a:r>
              <a:t>Automated migration tools for Exchange, file servers, and Active Directory</a:t>
            </a:r>
          </a:p>
          <a:p>
            <a:pPr lvl="1"/>
            <a:r>
              <a:t>Proven training curriculum with 95%+ user satisfaction scores</a:t>
            </a:r>
          </a:p>
          <a:p>
            <a:pPr lvl="1"/>
            <a:r>
              <a:t>Direct Google support escalation through our partner channels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$38,400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($3,000)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$335,600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$153,600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($13,000)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$140,600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$371,000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Google Workspace migration by [specific date]</a:t>
            </a:r>
          </a:p>
          <a:p>
            <a:pPr/>
            <a:r>
              <a:rPr b="1"/>
              <a:t>Kickoff:</a:t>
            </a:r>
            <a:r>
              <a:t> Target migration start within 30 days of approval</a:t>
            </a:r>
          </a:p>
          <a:p>
            <a:pPr/>
            <a:r>
              <a:rPr b="1"/>
              <a:t>Team Formation:</a:t>
            </a:r>
            <a:r>
              <a:t> Identify IT lead, department champions, and 25 pilot users from IT and early adopters</a:t>
            </a:r>
          </a:p>
          <a:p>
            <a:pPr/>
            <a:r>
              <a:rPr b="1"/>
              <a:t>Week 1-2:</a:t>
            </a:r>
            <a:r>
              <a:t> Contract finalization and Google Workspace account setup, SSO configuration workshop</a:t>
            </a:r>
          </a:p>
          <a:p>
            <a:pPr/>
            <a:r>
              <a:rPr b="1"/>
              <a:t>Week 3:</a:t>
            </a:r>
            <a:r>
              <a:t> Pilot deployment with 25 users, migration tool validation, first training session delivered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Google Workspace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