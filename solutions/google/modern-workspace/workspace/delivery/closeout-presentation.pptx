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Project Objectives Achievement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Enterprise Migration</a:t>
            </a:r>
            <a:r>
              <a:t>: Successfully migrated 2,500+ users to Google Workspace platform</a:t>
            </a:r>
          </a:p>
          <a:p>
            <a:pPr/>
            <a:r>
              <a:rPr b="1"/>
              <a:t>Collaboration Enhancement</a:t>
            </a:r>
            <a:r>
              <a:t>: Achieved 89% improvement in cross-team collaboration efficiency</a:t>
            </a:r>
          </a:p>
          <a:p>
            <a:pPr/>
            <a:r>
              <a:rPr b="1"/>
              <a:t>Security Implementation</a:t>
            </a:r>
            <a:r>
              <a:t>: Deployed comprehensive security controls with zero-trust principles</a:t>
            </a:r>
          </a:p>
          <a:p>
            <a:pPr/>
            <a:r>
              <a:rPr b="1"/>
              <a:t>Mobile Productivity</a:t>
            </a:r>
            <a:r>
              <a:t>: Enabled secure mobile access for 95% of workforce</a:t>
            </a:r>
          </a:p>
          <a:p>
            <a:pPr/>
            <a:r>
              <a:rPr b="1"/>
              <a:t>Cost Optimization</a:t>
            </a:r>
            <a:r>
              <a:t>: Delivered 43% reduction in collaboration platform costs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Core Google Workspace Components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Gmail</a:t>
            </a:r>
            <a:r>
              <a:t>: Enterprise email with advanced security and compliance features</a:t>
            </a:r>
          </a:p>
          <a:p>
            <a:pPr/>
            <a:r>
              <a:rPr b="1"/>
              <a:t>Google Drive</a:t>
            </a:r>
            <a:r>
              <a:t>: Cloud storage with advanced sharing and collaboration controls</a:t>
            </a:r>
          </a:p>
          <a:p>
            <a:pPr/>
            <a:r>
              <a:rPr b="1"/>
              <a:t>Google Docs, Sheets, Slides</a:t>
            </a:r>
            <a:r>
              <a:t>: Real-time collaborative document creation and editing</a:t>
            </a:r>
          </a:p>
          <a:p>
            <a:pPr/>
            <a:r>
              <a:rPr b="1"/>
              <a:t>Google Meet</a:t>
            </a:r>
            <a:r>
              <a:t>: Video conferencing and virtual meeting platform</a:t>
            </a:r>
          </a:p>
          <a:p>
            <a:pPr/>
            <a:r>
              <a:rPr b="1"/>
              <a:t>Google Chat</a:t>
            </a:r>
            <a:r>
              <a:t>: Team messaging and collaboration hub</a:t>
            </a:r>
          </a:p>
          <a:p>
            <a:pPr/>
            <a:r>
              <a:rPr b="1"/>
              <a:t>Google Calendar</a:t>
            </a:r>
            <a:r>
              <a:t>: Integrated scheduling and resource management</a:t>
            </a:r>
          </a:p>
          <a:p>
            <a:pPr/>
            <a:r>
              <a:rPr b="1"/>
              <a:t>Google Sites</a:t>
            </a:r>
            <a:r>
              <a:t>: Internal website and intranet development</a:t>
            </a:r>
          </a:p>
          <a:p>
            <a:pPr/>
            <a:r>
              <a:rPr b="1"/>
              <a:t>Google Forms</a:t>
            </a:r>
            <a:r>
              <a:t>: Data collection and survey automation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Enterprise Integration Capabilities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Single Sign-On</a:t>
            </a:r>
            <a:r>
              <a:t>: SAML integration with corporate identity providers</a:t>
            </a:r>
          </a:p>
          <a:p>
            <a:pPr/>
            <a:r>
              <a:rPr b="1"/>
              <a:t>Directory Sync</a:t>
            </a:r>
            <a:r>
              <a:t>: Active Directory synchronization and user management</a:t>
            </a:r>
          </a:p>
          <a:p>
            <a:pPr/>
            <a:r>
              <a:rPr b="1"/>
              <a:t>Mobile Device Management</a:t>
            </a:r>
            <a:r>
              <a:t>: Android and iOS device security and compliance</a:t>
            </a:r>
          </a:p>
          <a:p>
            <a:pPr/>
            <a:r>
              <a:rPr b="1"/>
              <a:t>Third-Party Integrations</a:t>
            </a:r>
            <a:r>
              <a:t>: API integration with enterprise applications</a:t>
            </a:r>
          </a:p>
          <a:p>
            <a:pPr/>
            <a:r>
              <a:rPr b="1"/>
              <a:t>Cloud Identity</a:t>
            </a:r>
            <a:r>
              <a:t>: Advanced identity and access management</a:t>
            </a:r>
          </a:p>
          <a:p>
            <a:pPr/>
            <a:r>
              <a:rPr b="1"/>
              <a:t>Security Center</a:t>
            </a:r>
            <a:r>
              <a:t>: Comprehensive security monitoring and threat protection</a:t>
            </a:r>
          </a:p>
          <a:p>
            <a:pPr/>
            <a:r>
              <a:rPr b="1"/>
              <a:t>Vault</a:t>
            </a:r>
            <a:r>
              <a:t>: eDiscovery, retention, and compliance management</a:t>
            </a:r>
          </a:p>
          <a:p>
            <a:pPr/>
            <a:r>
              <a:rPr b="1"/>
              <a:t>Work Insights</a:t>
            </a:r>
            <a:r>
              <a:t>: Analytics and productivity measurement tools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Quantified ROI Analysis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Productivity Impact Metrics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User Adoption Achievements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User Migration</a:t>
            </a:r>
            <a:r>
              <a:t>: 2,500+ users successfully migrated with zero data loss</a:t>
            </a:r>
          </a:p>
          <a:p>
            <a:pPr/>
            <a:r>
              <a:rPr b="1"/>
              <a:t>Training Completion</a:t>
            </a:r>
            <a:r>
              <a:t>: 94% user completion rate for Google Workspace training</a:t>
            </a:r>
          </a:p>
          <a:p>
            <a:pPr/>
            <a:r>
              <a:rPr b="1"/>
              <a:t>Feature Utilization</a:t>
            </a:r>
            <a:r>
              <a:t>: 87% adoption rate for core collaboration features</a:t>
            </a:r>
          </a:p>
          <a:p>
            <a:pPr/>
            <a:r>
              <a:rPr b="1"/>
              <a:t>User Satisfaction</a:t>
            </a:r>
            <a:r>
              <a:t>: 4.6/5.0 average user satisfaction score</a:t>
            </a:r>
          </a:p>
          <a:p>
            <a:pPr/>
            <a:r>
              <a:rPr b="1"/>
              <a:t>Support Reduction</a:t>
            </a:r>
            <a:r>
              <a:t>: 71% reduction in IT support tickets for collaboration tools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Real-Time Collaboration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Simultaneous Editing</a:t>
            </a:r>
            <a:r>
              <a:t>: Multiple users editing documents simultaneously</a:t>
            </a:r>
          </a:p>
          <a:p>
            <a:pPr/>
            <a:r>
              <a:rPr b="1"/>
              <a:t>Version Control</a:t>
            </a:r>
            <a:r>
              <a:t>: Automatic version history and change tracking</a:t>
            </a:r>
          </a:p>
          <a:p>
            <a:pPr/>
            <a:r>
              <a:rPr b="1"/>
              <a:t>Comment System</a:t>
            </a:r>
            <a:r>
              <a:t>: Integrated commenting and suggestion workflows</a:t>
            </a:r>
          </a:p>
          <a:p>
            <a:pPr/>
            <a:r>
              <a:rPr b="1"/>
              <a:t>Smart Compose</a:t>
            </a:r>
            <a:r>
              <a:t>: AI-powered writing assistance and auto-completion</a:t>
            </a:r>
          </a:p>
          <a:p>
            <a:pPr/>
            <a:r>
              <a:rPr b="1"/>
              <a:t>Voice Typing</a:t>
            </a:r>
            <a:r>
              <a:t>: Speech-to-text integration for accessibility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Advanced Security Framework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Zero Trust Security</a:t>
            </a:r>
            <a:r>
              <a:t>: Comprehensive zero-trust security model implementation</a:t>
            </a:r>
          </a:p>
          <a:p>
            <a:pPr/>
            <a:r>
              <a:rPr b="1"/>
              <a:t>Data Loss Prevention</a:t>
            </a:r>
            <a:r>
              <a:t>: Automated DLP policies and content scanning</a:t>
            </a:r>
          </a:p>
          <a:p>
            <a:pPr/>
            <a:r>
              <a:rPr b="1"/>
              <a:t>Advanced Phishing Protection</a:t>
            </a:r>
            <a:r>
              <a:t>: AI-powered phishing and malware detection</a:t>
            </a:r>
          </a:p>
          <a:p>
            <a:pPr/>
            <a:r>
              <a:rPr b="1"/>
              <a:t>Context-Aware Access</a:t>
            </a:r>
            <a:r>
              <a:t>: Risk-based access controls and device verification</a:t>
            </a:r>
          </a:p>
          <a:p>
            <a:pPr/>
            <a:r>
              <a:rPr b="1"/>
              <a:t>Security Investigations</a:t>
            </a:r>
            <a:r>
              <a:t>: Advanced security analytics and threat hunting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Intelligent Automation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Smart Calendar</a:t>
            </a:r>
            <a:r>
              <a:t>: AI-powered meeting scheduling and room booking</a:t>
            </a:r>
          </a:p>
          <a:p>
            <a:pPr/>
            <a:r>
              <a:rPr b="1"/>
              <a:t>Priority Inbox</a:t>
            </a:r>
            <a:r>
              <a:t>: Machine learning-based email prioritization</a:t>
            </a:r>
          </a:p>
          <a:p>
            <a:pPr/>
            <a:r>
              <a:rPr b="1"/>
              <a:t>Explore Feature</a:t>
            </a:r>
            <a:r>
              <a:t>: AI-powered insights and automation suggestions</a:t>
            </a:r>
          </a:p>
          <a:p>
            <a:pPr/>
            <a:r>
              <a:rPr b="1"/>
              <a:t>Auto-Classification</a:t>
            </a:r>
            <a:r>
              <a:t>: Automatic content classification and labeling</a:t>
            </a:r>
          </a:p>
          <a:p>
            <a:pPr/>
            <a:r>
              <a:rPr b="1"/>
              <a:t>Workflow Automation</a:t>
            </a:r>
            <a:r>
              <a:t>: Google Apps Script for business process automation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Project Delivery Excellence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Timeline Achievement</a:t>
            </a:r>
            <a:r>
              <a:t>: Delivered 2 weeks ahead of original 14-week schedule</a:t>
            </a:r>
          </a:p>
          <a:p>
            <a:pPr/>
            <a:r>
              <a:rPr b="1"/>
              <a:t>Budget Performance</a:t>
            </a:r>
            <a:r>
              <a:t>: Completed 8% under allocated budget</a:t>
            </a:r>
          </a:p>
          <a:p>
            <a:pPr/>
            <a:r>
              <a:rPr b="1"/>
              <a:t>Migration Success</a:t>
            </a:r>
            <a:r>
              <a:t>: Zero data loss during enterprise migration</a:t>
            </a:r>
          </a:p>
          <a:p>
            <a:pPr/>
            <a:r>
              <a:rPr b="1"/>
              <a:t>Quality Standards</a:t>
            </a:r>
            <a:r>
              <a:t>: 99.2% successful user account migration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Technical Excellence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Platform Reliability</a:t>
            </a:r>
            <a:r>
              <a:t>: Achieving 99.97% uptime for all Workspace services</a:t>
            </a:r>
          </a:p>
          <a:p>
            <a:pPr/>
            <a:r>
              <a:rPr b="1"/>
              <a:t>Performance</a:t>
            </a:r>
            <a:r>
              <a:t>: Sub-second response times for 95% of user interactions</a:t>
            </a:r>
          </a:p>
          <a:p>
            <a:pPr/>
            <a:r>
              <a:rPr b="1"/>
              <a:t>Security</a:t>
            </a:r>
            <a:r>
              <a:t>: Zero security breaches during 18-month operation period</a:t>
            </a:r>
          </a:p>
          <a:p>
            <a:pPr/>
            <a:r>
              <a:rPr b="1"/>
              <a:t>Integration</a:t>
            </a:r>
            <a:r>
              <a:t>: Seamless integration with 15 existing enterprise systems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Change Management Success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User Training</a:t>
            </a:r>
            <a:r>
              <a:t>: Comprehensive training program with 94% completion rate</a:t>
            </a:r>
          </a:p>
          <a:p>
            <a:pPr/>
            <a:r>
              <a:rPr b="1"/>
              <a:t>Change Adoption</a:t>
            </a:r>
            <a:r>
              <a:t>: 87% user adoption of new collaboration workflows</a:t>
            </a:r>
          </a:p>
          <a:p>
            <a:pPr/>
            <a:r>
              <a:rPr b="1"/>
              <a:t>Executive Sponsorship</a:t>
            </a:r>
            <a:r>
              <a:t>: Strong leadership support throughout migration</a:t>
            </a:r>
          </a:p>
          <a:p>
            <a:pPr/>
            <a:r>
              <a:rPr b="1"/>
              <a:t>Communication</a:t>
            </a:r>
            <a:r>
              <a:t>: Effective change communication reducing resistance by 78%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Document Collaboration Revolution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Real-Time Editing</a:t>
            </a:r>
            <a:r>
              <a:t>: Eliminated version control conflicts through simultaneous editing</a:t>
            </a:r>
          </a:p>
          <a:p>
            <a:pPr/>
            <a:r>
              <a:rPr b="1"/>
              <a:t>Smart Suggestions</a:t>
            </a:r>
            <a:r>
              <a:t>: AI-powered content suggestions and grammar corrections</a:t>
            </a:r>
          </a:p>
          <a:p>
            <a:pPr/>
            <a:r>
              <a:rPr b="1"/>
              <a:t>Template Library</a:t>
            </a:r>
            <a:r>
              <a:t>: Standardized document templates improving consistency</a:t>
            </a:r>
          </a:p>
          <a:p>
            <a:pPr/>
            <a:r>
              <a:rPr b="1"/>
              <a:t>Offline Access</a:t>
            </a:r>
            <a:r>
              <a:t>: Seamless offline editing with automatic synchronization</a:t>
            </a:r>
          </a:p>
          <a:p>
            <a:pPr/>
            <a:r>
              <a:rPr b="1"/>
              <a:t>Advanced Sharing</a:t>
            </a:r>
            <a:r>
              <a:t>: Granular sharing controls with expiration and permissions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Communication Enhancement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Unified Messaging</a:t>
            </a:r>
            <a:r>
              <a:t>: Integrated chat, email, and video communication</a:t>
            </a:r>
          </a:p>
          <a:p>
            <a:pPr/>
            <a:r>
              <a:rPr b="1"/>
              <a:t>Persistent Chat Rooms</a:t>
            </a:r>
            <a:r>
              <a:t>: Team spaces for ongoing project collaboration</a:t>
            </a:r>
          </a:p>
          <a:p>
            <a:pPr/>
            <a:r>
              <a:rPr b="1"/>
              <a:t>Video Integration</a:t>
            </a:r>
            <a:r>
              <a:t>: One-click video calls from any collaboration context</a:t>
            </a:r>
          </a:p>
          <a:p>
            <a:pPr/>
            <a:r>
              <a:rPr b="1"/>
              <a:t>Meeting Recording</a:t>
            </a:r>
            <a:r>
              <a:t>: Automatic meeting transcription and recording</a:t>
            </a:r>
          </a:p>
          <a:p>
            <a:pPr/>
            <a:r>
              <a:rPr b="1"/>
              <a:t>Global Accessibility</a:t>
            </a:r>
            <a:r>
              <a:t>: 24/7 access from any device or location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Workflow Optimization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Calendar Intelligence</a:t>
            </a:r>
            <a:r>
              <a:t>: Smart scheduling with conflict resolution</a:t>
            </a:r>
          </a:p>
          <a:p>
            <a:pPr/>
            <a:r>
              <a:rPr b="1"/>
              <a:t>Resource Management</a:t>
            </a:r>
            <a:r>
              <a:t>: Automated room and resource booking</a:t>
            </a:r>
          </a:p>
          <a:p>
            <a:pPr/>
            <a:r>
              <a:rPr b="1"/>
              <a:t>Task Integration</a:t>
            </a:r>
            <a:r>
              <a:t>: Seamless task management within collaboration workflows</a:t>
            </a:r>
          </a:p>
          <a:p>
            <a:pPr/>
            <a:r>
              <a:rPr b="1"/>
              <a:t>Approval Workflows</a:t>
            </a:r>
            <a:r>
              <a:t>: Digital approval processes replacing paper-based systems</a:t>
            </a:r>
          </a:p>
          <a:p>
            <a:pPr/>
            <a:r>
              <a:rPr b="1"/>
              <a:t>Project Tracking</a:t>
            </a:r>
            <a:r>
              <a:t>: Integrated project management and status reporting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Enterprise Security Controls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Multi-Factor Authentication</a:t>
            </a:r>
            <a:r>
              <a:t>: Mandatory MFA for all user accounts</a:t>
            </a:r>
          </a:p>
          <a:p>
            <a:pPr/>
            <a:r>
              <a:rPr b="1"/>
              <a:t>Device Management</a:t>
            </a:r>
            <a:r>
              <a:t>: Comprehensive mobile device management and compliance</a:t>
            </a:r>
          </a:p>
          <a:p>
            <a:pPr/>
            <a:r>
              <a:rPr b="1"/>
              <a:t>Access Controls</a:t>
            </a:r>
            <a:r>
              <a:t>: Role-based access with principle of least privilege</a:t>
            </a:r>
          </a:p>
          <a:p>
            <a:pPr/>
            <a:r>
              <a:rPr b="1"/>
              <a:t>Audit Logging</a:t>
            </a:r>
            <a:r>
              <a:t>: Complete audit trails for security and compliance</a:t>
            </a:r>
          </a:p>
          <a:p>
            <a:pPr/>
            <a:r>
              <a:rPr b="1"/>
              <a:t>Encryption</a:t>
            </a:r>
            <a:r>
              <a:t>: End-to-end encryption for sensitive communications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Compliance Achievements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SOC 2 Type II</a:t>
            </a:r>
            <a:r>
              <a:t>: Achieved certification for security and availability</a:t>
            </a:r>
          </a:p>
          <a:p>
            <a:pPr/>
            <a:r>
              <a:rPr b="1"/>
              <a:t>ISO 27001</a:t>
            </a:r>
            <a:r>
              <a:t>: Implemented information security management controls</a:t>
            </a:r>
          </a:p>
          <a:p>
            <a:pPr/>
            <a:r>
              <a:rPr b="1"/>
              <a:t>GDPR Compliance</a:t>
            </a:r>
            <a:r>
              <a:t>: Data protection controls for European operations</a:t>
            </a:r>
          </a:p>
          <a:p>
            <a:pPr/>
            <a:r>
              <a:rPr b="1"/>
              <a:t>HIPAA Controls</a:t>
            </a:r>
            <a:r>
              <a:t>: Healthcare compliance for protected health information</a:t>
            </a:r>
          </a:p>
          <a:p>
            <a:pPr/>
            <a:r>
              <a:rPr b="1"/>
              <a:t>Financial Compliance</a:t>
            </a:r>
            <a:r>
              <a:t>: SOX controls for financial data protection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Data Governance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Data Classification</a:t>
            </a:r>
            <a:r>
              <a:t>: Automated data classification and labeling</a:t>
            </a:r>
          </a:p>
          <a:p>
            <a:pPr/>
            <a:r>
              <a:rPr b="1"/>
              <a:t>Retention Policies</a:t>
            </a:r>
            <a:r>
              <a:t>: Automated data retention and disposal policies</a:t>
            </a:r>
          </a:p>
          <a:p>
            <a:pPr/>
            <a:r>
              <a:rPr b="1"/>
              <a:t>eDiscovery</a:t>
            </a:r>
            <a:r>
              <a:t>: Comprehensive eDiscovery capabilities with Google Vault</a:t>
            </a:r>
          </a:p>
          <a:p>
            <a:pPr/>
            <a:r>
              <a:rPr b="1"/>
              <a:t>Privacy Controls</a:t>
            </a:r>
            <a:r>
              <a:t>: User privacy controls and data portability</a:t>
            </a:r>
          </a:p>
          <a:p>
            <a:pPr/>
            <a:r>
              <a:rPr b="1"/>
              <a:t>Geographic Controls</a:t>
            </a:r>
            <a:r>
              <a:t>: Data residency controls for regulatory compliance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Mobile Productivity Platform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Native Mobile Apps</a:t>
            </a:r>
            <a:r>
              <a:t>: Full-featured mobile applications for all platforms</a:t>
            </a:r>
          </a:p>
          <a:p>
            <a:pPr/>
            <a:r>
              <a:rPr b="1"/>
              <a:t>Offline Capabilities</a:t>
            </a:r>
            <a:r>
              <a:t>: Comprehensive offline access and synchronization</a:t>
            </a:r>
          </a:p>
          <a:p>
            <a:pPr/>
            <a:r>
              <a:rPr b="1"/>
              <a:t>Touch Optimization</a:t>
            </a:r>
            <a:r>
              <a:t>: Touch-friendly interfaces for tablet productivity</a:t>
            </a:r>
          </a:p>
          <a:p>
            <a:pPr/>
            <a:r>
              <a:rPr b="1"/>
              <a:t>Voice Integration</a:t>
            </a:r>
            <a:r>
              <a:t>: Voice commands and dictation capabilities</a:t>
            </a:r>
          </a:p>
          <a:p>
            <a:pPr/>
            <a:r>
              <a:rPr b="1"/>
              <a:t>Cross-Device Sync</a:t>
            </a:r>
            <a:r>
              <a:t>: Seamless synchronization across all devices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Remote Work Infrastructure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Cloud-First Architecture</a:t>
            </a:r>
            <a:r>
              <a:t>: 100% cloud-based collaboration platform</a:t>
            </a:r>
          </a:p>
          <a:p>
            <a:pPr/>
            <a:r>
              <a:rPr b="1"/>
              <a:t>Bandwidth Optimization</a:t>
            </a:r>
            <a:r>
              <a:t>: Intelligent bandwidth management for remote users</a:t>
            </a:r>
          </a:p>
          <a:p>
            <a:pPr/>
            <a:r>
              <a:rPr b="1"/>
              <a:t>VPN-Free Access</a:t>
            </a:r>
            <a:r>
              <a:t>: Secure access without traditional VPN requirements</a:t>
            </a:r>
          </a:p>
          <a:p>
            <a:pPr/>
            <a:r>
              <a:rPr b="1"/>
              <a:t>Home Office Support</a:t>
            </a:r>
            <a:r>
              <a:t>: Comprehensive support for home office setups</a:t>
            </a:r>
          </a:p>
          <a:p>
            <a:pPr/>
            <a:r>
              <a:rPr b="1"/>
              <a:t>Global Accessibility</a:t>
            </a:r>
            <a:r>
              <a:t>: Consistent experience across global locations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Security for Remote Work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Context-Aware Security</a:t>
            </a:r>
            <a:r>
              <a:t>: Dynamic security policies based on user context</a:t>
            </a:r>
          </a:p>
          <a:p>
            <a:pPr/>
            <a:r>
              <a:rPr b="1"/>
              <a:t>Device Verification</a:t>
            </a:r>
            <a:r>
              <a:t>: Automatic device registration and verification</a:t>
            </a:r>
          </a:p>
          <a:p>
            <a:pPr/>
            <a:r>
              <a:rPr b="1"/>
              <a:t>Location-Based Controls</a:t>
            </a:r>
            <a:r>
              <a:t>: Geographic access controls and restrictions</a:t>
            </a:r>
          </a:p>
          <a:p>
            <a:pPr/>
            <a:r>
              <a:rPr b="1"/>
              <a:t>Secure Guest Access</a:t>
            </a:r>
            <a:r>
              <a:t>: Controlled guest access for external collaboration</a:t>
            </a:r>
          </a:p>
          <a:p>
            <a:pPr/>
            <a:r>
              <a:rPr b="1"/>
              <a:t>Remote Wipe</a:t>
            </a:r>
            <a:r>
              <a:t>: Emergency remote device wipe capabilities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Licensing Optimization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Unified Licensing</a:t>
            </a:r>
            <a:r>
              <a:t>: Consolidated licensing reducing complexity and costs</a:t>
            </a:r>
          </a:p>
          <a:p>
            <a:pPr/>
            <a:r>
              <a:rPr b="1"/>
              <a:t>Right-Sizing</a:t>
            </a:r>
            <a:r>
              <a:t>: Appropriate license allocation based on user needs</a:t>
            </a:r>
          </a:p>
          <a:p>
            <a:pPr/>
            <a:r>
              <a:rPr b="1"/>
              <a:t>Usage Analytics</a:t>
            </a:r>
            <a:r>
              <a:t>: Detailed usage analytics for optimization opportunities</a:t>
            </a:r>
          </a:p>
          <a:p>
            <a:pPr/>
            <a:r>
              <a:rPr b="1"/>
              <a:t>Seasonal Scaling</a:t>
            </a:r>
            <a:r>
              <a:t>: Flexible licensing for seasonal workforce changes</a:t>
            </a:r>
          </a:p>
          <a:p>
            <a:pPr/>
            <a:r>
              <a:rPr b="1"/>
              <a:t>Educational Discounts</a:t>
            </a:r>
            <a:r>
              <a:t>: Leveraged educational pricing for training programs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Infrastructure Savings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Server Elimination</a:t>
            </a:r>
            <a:r>
              <a:t>: Eliminated on-premises collaboration servers</a:t>
            </a:r>
          </a:p>
          <a:p>
            <a:pPr/>
            <a:r>
              <a:rPr b="1"/>
              <a:t>Maintenance Reduction</a:t>
            </a:r>
            <a:r>
              <a:t>: 85% reduction in infrastructure maintenance costs</a:t>
            </a:r>
          </a:p>
          <a:p>
            <a:pPr/>
            <a:r>
              <a:rPr b="1"/>
              <a:t>Energy Savings</a:t>
            </a:r>
            <a:r>
              <a:t>: Significant reduction in data center power consumption</a:t>
            </a:r>
          </a:p>
          <a:p>
            <a:pPr/>
            <a:r>
              <a:rPr b="1"/>
              <a:t>Software Consolidation</a:t>
            </a:r>
            <a:r>
              <a:t>: Replaced 12 separate collaboration tools</a:t>
            </a:r>
          </a:p>
          <a:p>
            <a:pPr/>
            <a:r>
              <a:rPr b="1"/>
              <a:t>Support Simplification</a:t>
            </a:r>
            <a:r>
              <a:t>: Simplified support model reducing IT overhead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Productivity ROI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Comprehensive Training Program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Role-Based Training</a:t>
            </a:r>
            <a:r>
              <a:t>: Customized training based on user roles and responsibilities</a:t>
            </a:r>
          </a:p>
          <a:p>
            <a:pPr/>
            <a:r>
              <a:rPr b="1"/>
              <a:t>Interactive Workshops</a:t>
            </a:r>
            <a:r>
              <a:t>: Hands-on training sessions with real-world scenarios</a:t>
            </a:r>
          </a:p>
          <a:p>
            <a:pPr/>
            <a:r>
              <a:rPr b="1"/>
              <a:t>Video Tutorials</a:t>
            </a:r>
            <a:r>
              <a:t>: Comprehensive library of self-paced video training</a:t>
            </a:r>
          </a:p>
          <a:p>
            <a:pPr/>
            <a:r>
              <a:rPr b="1"/>
              <a:t>Quick Reference Guides</a:t>
            </a:r>
            <a:r>
              <a:t>: Job aids and quick reference materials</a:t>
            </a:r>
          </a:p>
          <a:p>
            <a:pPr/>
            <a:r>
              <a:rPr b="1"/>
              <a:t>Champion Network</a:t>
            </a:r>
            <a:r>
              <a:t>: Power user network providing peer support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Change Management Strategy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Executive Communication</a:t>
            </a:r>
            <a:r>
              <a:t>: Regular executive updates on migration progress</a:t>
            </a:r>
          </a:p>
          <a:p>
            <a:pPr/>
            <a:r>
              <a:rPr b="1"/>
              <a:t>Department Liaison</a:t>
            </a:r>
            <a:r>
              <a:t>: Dedicated liaisons for each business unit</a:t>
            </a:r>
          </a:p>
          <a:p>
            <a:pPr/>
            <a:r>
              <a:rPr b="1"/>
              <a:t>Feedback Loops</a:t>
            </a:r>
            <a:r>
              <a:t>: Regular feedback collection and response cycles</a:t>
            </a:r>
          </a:p>
          <a:p>
            <a:pPr/>
            <a:r>
              <a:rPr b="1"/>
              <a:t>Gradual Rollout</a:t>
            </a:r>
            <a:r>
              <a:t>: Phased rollout reducing change resistance</a:t>
            </a:r>
          </a:p>
          <a:p>
            <a:pPr/>
            <a:r>
              <a:rPr b="1"/>
              <a:t>Success Stories</a:t>
            </a:r>
            <a:r>
              <a:t>: Highlighting early adopter success stories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Ongoing Support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Help Desk Integration</a:t>
            </a:r>
            <a:r>
              <a:t>: Integrated support within Workspace interface</a:t>
            </a:r>
          </a:p>
          <a:p>
            <a:pPr/>
            <a:r>
              <a:rPr b="1"/>
              <a:t>Community Forums</a:t>
            </a:r>
            <a:r>
              <a:t>: Internal user communities for peer support</a:t>
            </a:r>
          </a:p>
          <a:p>
            <a:pPr/>
            <a:r>
              <a:rPr b="1"/>
              <a:t>Regular Updates</a:t>
            </a:r>
            <a:r>
              <a:t>: Monthly feature updates and training sessions</a:t>
            </a:r>
          </a:p>
          <a:p>
            <a:pPr/>
            <a:r>
              <a:rPr b="1"/>
              <a:t>Performance Metrics</a:t>
            </a:r>
            <a:r>
              <a:t>: User adoption and satisfaction monitoring</a:t>
            </a:r>
          </a:p>
          <a:p>
            <a:pPr/>
            <a:r>
              <a:rPr b="1"/>
              <a:t>Continuous Improvement</a:t>
            </a:r>
            <a:r>
              <a:t>: Ongoing optimization based on user feedback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Advanced Capabilities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Q1 2025</a:t>
            </a:r>
            <a:r>
              <a:t>: Google Workspace AI integration with Gemini</a:t>
            </a:r>
          </a:p>
          <a:p>
            <a:pPr/>
            <a:r>
              <a:rPr b="1"/>
              <a:t>Q2 2025</a:t>
            </a:r>
            <a:r>
              <a:t>: Advanced workflow automation with Google Apps Script</a:t>
            </a:r>
          </a:p>
          <a:p>
            <a:pPr/>
            <a:r>
              <a:rPr b="1"/>
              <a:t>Q3 2025</a:t>
            </a:r>
            <a:r>
              <a:t>: Enhanced analytics with Workspace Insights</a:t>
            </a:r>
          </a:p>
          <a:p>
            <a:pPr/>
            <a:r>
              <a:rPr b="1"/>
              <a:t>Q4 2025</a:t>
            </a:r>
            <a:r>
              <a:t>: Extended reality (XR) collaboration capabilities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Integration Expansion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ERP Integration</a:t>
            </a:r>
            <a:r>
              <a:t>: Deep integration with enterprise resource planning systems</a:t>
            </a:r>
          </a:p>
          <a:p>
            <a:pPr/>
            <a:r>
              <a:rPr b="1"/>
              <a:t>CRM Enhancement</a:t>
            </a:r>
            <a:r>
              <a:t>: Enhanced customer relationship management integration</a:t>
            </a:r>
          </a:p>
          <a:p>
            <a:pPr/>
            <a:r>
              <a:rPr b="1"/>
              <a:t>Business Intelligence</a:t>
            </a:r>
            <a:r>
              <a:t>: Advanced BI and analytics integration</a:t>
            </a:r>
          </a:p>
          <a:p>
            <a:pPr/>
            <a:r>
              <a:rPr b="1"/>
              <a:t>IoT Connectivity</a:t>
            </a:r>
            <a:r>
              <a:t>: Internet of Things data integration and visualization</a:t>
            </a:r>
          </a:p>
          <a:p>
            <a:pPr/>
            <a:r>
              <a:rPr b="1"/>
              <a:t>Blockchain Integration</a:t>
            </a:r>
            <a:r>
              <a:t>: Secure document verification and authenticity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Innovation Initiatives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AI-Powered Workflows</a:t>
            </a:r>
            <a:r>
              <a:t>: Machine learning-enhanced business processes</a:t>
            </a:r>
          </a:p>
          <a:p>
            <a:pPr/>
            <a:r>
              <a:rPr b="1"/>
              <a:t>Predictive Analytics</a:t>
            </a:r>
            <a:r>
              <a:t>: Predictive insights for business decision making</a:t>
            </a:r>
          </a:p>
          <a:p>
            <a:pPr/>
            <a:r>
              <a:rPr b="1"/>
              <a:t>Voice-First Interfaces</a:t>
            </a:r>
            <a:r>
              <a:t>: Advanced voice interaction capabilities</a:t>
            </a:r>
          </a:p>
          <a:p>
            <a:pPr/>
            <a:r>
              <a:rPr b="1"/>
              <a:t>Augmented Reality</a:t>
            </a:r>
            <a:r>
              <a:t>: AR-enhanced collaboration and visualization</a:t>
            </a:r>
          </a:p>
          <a:p>
            <a:pPr/>
            <a:r>
              <a:rPr b="1"/>
              <a:t>Sustainability Metrics</a:t>
            </a:r>
            <a:r>
              <a:t>: Environmental impact tracking and reporting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Data Protection and Recovery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Automated Backups</a:t>
            </a:r>
            <a:r>
              <a:t>: Comprehensive automated backup and recovery</a:t>
            </a:r>
          </a:p>
          <a:p>
            <a:pPr/>
            <a:r>
              <a:rPr b="1"/>
              <a:t>Geographic Redundancy</a:t>
            </a:r>
            <a:r>
              <a:t>: Multi-region data replication and storage</a:t>
            </a:r>
          </a:p>
          <a:p>
            <a:pPr/>
            <a:r>
              <a:rPr b="1"/>
              <a:t>Disaster Recovery</a:t>
            </a:r>
            <a:r>
              <a:t>: Comprehensive disaster recovery procedures</a:t>
            </a:r>
          </a:p>
          <a:p>
            <a:pPr/>
            <a:r>
              <a:rPr b="1"/>
              <a:t>Business Continuity</a:t>
            </a:r>
            <a:r>
              <a:t>: Detailed business continuity planning</a:t>
            </a:r>
          </a:p>
          <a:p>
            <a:pPr/>
            <a:r>
              <a:rPr b="1"/>
              <a:t>Data Portability</a:t>
            </a:r>
            <a:r>
              <a:t>: Complete data export and migration capabilities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Security Risk Management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Threat Monitoring</a:t>
            </a:r>
            <a:r>
              <a:t>: Continuous security threat monitoring and response</a:t>
            </a:r>
          </a:p>
          <a:p>
            <a:pPr/>
            <a:r>
              <a:rPr b="1"/>
              <a:t>Incident Response</a:t>
            </a:r>
            <a:r>
              <a:t>: Comprehensive security incident response procedures</a:t>
            </a:r>
          </a:p>
          <a:p>
            <a:pPr/>
            <a:r>
              <a:rPr b="1"/>
              <a:t>Vulnerability Management</a:t>
            </a:r>
            <a:r>
              <a:t>: Regular security assessments and updates</a:t>
            </a:r>
          </a:p>
          <a:p>
            <a:pPr/>
            <a:r>
              <a:rPr b="1"/>
              <a:t>Compliance Monitoring</a:t>
            </a:r>
            <a:r>
              <a:t>: Ongoing compliance monitoring and reporting</a:t>
            </a:r>
          </a:p>
          <a:p>
            <a:pPr/>
            <a:r>
              <a:rPr b="1"/>
              <a:t>Risk Assessment</a:t>
            </a:r>
            <a:r>
              <a:t>: Regular risk assessments and mitigation planning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Vendor Management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SLA Management</a:t>
            </a:r>
            <a:r>
              <a:t>: Comprehensive service level agreement monitoring</a:t>
            </a:r>
          </a:p>
          <a:p>
            <a:pPr/>
            <a:r>
              <a:rPr b="1"/>
              <a:t>Vendor Performance</a:t>
            </a:r>
            <a:r>
              <a:t>: Regular vendor performance reviews and optimization</a:t>
            </a:r>
          </a:p>
          <a:p>
            <a:pPr/>
            <a:r>
              <a:rPr b="1"/>
              <a:t>Contract Management</a:t>
            </a:r>
            <a:r>
              <a:t>: Strategic contract management and renewal planning</a:t>
            </a:r>
          </a:p>
          <a:p>
            <a:pPr/>
            <a:r>
              <a:rPr b="1"/>
              <a:t>Alternative Planning</a:t>
            </a:r>
            <a:r>
              <a:t>: Contingency planning for vendor relationship changes</a:t>
            </a:r>
          </a:p>
          <a:p>
            <a:pPr/>
            <a:r>
              <a:rPr b="1"/>
              <a:t>Cost Management</a:t>
            </a:r>
            <a:r>
              <a:t>: Ongoing cost optimization and budget management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Executive Endorsements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CEO</a:t>
            </a:r>
            <a:r>
              <a:t>: "Google Workspace has transformed our collaboration culture and productivity"</a:t>
            </a:r>
          </a:p>
          <a:p>
            <a:pPr/>
            <a:r>
              <a:rPr b="1"/>
              <a:t>CTO</a:t>
            </a:r>
            <a:r>
              <a:t>: "Outstanding implementation enabling seamless remote and hybrid work"</a:t>
            </a:r>
          </a:p>
          <a:p>
            <a:pPr/>
            <a:r>
              <a:rPr b="1"/>
              <a:t>CHRO</a:t>
            </a:r>
            <a:r>
              <a:t>: "Exceptional user adoption and employee satisfaction with new tools"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Industry Recognition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Google Partner Award</a:t>
            </a:r>
            <a:r>
              <a:t>: Recognized as exemplary Workspace implementation</a:t>
            </a:r>
          </a:p>
          <a:p>
            <a:pPr/>
            <a:r>
              <a:rPr b="1"/>
              <a:t>Productivity Metrics</a:t>
            </a:r>
            <a:r>
              <a:t>: Collaboration efficiency in top 10% of enterprise implementations</a:t>
            </a:r>
          </a:p>
          <a:p>
            <a:pPr/>
            <a:r>
              <a:rPr b="1"/>
              <a:t>User Satisfaction</a:t>
            </a:r>
            <a:r>
              <a:t>: Achieved highest user satisfaction scores in company history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Key Success Factors for Continued Success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User-Centric Approach: Focus on user experience and adoption</a:t>
            </a:r>
          </a:p>
          <a:p>
            <a:pPr/>
            <a:r>
              <a:t>Comprehensive Training: Ongoing investment in user education and support</a:t>
            </a:r>
          </a:p>
          <a:p>
            <a:pPr/>
            <a:r>
              <a:t>Security First: Continuous enhancement of security and compliance controls</a:t>
            </a:r>
          </a:p>
          <a:p>
            <a:pPr/>
            <a:r>
              <a:t>Innovation Adoption: Proactive adoption of new Google Workspace features</a:t>
            </a:r>
          </a:p>
          <a:p>
            <a:pPr/>
            <a:r>
              <a:t>Performance Monitoring: Regular monitoring and optimization of platform performance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Strategic Recommendations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Advanced Automation</a:t>
            </a:r>
            <a:r>
              <a:t>: Implement advanced workflow automation and AI features</a:t>
            </a:r>
          </a:p>
          <a:p>
            <a:pPr/>
            <a:r>
              <a:rPr b="1"/>
              <a:t>Analytics Enhancement</a:t>
            </a:r>
            <a:r>
              <a:t>: Leverage Workspace analytics for business insights</a:t>
            </a:r>
          </a:p>
          <a:p>
            <a:pPr/>
            <a:r>
              <a:rPr b="1"/>
              <a:t>Integration Expansion</a:t>
            </a:r>
            <a:r>
              <a:t>: Expand integrations with enterprise business systems</a:t>
            </a:r>
          </a:p>
          <a:p>
            <a:pPr/>
            <a:r>
              <a:rPr b="1"/>
              <a:t>Mobile Optimization</a:t>
            </a:r>
            <a:r>
              <a:t>: Continue enhancing mobile and remote work capabilities</a:t>
            </a:r>
          </a:p>
          <a:p>
            <a:pPr/>
            <a:r>
              <a:rPr b="1"/>
              <a:t>Sustainability Focus</a:t>
            </a:r>
            <a:r>
              <a:t>: Implement environmental impact tracking and reporting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