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816851"/>
            <a:ext cx="4337050" cy="3553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AWS IDP with Textract, Comprehend, and A2I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$100,951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$168,353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[30 days from approval]</a:t>
            </a:r>
          </a:p>
          <a:p>
            <a:pPr/>
            <a:r>
              <a:rPr b="1"/>
              <a:t>Team Formation:</a:t>
            </a:r>
            <a:r>
              <a:t> Identify business SME, IT contact, document samples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Document sample collection and AI model configuration</a:t>
            </a:r>
          </a:p>
          <a:p>
            <a:pPr/>
            <a:r>
              <a:rPr b="1"/>
              <a:t>Week 3:</a:t>
            </a:r>
            <a:r>
              <a:t> Textract/Comprehend training and initial testing</a:t>
            </a:r>
          </a:p>
          <a:p>
            <a:pPr/>
            <a:r>
              <a:rPr b="1"/>
              <a:t>Week 4:</a:t>
            </a:r>
            <a:r>
              <a:t>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