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$27,248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$27,248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$27,248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$81,744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$20,160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SOLUTION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$697,968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$765,904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pilot phase by [specific date]</a:t>
            </a:r>
          </a:p>
          <a:p>
            <a:pPr/>
            <a:r>
              <a:t>Kickoff: Target pilot start date [30 days from approval]</a:t>
            </a:r>
          </a:p>
          <a:p>
            <a:pPr/>
            <a:r>
              <a:t>Team Formation: Identify business SME, IT contact, document samples</a:t>
            </a:r>
          </a:p>
          <a:p>
            <a:pPr/>
            <a:r>
              <a:t>Week 1: Contract finalization and AWS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Textract/Comprehend training and initial testing</a:t>
            </a:r>
          </a:p>
          <a:p>
            <a:pPr/>
            <a:r>
              <a:t>Week 4: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