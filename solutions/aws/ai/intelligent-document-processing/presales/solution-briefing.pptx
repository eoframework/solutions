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Intelligent Document Processing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20,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manual data entry bottlenecks and reduce processing time from hours to minutes</a:t>
            </a:r>
          </a:p>
          <a:p>
            <a:pPr lvl="1"/>
            <a:r>
              <a:t>Achieve 99%+ accuracy with AI-powered extraction replacing error-prone manual processes</a:t>
            </a:r>
          </a:p>
          <a:p>
            <a:pPr lvl="1"/>
            <a:r>
              <a:t>Scale effortlessly to handle volume fluctuations without adding headcount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90% reduction in document processing time with measurable productivity gains</a:t>
            </a:r>
          </a:p>
          <a:p>
            <a:pPr lvl="1"/>
            <a:r>
              <a:t>95%+ data extraction accuracy validated against business requirements</a:t>
            </a:r>
          </a:p>
          <a:p>
            <a:pPr lvl="1"/>
            <a:r>
              <a:t>ROI realization within 12-18 months through labor cost savings and efficiency gains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Document Types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2-3 document types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(99.5%)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AI/ML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Textract/Comprehend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Serverless (Lambda S3 Textract)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REST APIs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encryption IAM SSE-S3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S3 and email ingestion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Accuracy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95%+ extraction accuracy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roles (submitter reviewer admin)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Processing Speed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batch processing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Document Processing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1000-5000 docs/month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environments (dev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Storage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GB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AWS region (us-east-1)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AI/ML Services</a:t>
            </a:r>
          </a:p>
          <a:p>
            <a:pPr lvl="1"/>
            <a:r>
              <a:t>Amazon Textract for OCR and intelligent form/table extraction from documents</a:t>
            </a:r>
          </a:p>
          <a:p>
            <a:pPr lvl="1"/>
            <a:r>
              <a:t>Amazon Comprehend for NLP entity recognition and document classification</a:t>
            </a:r>
          </a:p>
          <a:p>
            <a:pPr lvl="1"/>
            <a:r>
              <a:t>Amazon A2I for human review and quality assurance on low-confidence results</a:t>
            </a:r>
          </a:p>
          <a:p>
            <a:pPr/>
            <a:r>
              <a:rPr b="1"/>
              <a:t>Platform Architecture</a:t>
            </a:r>
          </a:p>
          <a:p>
            <a:pPr lvl="1"/>
            <a:r>
              <a:t>Serverless processing with Lambda and Step Functions for scalable workflows</a:t>
            </a:r>
          </a:p>
          <a:p>
            <a:pPr lvl="1"/>
            <a:r>
              <a:t>S3 storage, DynamoDB metadata, and API Gateway for integration</a:t>
            </a:r>
          </a:p>
          <a:p>
            <a:pPr lvl="1"/>
            <a:r>
              <a:t>CloudWatch monitoring and CloudTrail for compliance and audit logging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Pilot (Months 1-2)</a:t>
            </a:r>
          </a:p>
          <a:p>
            <a:pPr lvl="1"/>
            <a:r>
              <a:t>Deploy single document type to validate AI accuracy and business value</a:t>
            </a:r>
          </a:p>
          <a:p>
            <a:pPr lvl="1"/>
            <a:r>
              <a:t>Configure Textract/Comprehend models with sample documents</a:t>
            </a:r>
          </a:p>
          <a:p>
            <a:pPr lvl="1"/>
            <a:r>
              <a:t>Establish human review workflow and quality benchmarks</a:t>
            </a:r>
          </a:p>
          <a:p>
            <a:pPr/>
            <a:r>
              <a:rPr b="1"/>
              <a:t>Phase 2: Expansion (Months 3-4)</a:t>
            </a:r>
          </a:p>
          <a:p>
            <a:pPr lvl="1"/>
            <a:r>
              <a:t>Extend to additional document types and higher volumes</a:t>
            </a:r>
          </a:p>
          <a:p>
            <a:pPr lvl="1"/>
            <a:r>
              <a:t>Implement API integrations with downstream business systems</a:t>
            </a:r>
          </a:p>
          <a:p>
            <a:pPr lvl="1"/>
            <a:r>
              <a:t>Configure automated routing and exception handling</a:t>
            </a:r>
          </a:p>
          <a:p>
            <a:pPr/>
            <a:r>
              <a:rPr b="1"/>
              <a:t>Phase 3: Optimization (Months 5-6)</a:t>
            </a:r>
          </a:p>
          <a:p>
            <a:pPr lvl="1"/>
            <a:r>
              <a:t>Fine-tune AI models based on production data and feedback</a:t>
            </a:r>
          </a:p>
          <a:p>
            <a:pPr lvl="1"/>
            <a:r>
              <a:t>Implement advanced features like multi-language support</a:t>
            </a:r>
          </a:p>
          <a:p>
            <a:pPr lvl="1"/>
            <a:r>
              <a:t>Complete training and transition to operations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Pilot &amp;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document type automated, 95%+ accuracy validated, Human review workflow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Expansion &amp;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Multiple document types supported, API integrations live, Volume processing at scale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Handoff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AI models fine-tuned, Advanced features deployed, Operations team trained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Healthcare Insurance Provider</a:t>
            </a:r>
          </a:p>
          <a:p>
            <a:pPr lvl="1"/>
            <a:r>
              <a:rPr b="1"/>
              <a:t>Client:</a:t>
            </a:r>
            <a:r>
              <a:t> Regional health insurer processing 50,000+ claims monthly across 12 states</a:t>
            </a:r>
          </a:p>
          <a:p>
            <a:pPr lvl="1"/>
            <a:r>
              <a:rPr b="1"/>
              <a:t>Challenge:</a:t>
            </a:r>
            <a:r>
              <a:t> Manual processing taking 24-48 hours per claim with 8% error rate costing $3.2M annually. High labor costs limiting scalability and declining customer satisfaction.</a:t>
            </a:r>
          </a:p>
          <a:p>
            <a:pPr lvl="1"/>
            <a:r>
              <a:rPr b="1"/>
              <a:t>Solution:</a:t>
            </a:r>
            <a:r>
              <a:t> Deployed AWS Intelligent Document Processing with Textract for OCR and Comprehend for entity extraction. Implemented A2I for human-in-the-loop validation on low-confidence results.</a:t>
            </a:r>
          </a:p>
          <a:p>
            <a:pPr lvl="1"/>
            <a:r>
              <a:rPr b="1"/>
              <a:t>Results:</a:t>
            </a:r>
            <a:r>
              <a:t> 92% reduction in processing time (24 hours to 2 hours) and 99.2% accuracy rate with $2.8M annual savings. 40% improvement in customer satisfaction, full ROI achieved in 11 months.</a:t>
            </a:r>
          </a:p>
          <a:p>
            <a:pPr lvl="1"/>
            <a:r>
              <a:rPr b="1"/>
              <a:t>Testimonial:</a:t>
            </a:r>
            <a:r>
              <a:t> "AWS IDP transformed our claims processing from a bottleneck into a competitive advantage. The accuracy is phenomenal, and our team can now focus on complex cases that truly need human expertise." — </a:t>
            </a:r>
            <a:r>
              <a:rPr b="1"/>
              <a:t>Sarah Martinez</a:t>
            </a:r>
            <a:r>
              <a:t>, VP of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AI/ML solutions with proven results</a:t>
            </a:r>
          </a:p>
          <a:p>
            <a:pPr lvl="1"/>
            <a:r>
              <a:t>50+ successful IDP implementations across healthcare, finance, government</a:t>
            </a:r>
          </a:p>
          <a:p>
            <a:pPr lvl="1"/>
            <a:r>
              <a:t>AWS Advanced Consulting Partner with Machine Learning Competency</a:t>
            </a:r>
          </a:p>
          <a:p>
            <a:pPr lvl="1"/>
            <a:r>
              <a:t>Certified solutions architects with Textract/Comprehend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document processing templates accelerate deployment</a:t>
            </a:r>
          </a:p>
          <a:p>
            <a:pPr lvl="1"/>
            <a:r>
              <a:t>Proven AI model training methodology reduces time to accuracy</a:t>
            </a:r>
          </a:p>
          <a:p>
            <a:pPr lvl="1"/>
            <a:r>
              <a:t>Direct AWS ML specialist support through partner network</a:t>
            </a:r>
          </a:p>
          <a:p>
            <a:pPr lvl="1"/>
            <a:r>
              <a:t>Best practices from 50+ implementations avoid common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$82,250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$82,250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$82,250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$26,830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($(5,000)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$21,830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$26,830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$26,830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$75,490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$2,784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$2,784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$2,784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$2,784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$8,352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$4,087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$4,087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$4,087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$4,087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$12,261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$115,951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($(5,000)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$110,951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$33,701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$33,701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$178,353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pilot phase by [specific date]</a:t>
            </a:r>
          </a:p>
          <a:p>
            <a:pPr/>
            <a:r>
              <a:rPr b="1"/>
              <a:t>Kickoff:</a:t>
            </a:r>
            <a:r>
              <a:t> Target pilot start date within 30 days of approval</a:t>
            </a:r>
          </a:p>
          <a:p>
            <a:pPr/>
            <a:r>
              <a:rPr b="1"/>
              <a:t>Team Formation:</a:t>
            </a:r>
            <a:r>
              <a:t> Identify business SME, IT contact, and provide document samples</a:t>
            </a:r>
          </a:p>
          <a:p>
            <a:pPr/>
            <a:r>
              <a:rPr b="1"/>
              <a:t>Week 1-2:</a:t>
            </a:r>
            <a:r>
              <a:t> Contract finalization and AWS account setup</a:t>
            </a:r>
          </a:p>
          <a:p>
            <a:pPr/>
            <a:r>
              <a:rPr b="1"/>
              <a:t>Week 3-4:</a:t>
            </a:r>
            <a:r>
              <a:t> Document sample collection and AI model configuration, first production documents processed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Intelligent Document Processing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83</cp:revision>
  <dcterms:created xsi:type="dcterms:W3CDTF">2025-11-01T21:16:10Z</dcterms:created>
  <dcterms:modified xsi:type="dcterms:W3CDTF">2025-11-20T16:23:18Z</dcterms:modified>
</cp:coreProperties>
</file>