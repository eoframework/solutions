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Intelligent Document Processing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Amazon Textract for OCR and intelligent form/table extraction from documents</a:t>
            </a:r>
          </a:p>
          <a:p>
            <a:pPr lvl="1"/>
            <a:r>
              <a:t>Amazon Comprehend for NLP entity recognition and document classification</a:t>
            </a:r>
          </a:p>
          <a:p>
            <a:pPr lvl="1"/>
            <a:r>
              <a:t>Amazon A2I for human review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Lambda and Step Functions for scalable workflows</a:t>
            </a:r>
          </a:p>
          <a:p>
            <a:pPr lvl="1"/>
            <a:r>
              <a:t>S3 storage, DynamoDB metadata, and API Gateway for integration</a:t>
            </a:r>
          </a:p>
          <a:p>
            <a:pPr lvl="1"/>
            <a:r>
              <a:t>CloudWatch monitoring and CloudTrail for compliance and audit logging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816851"/>
            <a:ext cx="4337050" cy="35537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Textract/Comprehend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</a:t>
            </a:r>
          </a:p>
          <a:p>
            <a:pPr lvl="1"/>
            <a:r>
              <a:rPr b="1"/>
              <a:t>Challenge:</a:t>
            </a:r>
            <a:r>
              <a:t> Manual processing taking 24-48 hours, 8% error rate, high labor costs limiting scalability</a:t>
            </a:r>
          </a:p>
          <a:p>
            <a:pPr lvl="1"/>
            <a:r>
              <a:rPr b="1"/>
              <a:t>Solution:</a:t>
            </a:r>
            <a:r>
              <a:t> AWS IDP with Textract, Comprehend, and A2I for automated claims processing</a:t>
            </a:r>
          </a:p>
          <a:p>
            <a:pPr lvl="1"/>
            <a:r>
              <a:rPr b="1"/>
              <a:t>Results:</a:t>
            </a:r>
            <a:r>
              <a:t> 92% faster processing (24hrs → 2hrs), 99.2% accuracy, $2.1M annual savings, ROI in 11 months</a:t>
            </a:r>
          </a:p>
          <a:p>
            <a:pPr lvl="1"/>
            <a:r>
              <a:rPr b="1"/>
              <a:t>Testimonial:</a:t>
            </a:r>
            <a:r>
              <a:t> "The AI accuracy exceeded our expectations. We've redeployed staff to complex cases requiring human judgment, dramatically improving both efficiency and job satisfaction." — </a:t>
            </a:r>
            <a:r>
              <a:rPr b="1"/>
              <a:t>Sarah Martinez, VP Operations</a:t>
            </a:r>
            <a:r>
              <a:t>, HealthFirst Insurance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AWS AI/ML solutions with proven results</a:t>
            </a:r>
          </a:p>
          <a:p>
            <a:pPr lvl="1"/>
            <a:r>
              <a:t>50+ successful IDP implementations across healthcare, finance, government</a:t>
            </a:r>
          </a:p>
          <a:p>
            <a:pPr lvl="1"/>
            <a:r>
              <a:t>AWS Advanced Consulting Partner with Machine Learning Competency</a:t>
            </a:r>
          </a:p>
          <a:p>
            <a:pPr lvl="1"/>
            <a:r>
              <a:t>Certified solutions architects with Textract/Comprehend expertise</a:t>
            </a:r>
          </a:p>
          <a:p>
            <a:pPr lvl="1"/>
            <a:r>
              <a:t>Dedicated AI/ML practice with data scientists and ML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AWS ML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  <a:p>
            <a:pPr lvl="1"/>
            <a:r>
              <a:t>Comprehensive training ensures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AWS/Partner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$75,490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$12,261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$100,951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$168,353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pilot phase by [specific date]</a:t>
            </a:r>
          </a:p>
          <a:p>
            <a:pPr/>
            <a:r>
              <a:rPr b="1"/>
              <a:t>Kickoff:</a:t>
            </a:r>
            <a:r>
              <a:t> Target pilot start date [30 days from approval]</a:t>
            </a:r>
          </a:p>
          <a:p>
            <a:pPr/>
            <a:r>
              <a:rPr b="1"/>
              <a:t>Team Formation:</a:t>
            </a:r>
            <a:r>
              <a:t> Identify business SME, IT contact, document samples</a:t>
            </a:r>
          </a:p>
          <a:p>
            <a:pPr/>
            <a:r>
              <a:rPr b="1"/>
              <a:t>Week 1:</a:t>
            </a:r>
            <a:r>
              <a:t> Contract finalization and AWS account setup</a:t>
            </a:r>
          </a:p>
          <a:p>
            <a:pPr/>
            <a:r>
              <a:rPr b="1"/>
              <a:t>Week 2:</a:t>
            </a:r>
            <a:r>
              <a:t> Document sample collection and AI model configuration</a:t>
            </a:r>
          </a:p>
          <a:p>
            <a:pPr/>
            <a:r>
              <a:rPr b="1"/>
              <a:t>Week 3:</a:t>
            </a:r>
            <a:r>
              <a:t> Textract/Comprehend training and initial testing</a:t>
            </a:r>
          </a:p>
          <a:p>
            <a:pPr/>
            <a:r>
              <a:rPr b="1"/>
              <a:t>Week 4:</a:t>
            </a:r>
            <a:r>
              <a:t> First production documents processed with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