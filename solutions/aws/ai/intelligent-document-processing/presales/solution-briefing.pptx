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Intelligent Document Processing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15,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bottlenecks and reduce processing time from hours to minutes</a:t>
            </a:r>
          </a:p>
          <a:p>
            <a:pPr lvl="1"/>
            <a:r>
              <a:t>Achieve 99%+ accuracy with AI-powered extraction replacing error-prone manual processes</a:t>
            </a:r>
          </a:p>
          <a:p>
            <a:pPr lvl="1"/>
            <a:r>
              <a:t>Scale effortlessly to handle volume fluctuations without adding headcount</a:t>
            </a:r>
          </a:p>
          <a:p>
            <a:pPr/>
            <a:r>
              <a:rPr b="1"/>
              <a:t>Success Criteria</a:t>
            </a:r>
          </a:p>
          <a:p>
            <a:pPr lvl="1"/>
            <a:r>
              <a:t>90% reduction in document processing time with measurable productivity gains</a:t>
            </a:r>
          </a:p>
          <a:p>
            <a:pPr lvl="1"/>
            <a:r>
              <a:t>95%+ data extraction accuracy validated against business requirements</a:t>
            </a:r>
          </a:p>
          <a:p>
            <a:pPr lvl="1"/>
            <a:r>
              <a:t>ROI realization within 12-18 months through labor cost savings and efficiency gains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Amazon Textract for OCR and intelligent form/table extraction from documents</a:t>
            </a:r>
          </a:p>
          <a:p>
            <a:pPr lvl="1"/>
            <a:r>
              <a:t>Amazon Comprehend for NLP entity recognition and document classification</a:t>
            </a:r>
          </a:p>
          <a:p>
            <a:pPr lvl="1"/>
            <a:r>
              <a:t>Amazon A2I for human review and quality assurance on low-confidence results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Serverless processing with Lambda and Step Functions for scalable workflows</a:t>
            </a:r>
          </a:p>
          <a:p>
            <a:pPr lvl="1"/>
            <a:r>
              <a:t>S3 storage, DynamoDB metadata, and API Gateway for integration</a:t>
            </a:r>
          </a:p>
          <a:p>
            <a:pPr lvl="1"/>
            <a:r>
              <a:t>CloudWatch monitoring and CloudTrail for compliance and audit logging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816851"/>
            <a:ext cx="4337050" cy="35537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Pilot</a:t>
            </a:r>
            <a:r>
              <a:t> *(Months 1-2)*</a:t>
            </a:r>
          </a:p>
          <a:p>
            <a:pPr lvl="1"/>
            <a:r>
              <a:t>Deploy single document type to validate AI accuracy and business value</a:t>
            </a:r>
          </a:p>
          <a:p>
            <a:pPr lvl="1"/>
            <a:r>
              <a:t>Configure Textract/Comprehend models with sample documents</a:t>
            </a:r>
          </a:p>
          <a:p>
            <a:pPr lvl="1"/>
            <a:r>
              <a:t>Establish human review workflow and quality benchmarks</a:t>
            </a:r>
          </a:p>
          <a:p>
            <a:pPr/>
            <a:r>
              <a:rPr b="1"/>
              <a:t>Phase 2: Expansion</a:t>
            </a:r>
            <a:r>
              <a:t> *(Months 3-4)*</a:t>
            </a:r>
          </a:p>
          <a:p>
            <a:pPr lvl="1"/>
            <a:r>
              <a:t>Extend to additional document types and higher volumes</a:t>
            </a:r>
          </a:p>
          <a:p>
            <a:pPr lvl="1"/>
            <a:r>
              <a:t>Implement API integrations with downstream business systems</a:t>
            </a:r>
          </a:p>
          <a:p>
            <a:pPr lvl="1"/>
            <a:r>
              <a:t>Configure automated routing and exception handling</a:t>
            </a:r>
          </a:p>
          <a:p>
            <a:pPr/>
            <a:r>
              <a:rPr b="1"/>
              <a:t>Phase 3: Optimization</a:t>
            </a:r>
            <a:r>
              <a:t> *(Months 5-6)*</a:t>
            </a:r>
          </a:p>
          <a:p>
            <a:pPr lvl="1"/>
            <a:r>
              <a:t>Fine-tune AI models based on production data and feedback</a:t>
            </a:r>
          </a:p>
          <a:p>
            <a:pPr lvl="1"/>
            <a:r>
              <a:t>Implement advanced features like multi-language support</a:t>
            </a:r>
          </a:p>
          <a:p>
            <a:pPr lvl="1"/>
            <a:r>
              <a:t>Complete training and transition to operations team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&amp;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document type automated, 95%+ accuracy validated, Human review workflow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Expansion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Multiple document types supported, API integrations live, Volume processing at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Handoff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AI models fine-tuned, Advanced features deployed, Operations team trained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Insurance Provider</a:t>
            </a:r>
          </a:p>
          <a:p>
            <a:pPr lvl="1"/>
            <a:r>
              <a:rPr b="1"/>
              <a:t>Client:</a:t>
            </a:r>
            <a:r>
              <a:t> Regional health insurer processing 50,000+ claims monthly</a:t>
            </a:r>
          </a:p>
          <a:p>
            <a:pPr lvl="1"/>
            <a:r>
              <a:rPr b="1"/>
              <a:t>Challenge:</a:t>
            </a:r>
            <a:r>
              <a:t> Manual processing taking 24-48 hours, 8% error rate, high labor costs limiting scalability</a:t>
            </a:r>
          </a:p>
          <a:p>
            <a:pPr lvl="1"/>
            <a:r>
              <a:rPr b="1"/>
              <a:t>Solution:</a:t>
            </a:r>
            <a:r>
              <a:t> AWS IDP with Textract, Comprehend, and A2I for automated claims processing</a:t>
            </a:r>
          </a:p>
          <a:p>
            <a:pPr lvl="1"/>
            <a:r>
              <a:rPr b="1"/>
              <a:t>Results:</a:t>
            </a:r>
            <a:r>
              <a:t> 92% faster processing (24hrs → 2hrs), 99.2% accuracy, $2.1M annual savings, ROI in 11 months</a:t>
            </a:r>
          </a:p>
          <a:p>
            <a:pPr lvl="1"/>
            <a:r>
              <a:rPr b="1"/>
              <a:t>Testimonial:</a:t>
            </a:r>
            <a:r>
              <a:t> "The AI accuracy exceeded our expectations. We've redeployed staff to complex cases requiring human judgment, dramatically improving both efficiency and job satisfaction." — </a:t>
            </a:r>
            <a:r>
              <a:rPr b="1"/>
              <a:t>Sarah Martinez, VP Operations</a:t>
            </a:r>
            <a:r>
              <a:t>, HealthFirst Insurance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AWS AI/ML solutions with proven results</a:t>
            </a:r>
          </a:p>
          <a:p>
            <a:pPr lvl="1"/>
            <a:r>
              <a:t>50+ successful IDP implementations across healthcare, finance, government</a:t>
            </a:r>
          </a:p>
          <a:p>
            <a:pPr lvl="1"/>
            <a:r>
              <a:t>AWS Advanced Consulting Partner with Machine Learning Competency</a:t>
            </a:r>
          </a:p>
          <a:p>
            <a:pPr lvl="1"/>
            <a:r>
              <a:t>Certified solutions architects with Textract/Comprehend expertise</a:t>
            </a:r>
          </a:p>
          <a:p>
            <a:pPr lvl="1"/>
            <a:r>
              <a:t>Dedicated AI/ML practice with data scientists and ML engineers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document processing templates accelerate deployment</a:t>
            </a:r>
          </a:p>
          <a:p>
            <a:pPr lvl="1"/>
            <a:r>
              <a:t>Proven AI model training methodology reduces time to accuracy</a:t>
            </a:r>
          </a:p>
          <a:p>
            <a:pPr lvl="1"/>
            <a:r>
              <a:t>Direct AWS ML specialist support through partner network</a:t>
            </a:r>
          </a:p>
          <a:p>
            <a:pPr lvl="1"/>
            <a:r>
              <a:t>Best practices from 50+ implementations avoid common pitfalls</a:t>
            </a:r>
          </a:p>
          <a:p>
            <a:pPr lvl="1"/>
            <a:r>
              <a:t>Comprehensive training ensures team self-sufficiency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1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$364,000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$364,000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$27,248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$27,248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$27,248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$81,744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$6,720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$6,720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$6,720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$20,160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TOTAL SOLUTION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$697,968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$33,968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$33,968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$765,904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Executive approval for pilot phase by [specific date]</a:t>
            </a:r>
          </a:p>
          <a:p>
            <a:pPr/>
            <a:r>
              <a:t>Kickoff: Target pilot start date [30 days from approval]</a:t>
            </a:r>
          </a:p>
          <a:p>
            <a:pPr/>
            <a:r>
              <a:t>Team Formation: Identify business SME, IT contact, document samples</a:t>
            </a:r>
          </a:p>
          <a:p>
            <a:pPr/>
            <a:r>
              <a:t>Week 1: Contract finalization and AWS account setup</a:t>
            </a:r>
          </a:p>
          <a:p>
            <a:pPr/>
            <a:r>
              <a:t>Week 2: Document sample collection and AI model configuration</a:t>
            </a:r>
          </a:p>
          <a:p>
            <a:pPr/>
            <a:r>
              <a:t>Week 3: Textract/Comprehend training and initial testing</a:t>
            </a:r>
          </a:p>
          <a:p>
            <a:pPr/>
            <a:r>
              <a:t>Week 4: First production documents processed with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