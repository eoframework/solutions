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816851"/>
            <a:ext cx="4337050" cy="3553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AWS IDP with Textract, Comprehend, and A2I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$100,951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$168,353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for pilot phase by [specific date]</a:t>
            </a:r>
          </a:p>
          <a:p>
            <a:pPr/>
            <a:r>
              <a:t>Kickoff: Target pilot start date [30 days from approval]</a:t>
            </a:r>
          </a:p>
          <a:p>
            <a:pPr/>
            <a:r>
              <a:t>Team Formation: Identify business SME, IT contact, document samples</a:t>
            </a:r>
          </a:p>
          <a:p>
            <a:pPr/>
            <a:r>
              <a:t>Week 1: Contract finalization and AWS account setup</a:t>
            </a:r>
          </a:p>
          <a:p>
            <a:pPr/>
            <a:r>
              <a:t>Week 2: Document sample collection and AI model configuration</a:t>
            </a:r>
          </a:p>
          <a:p>
            <a:pPr/>
            <a:r>
              <a:t>Week 3: Textract/Comprehend training and initial testing</a:t>
            </a:r>
          </a:p>
          <a:p>
            <a:pPr/>
            <a:r>
              <a:t>Week 4: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