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16,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630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048826"/>
                <a:gridCol w="304882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2-3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Textract/Comprehend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S3 and email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1000-5000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AWS region (us-east-1)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(Lambda S3 Textract)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encryption IAM SSE-S3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816851"/>
            <a:ext cx="4337050" cy="35537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 (Months 1-2)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 (Months 3-4)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 (Months 5-6)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AWS IDP with Textract, Comprehend, and A2I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$72,250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$26,830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$75,490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$8,352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$12,261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$100,951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$33,701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$168,353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pilot phase by [specific date]</a:t>
            </a:r>
          </a:p>
          <a:p>
            <a:pPr/>
            <a:r>
              <a:rPr b="1"/>
              <a:t>Kickoff:</a:t>
            </a:r>
            <a:r>
              <a:t> Target pilot start date [30 days from approval]</a:t>
            </a:r>
          </a:p>
          <a:p>
            <a:pPr/>
            <a:r>
              <a:rPr b="1"/>
              <a:t>Team Formation:</a:t>
            </a:r>
            <a:r>
              <a:t> Identify business SME, IT contact, document samples</a:t>
            </a:r>
          </a:p>
          <a:p>
            <a:pPr/>
            <a:r>
              <a:rPr b="1"/>
              <a:t>Week 1:</a:t>
            </a:r>
            <a:r>
              <a:t> Contract finalization and AWS account setup</a:t>
            </a:r>
          </a:p>
          <a:p>
            <a:pPr/>
            <a:r>
              <a:rPr b="1"/>
              <a:t>Week 2:</a:t>
            </a:r>
            <a:r>
              <a:t> Document sample collection and AI model configuration</a:t>
            </a:r>
          </a:p>
          <a:p>
            <a:pPr/>
            <a:r>
              <a:rPr b="1"/>
              <a:t>Week 3:</a:t>
            </a:r>
            <a:r>
              <a:t> Textract/Comprehend training and initial testing</a:t>
            </a:r>
          </a:p>
          <a:p>
            <a:pPr/>
            <a:r>
              <a:rPr b="1"/>
              <a:t>Week 4:</a:t>
            </a:r>
            <a:r>
              <a:t>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