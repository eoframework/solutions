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26,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 across 12 states</a:t>
            </a:r>
          </a:p>
          <a:p>
            <a:pPr lvl="1"/>
            <a:r>
              <a:rPr b="1"/>
              <a:t>Challenge:</a:t>
            </a:r>
            <a:r>
              <a:t> Manual processing taking 24-48 hours per claim with 8% error rate costing $3.2M annually. High labor costs limiting scalability and declining customer satisfaction.</a:t>
            </a:r>
          </a:p>
          <a:p>
            <a:pPr lvl="1"/>
            <a:r>
              <a:rPr b="1"/>
              <a:t>Solution:</a:t>
            </a:r>
            <a:r>
              <a:t> Deployed AWS Intelligent Document Processing with Textract for OCR and Comprehend for entity extraction. Implemented A2I for human-in-the-loop validation on low-confidence results.</a:t>
            </a:r>
          </a:p>
          <a:p>
            <a:pPr lvl="1"/>
            <a:r>
              <a:rPr b="1"/>
              <a:t>Results:</a:t>
            </a:r>
            <a:r>
              <a:t> 92% reduction in processing time (24 hours to 2 hours) and 99.2% accuracy rate with $2.8M annual savings. 40% improvement in customer satisfaction, full ROI achieved in 11 months.</a:t>
            </a:r>
          </a:p>
          <a:p>
            <a:pPr lvl="1"/>
            <a:r>
              <a:rPr b="1"/>
              <a:t>Testimonial:</a:t>
            </a:r>
            <a:r>
              <a:t> "AWS IDP transformed our claims processing from a bottleneck into a competitive advantage. The accuracy is phenomenal, and our team can now focus on complex cases that truly need human expertise." — </a:t>
            </a:r>
            <a:r>
              <a:rPr b="1"/>
              <a:t>Sarah Martinez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$96,103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within 30 days of approval</a:t>
            </a:r>
          </a:p>
          <a:p>
            <a:pPr/>
            <a:r>
              <a:rPr b="1"/>
              <a:t>Team Formation:</a:t>
            </a:r>
            <a:r>
              <a:t> Identify business SME, IT contact, and provide document samples</a:t>
            </a:r>
          </a:p>
          <a:p>
            <a:pPr/>
            <a:r>
              <a:rPr b="1"/>
              <a:t>Week 1-2:</a:t>
            </a:r>
            <a:r>
              <a:t> Contract finalization and AWS account setup</a:t>
            </a:r>
          </a:p>
          <a:p>
            <a:pPr/>
            <a:r>
              <a:rPr b="1"/>
              <a:t>Week 3-4:</a:t>
            </a:r>
            <a:r>
              <a:t> Document sample collection and AI model configuration, first production documents processed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