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IDP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Document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 + Custom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Multi-format classification system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Handles 15+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Field-level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Intelligent field detection and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95.2% accuracy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API suite with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and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Web Interface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upload/review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User-friendly processing interface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Mobile-responsive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ML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Custom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Production-ready classification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Continuous learning capability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IDP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Multi-format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Handles PDFs, images, scanned docs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Universal document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Intelligent 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field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manual data entry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Real-time Processing API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Instant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 results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Custom Classification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type auto-detection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Accurate routing and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Confidence Scoring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Quality assurance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Human review for low confidence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High-volume document handling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Efficient bulk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82%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Labor cost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12x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Time-to-completion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Accuracy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95.2%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Error rate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30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Operational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70% efficiency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75% efficiency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Throughput measurement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Document Quality Variation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model accuracy lower than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Preprocessing pipeline and quality filters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Establish document quality standards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Training Data Labeling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Delayed model development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Parallel labeling with business experts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Allocate dedicated resources for data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API development took longer than expected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Early integration testing and standardization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Detailed integration analysis in planning phase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Slower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Enhanced training and change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Increase change management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Additional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Expand processing capability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Mobile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Field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Advanced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insights and trends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3-4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Multi-language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Global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Workflow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End-to-end process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6-12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