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IDP Objectives</a:t>
            </a:r>
          </a:p>
          <a:p>
            <a:pPr/>
            <a:r>
              <a:t>IDP Solution Delivery Summary and Achievements</a:t>
            </a:r>
          </a:p>
          <a:p>
            <a:pPr/>
            <a:r>
              <a:t>AI/ML Model Performance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IDP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Manual document processing causing delays, errors, and high operational costs</a:t>
            </a:r>
          </a:p>
          <a:p>
            <a:pPr/>
            <a:r>
              <a:rPr b="1"/>
              <a:t>Project Objectives:</a:t>
            </a:r>
            <a:r>
              <a:t> Automate document processing with 95%+ accuracy and 80% cost reduction</a:t>
            </a:r>
          </a:p>
          <a:p>
            <a:pPr/>
            <a:r>
              <a:rPr b="1"/>
              <a:t>Success Criteria:</a:t>
            </a:r>
            <a:r>
              <a:t> Processing speed improvement, accuracy targets, user adoption rates</a:t>
            </a:r>
          </a:p>
          <a:p>
            <a:pPr/>
            <a:r>
              <a:rPr b="1"/>
              <a:t>Project Scope:</a:t>
            </a:r>
            <a:r>
              <a:t> Document types, extraction fields, integration systems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IDP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 + 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Multi-format classification system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15+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Field-level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Intelligent field detection and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accuracy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API suite with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and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Web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upload/review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User-friendly processing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Mobile-responsive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ML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Production-ready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Continuous learning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IDP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 including AWS services]</a:t>
            </a:r>
          </a:p>
          <a:p>
            <a:pPr/>
            <a:r>
              <a:rPr b="1"/>
              <a:t>Budget Variance:</a:t>
            </a:r>
            <a:r>
              <a:t> [Over/under budget with AI/ML development explanation]</a:t>
            </a:r>
          </a:p>
          <a:p>
            <a:pPr/>
            <a:r>
              <a:rPr b="1"/>
              <a:t>Resource Utilization:</a:t>
            </a:r>
            <a:r>
              <a:t> [Data scientists, ML engineers, developers]</a:t>
            </a:r>
          </a:p>
          <a:p>
            <a:pPr/>
            <a:r>
              <a:rPr b="1"/>
              <a:t>AWS Service Costs:</a:t>
            </a:r>
            <a:r>
              <a:t> [Ongoing operational costs for Textract, Comprehend, etc.]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AWS IDP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AWS AI/ML services architecture diagram (Textract, Comprehend, SageMaker)</a:t>
            </a:r>
          </a:p>
          <a:p>
            <a:pPr/>
            <a:r>
              <a:t>Document processing pipeline and data flow</a:t>
            </a:r>
          </a:p>
          <a:p>
            <a:pPr/>
            <a:r>
              <a:t>S3 storage, Lambda functions, API Gateway integration</a:t>
            </a:r>
          </a:p>
          <a:p>
            <a:pPr/>
            <a:r>
              <a:t>Security and compliance features (encryption, IAM, logging)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IDP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Multi-format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PDFs, images, scanned docs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Universal document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Intelligent 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field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manual data entry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Real-time Processing API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Instant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 results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Custom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type auto-detection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Accurate routing and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Confidence Scoring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Quality assurance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Human review for low confidence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High-volume document handling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Efficient bulk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AI/ML Model Performance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Smooth production deployment with zero downtime</a:t>
            </a:r>
          </a:p>
          <a:p>
            <a:pPr/>
            <a:r>
              <a:rPr b="1"/>
              <a:t>System Stability:</a:t>
            </a:r>
            <a:r>
              <a:t> 99.7% uptime in first 30 days post-deployment</a:t>
            </a:r>
          </a:p>
          <a:p>
            <a:pPr/>
            <a:r>
              <a:rPr b="1"/>
              <a:t>User Adoption:</a:t>
            </a:r>
            <a:r>
              <a:t> 94% adoption rate, positive user feedback</a:t>
            </a:r>
          </a:p>
          <a:p>
            <a:pPr/>
            <a:r>
              <a:rPr b="1"/>
              <a:t>Processing Volume:</a:t>
            </a:r>
            <a:r>
              <a:t> 15,000+ documents processed in first month</a:t>
            </a:r>
          </a:p>
          <a:p>
            <a:pPr/>
            <a:r>
              <a:rPr b="1"/>
              <a:t>Business Continuity:</a:t>
            </a:r>
            <a:r>
              <a:t> Seamless transition from manual processes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</a:p>
          <a:p>
            <a:pPr lvl="1"/>
            <a:r>
              <a:t>Administrator training: 2 days, 8 participants</a:t>
            </a:r>
          </a:p>
          <a:p>
            <a:pPr lvl="1"/>
            <a:r>
              <a:t>End-user training: 1 day, 22 participants</a:t>
            </a:r>
          </a:p>
          <a:p>
            <a:pPr lvl="1"/>
            <a:r>
              <a:t>AI/ML model management: 1 day, 4 technical staff</a:t>
            </a:r>
          </a:p>
          <a:p>
            <a:pPr/>
            <a:r>
              <a:rPr b="1"/>
              <a:t>User Competency:</a:t>
            </a:r>
            <a:r>
              <a:t> 95% pass rate on competency assessments</a:t>
            </a:r>
          </a:p>
          <a:p>
            <a:pPr/>
            <a:r>
              <a:rPr b="1"/>
              <a:t>Documentation Provided:</a:t>
            </a:r>
          </a:p>
          <a:p>
            <a:pPr lvl="1"/>
            <a:r>
              <a:t>User guides, technical documentation, troubleshooting guides</a:t>
            </a:r>
          </a:p>
          <a:p>
            <a:pPr lvl="1"/>
            <a:r>
              <a:t>Video tutorials for common workflows</a:t>
            </a:r>
          </a:p>
          <a:p>
            <a:pPr/>
            <a:r>
              <a:rPr b="1"/>
              <a:t>Knowledge Transfer:</a:t>
            </a:r>
            <a:r>
              <a:t> Complete handover to operations and support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82%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Labor cost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Time-to-completion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Accuracy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Error rate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30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70%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75%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Throughput measurement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</a:p>
          <a:p>
            <a:pPr lvl="1"/>
            <a:r>
              <a:t>Document processing time: 45 minutes → 3.2 seconds</a:t>
            </a:r>
          </a:p>
          <a:p>
            <a:pPr lvl="1"/>
            <a:r>
              <a:t>Staff time per document: 15 minutes → 30 seconds (review only)</a:t>
            </a:r>
          </a:p>
          <a:p>
            <a:pPr/>
            <a:r>
              <a:rPr b="1"/>
              <a:t>User Productivity:</a:t>
            </a:r>
          </a:p>
          <a:p>
            <a:pPr lvl="1"/>
            <a:r>
              <a:t>Data entry staff redeployed to higher-value activities</a:t>
            </a:r>
          </a:p>
          <a:p>
            <a:pPr lvl="1"/>
            <a:r>
              <a:t>Processing capacity increased 12x with same staffing</a:t>
            </a:r>
          </a:p>
          <a:p>
            <a:pPr/>
            <a:r>
              <a:rPr b="1"/>
              <a:t>Data Quality:</a:t>
            </a:r>
          </a:p>
          <a:p>
            <a:pPr lvl="1"/>
            <a:r>
              <a:t>Error rate reduced from 8.5% to 0.8%</a:t>
            </a:r>
          </a:p>
          <a:p>
            <a:pPr lvl="1"/>
            <a:r>
              <a:t>Consistent data format and structure</a:t>
            </a:r>
          </a:p>
          <a:p>
            <a:pPr/>
            <a:r>
              <a:rPr b="1"/>
              <a:t>Compliance:</a:t>
            </a:r>
          </a:p>
          <a:p>
            <a:pPr lvl="1"/>
            <a:r>
              <a:t>Automated audit trail and logging</a:t>
            </a:r>
          </a:p>
          <a:p>
            <a:pPr lvl="1"/>
            <a:r>
              <a:t>Enhanced data protection and privacy controls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</a:p>
          <a:p>
            <a:pPr lvl="1"/>
            <a:r>
              <a:t>Advanced AI/ML capabilities established</a:t>
            </a:r>
          </a:p>
          <a:p>
            <a:pPr lvl="1"/>
            <a:r>
              <a:t>Cloud-first architecture implemented</a:t>
            </a:r>
          </a:p>
          <a:p>
            <a:pPr/>
            <a:r>
              <a:rPr b="1"/>
              <a:t>Competitive Advantage:</a:t>
            </a:r>
          </a:p>
          <a:p>
            <a:pPr lvl="1"/>
            <a:r>
              <a:t>Faster customer service and response times</a:t>
            </a:r>
          </a:p>
          <a:p>
            <a:pPr lvl="1"/>
            <a:r>
              <a:t>Enhanced accuracy and reliability</a:t>
            </a:r>
          </a:p>
          <a:p>
            <a:pPr/>
            <a:r>
              <a:rPr b="1"/>
              <a:t>Innovation Enablement:</a:t>
            </a:r>
          </a:p>
          <a:p>
            <a:pPr lvl="1"/>
            <a:r>
              <a:t>Foundation for additional AI/ML initiatives</a:t>
            </a:r>
          </a:p>
          <a:p>
            <a:pPr lvl="1"/>
            <a:r>
              <a:t>API-first architecture enables future integrations</a:t>
            </a:r>
          </a:p>
          <a:p>
            <a:pPr/>
            <a:r>
              <a:rPr b="1"/>
              <a:t>Organizational Capability:</a:t>
            </a:r>
          </a:p>
          <a:p>
            <a:pPr lvl="1"/>
            <a:r>
              <a:t>AI/ML skills developed within team</a:t>
            </a:r>
          </a:p>
          <a:p>
            <a:pPr lvl="1"/>
            <a:r>
              <a:t>Data-driven decision making enhanced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AI/ML Approach:</a:t>
            </a:r>
            <a:r>
              <a:t> Hybrid AWS services + custom models achieved optimal accuracy</a:t>
            </a:r>
          </a:p>
          <a:p>
            <a:pPr/>
            <a:r>
              <a:rPr b="1"/>
              <a:t>Team Collaboration:</a:t>
            </a:r>
            <a:r>
              <a:t> Strong partnership between business users and technical team</a:t>
            </a:r>
          </a:p>
          <a:p>
            <a:pPr/>
            <a:r>
              <a:rPr b="1"/>
              <a:t>Iterative Development:</a:t>
            </a:r>
            <a:r>
              <a:t> Agile approach allowed for model refinement throughout project</a:t>
            </a:r>
          </a:p>
          <a:p>
            <a:pPr/>
            <a:r>
              <a:rPr b="1"/>
              <a:t>Stakeholder Engagement:</a:t>
            </a:r>
            <a:r>
              <a:t> Regular demos and feedback sessions ensured alignment</a:t>
            </a:r>
          </a:p>
          <a:p>
            <a:pPr/>
            <a:r>
              <a:rPr b="1"/>
              <a:t>Change Management:</a:t>
            </a:r>
            <a:r>
              <a:t> Comprehensive training program ensured smooth adoption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Quality Variation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model accuracy lower than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Preprocessing pipeline and quality filters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Establish document quality standards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Data Labeling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Delayed model development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Parallel labeling with business experts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Allocate dedicated resources for data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API development took longer than expected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Early integration testing and standardization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Detailed integration analysis in planning phase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Slower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Enhanced training and 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Increase change management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Hybrid AI approach (AWS + custom models) provides best results</a:t>
            </a:r>
          </a:p>
          <a:p>
            <a:pPr lvl="1"/>
            <a:r>
              <a:t>Document preprocessing critical for accuracy</a:t>
            </a:r>
          </a:p>
          <a:p>
            <a:pPr lvl="1"/>
            <a:r>
              <a:t>Confidence scoring essential for quality assurance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Early and frequent stakeholder feedback improves outcomes</a:t>
            </a:r>
          </a:p>
          <a:p>
            <a:pPr lvl="1"/>
            <a:r>
              <a:t>Parallel development and training data preparation saves time</a:t>
            </a:r>
          </a:p>
          <a:p>
            <a:pPr lvl="1"/>
            <a:r>
              <a:t>Continuous model evaluation and improvement necessary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User involvement in training data validation increases buy-in</a:t>
            </a:r>
          </a:p>
          <a:p>
            <a:pPr lvl="1"/>
            <a:r>
              <a:t>Change management investment directly correlates with adoption success</a:t>
            </a:r>
          </a:p>
          <a:p>
            <a:pPr lvl="1"/>
            <a:r>
              <a:t>Cross-functional team structure accelerates decision making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AI/ML Development Standards:</a:t>
            </a:r>
          </a:p>
          <a:p>
            <a:pPr lvl="1"/>
            <a:r>
              <a:t>Model validation and testing procedures</a:t>
            </a:r>
          </a:p>
          <a:p>
            <a:pPr lvl="1"/>
            <a:r>
              <a:t>Training data quality and versioning standards</a:t>
            </a:r>
          </a:p>
          <a:p>
            <a:pPr/>
            <a:r>
              <a:rPr b="1"/>
              <a:t>Document Processing Standards:</a:t>
            </a:r>
          </a:p>
          <a:p>
            <a:pPr lvl="1"/>
            <a:r>
              <a:t>Quality thresholds and confidence scoring</a:t>
            </a:r>
          </a:p>
          <a:p>
            <a:pPr lvl="1"/>
            <a:r>
              <a:t>Exception handling and human review workflows</a:t>
            </a:r>
          </a:p>
          <a:p>
            <a:pPr/>
            <a:r>
              <a:rPr b="1"/>
              <a:t>Integration Patterns:</a:t>
            </a:r>
          </a:p>
          <a:p>
            <a:pPr lvl="1"/>
            <a:r>
              <a:t>API standardization and authentication</a:t>
            </a:r>
          </a:p>
          <a:p>
            <a:pPr lvl="1"/>
            <a:r>
              <a:t>Error handling and retry mechanisms</a:t>
            </a:r>
          </a:p>
          <a:p>
            <a:pPr/>
            <a:r>
              <a:rPr b="1"/>
              <a:t>Documentation Standards:</a:t>
            </a:r>
          </a:p>
          <a:p>
            <a:pPr lvl="1"/>
            <a:r>
              <a:t>Technical documentation for AI/ML models</a:t>
            </a:r>
          </a:p>
          <a:p>
            <a:pPr lvl="1"/>
            <a:r>
              <a:t>User guides with visual workflows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Model Performance Monitoring:</a:t>
            </a:r>
          </a:p>
          <a:p>
            <a:pPr lvl="1"/>
            <a:r>
              <a:t>Implement continuous accuracy monitoring</a:t>
            </a:r>
          </a:p>
          <a:p>
            <a:pPr lvl="1"/>
            <a:r>
              <a:t>Set up automated alerts for performance degradation</a:t>
            </a:r>
          </a:p>
          <a:p>
            <a:pPr lvl="1"/>
            <a:r>
              <a:t>Regular model retraining schedule</a:t>
            </a:r>
          </a:p>
          <a:p>
            <a:pPr/>
            <a:r>
              <a:rPr b="1"/>
              <a:t>System Optimization:</a:t>
            </a:r>
          </a:p>
          <a:p>
            <a:pPr lvl="1"/>
            <a:r>
              <a:t>Performance tuning for high-volume periods</a:t>
            </a:r>
          </a:p>
          <a:p>
            <a:pPr lvl="1"/>
            <a:r>
              <a:t>Cost optimization for AWS services</a:t>
            </a:r>
          </a:p>
          <a:p>
            <a:pPr lvl="1"/>
            <a:r>
              <a:t>Capacity planning for growth</a:t>
            </a:r>
          </a:p>
          <a:p>
            <a:pPr/>
            <a:r>
              <a:rPr b="1"/>
              <a:t>User Support:</a:t>
            </a:r>
          </a:p>
          <a:p>
            <a:pPr lvl="1"/>
            <a:r>
              <a:t>Establish help desk procedures for IDP-related issues</a:t>
            </a:r>
          </a:p>
          <a:p>
            <a:pPr lvl="1"/>
            <a:r>
              <a:t>Create user community for best practice sharing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Additional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Expand processing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Mobile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insights and trends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3-4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Multi-language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Workflow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End-to-end process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</a:p>
          <a:p>
            <a:pPr lvl="1"/>
            <a:r>
              <a:t>Complete runbooks and procedures documented</a:t>
            </a:r>
          </a:p>
          <a:p>
            <a:pPr lvl="1"/>
            <a:r>
              <a:t>Operations team trained and certified</a:t>
            </a:r>
          </a:p>
          <a:p>
            <a:pPr/>
            <a:r>
              <a:rPr b="1"/>
              <a:t>Support Structure:</a:t>
            </a:r>
          </a:p>
          <a:p>
            <a:pPr lvl="1"/>
            <a:r>
              <a:t>L1 support for user issues</a:t>
            </a:r>
          </a:p>
          <a:p>
            <a:pPr lvl="1"/>
            <a:r>
              <a:t>L2 support for technical issues</a:t>
            </a:r>
          </a:p>
          <a:p>
            <a:pPr lvl="1"/>
            <a:r>
              <a:t>L3 escalation to development team</a:t>
            </a:r>
          </a:p>
          <a:p>
            <a:pPr/>
            <a:r>
              <a:rPr b="1"/>
              <a:t>Monitoring and Maintenance:</a:t>
            </a:r>
          </a:p>
          <a:p>
            <a:pPr lvl="1"/>
            <a:r>
              <a:t>CloudWatch dashboards and alerts configured</a:t>
            </a:r>
          </a:p>
          <a:p>
            <a:pPr lvl="1"/>
            <a:r>
              <a:t>Weekly performance review meetings scheduled</a:t>
            </a:r>
          </a:p>
          <a:p>
            <a:pPr/>
            <a:r>
              <a:rPr b="1"/>
              <a:t>Continuous Improvement:</a:t>
            </a:r>
          </a:p>
          <a:p>
            <a:pPr lvl="1"/>
            <a:r>
              <a:t>Monthly model performance reviews</a:t>
            </a:r>
          </a:p>
          <a:p>
            <a:pPr lvl="1"/>
            <a:r>
              <a:t>Quarterly enhancement planning sessions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Outstanding project coordination and stakeholder management</a:t>
            </a:r>
          </a:p>
          <a:p>
            <a:pPr/>
            <a:r>
              <a:rPr b="1"/>
              <a:t>AI/ML Architect:</a:t>
            </a:r>
            <a:r>
              <a:t> [Name] - Innovative model design and performance optimization</a:t>
            </a:r>
          </a:p>
          <a:p>
            <a:pPr/>
            <a:r>
              <a:rPr b="1"/>
              <a:t>AWS Solutions Architect:</a:t>
            </a:r>
            <a:r>
              <a:t> [Name] - Robust cloud architecture and security implementation</a:t>
            </a:r>
          </a:p>
          <a:p>
            <a:pPr/>
            <a:r>
              <a:rPr b="1"/>
              <a:t>Data Scientist:</a:t>
            </a:r>
            <a:r>
              <a:t> [Name] - Exceptional model development and accuracy achievements</a:t>
            </a:r>
          </a:p>
          <a:p>
            <a:pPr/>
            <a:r>
              <a:rPr b="1"/>
              <a:t>DevOps Engineer:</a:t>
            </a:r>
            <a:r>
              <a:t> [Name] - Seamless deployment and operational excellence</a:t>
            </a:r>
          </a:p>
          <a:p>
            <a:pPr/>
            <a:r>
              <a:rPr b="1"/>
              <a:t>Business Analyst:</a:t>
            </a:r>
            <a:r>
              <a:t> [Name] - Requirements clarity and user adoption success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Backend developers, frontend developers, integration specialists</a:t>
            </a:r>
          </a:p>
          <a:p>
            <a:pPr/>
            <a:r>
              <a:rPr b="1"/>
              <a:t>Business Stakeholders:</a:t>
            </a:r>
            <a:r>
              <a:t> Document processing experts, compliance team, end users</a:t>
            </a:r>
          </a:p>
          <a:p>
            <a:pPr/>
            <a:r>
              <a:rPr b="1"/>
              <a:t>AWS Support Team:</a:t>
            </a:r>
            <a:r>
              <a:t> Technical account management and service optimization</a:t>
            </a:r>
          </a:p>
          <a:p>
            <a:pPr/>
            <a:r>
              <a:rPr b="1"/>
              <a:t>Security Team:</a:t>
            </a:r>
            <a:r>
              <a:t> Data protection guidance and compliance validation</a:t>
            </a:r>
          </a:p>
          <a:p>
            <a:pPr/>
            <a:r>
              <a:rPr b="1"/>
              <a:t>Executive Sponsors:</a:t>
            </a:r>
            <a:r>
              <a:t> Leadership support and strategic vision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Innovation:</a:t>
            </a:r>
            <a:r>
              <a:t> Creative problem-solving for complex AI/ML challenges</a:t>
            </a:r>
          </a:p>
          <a:p>
            <a:pPr/>
            <a:r>
              <a:rPr b="1"/>
              <a:t>Collaboration:</a:t>
            </a:r>
            <a:r>
              <a:t> Seamless integration between business and technical teams</a:t>
            </a:r>
          </a:p>
          <a:p>
            <a:pPr/>
            <a:r>
              <a:rPr b="1"/>
              <a:t>Dedication:</a:t>
            </a:r>
            <a:r>
              <a:t> Commitment to achieving challenging accuracy and performance targets</a:t>
            </a:r>
          </a:p>
          <a:p>
            <a:pPr/>
            <a:r>
              <a:rPr b="1"/>
              <a:t>Adaptability:</a:t>
            </a:r>
            <a:r>
              <a:t> Flexibility in model refinement and approach optimization</a:t>
            </a:r>
          </a:p>
          <a:p>
            <a:pPr/>
            <a:r>
              <a:rPr b="1"/>
              <a:t>Knowledge Sharing:</a:t>
            </a:r>
            <a:r>
              <a:t> Continuous learning and skill development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IDP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All primary objectives met or exceeded</a:t>
            </a:r>
          </a:p>
          <a:p>
            <a:pPr/>
            <a:r>
              <a:rPr b="1"/>
              <a:t>Value Delivered:</a:t>
            </a:r>
            <a:r>
              <a:t> $10.2M NPV with 1,958% ROI over 3 years</a:t>
            </a:r>
          </a:p>
          <a:p>
            <a:pPr/>
            <a:r>
              <a:rPr b="1"/>
              <a:t>Quality Standards:</a:t>
            </a:r>
            <a:r>
              <a:t> 95.2% accuracy target achieved</a:t>
            </a:r>
          </a:p>
          <a:p>
            <a:pPr/>
            <a:r>
              <a:rPr b="1"/>
              <a:t>Stakeholder Satisfaction:</a:t>
            </a:r>
            <a:r>
              <a:t> 94% user satisfaction score</a:t>
            </a:r>
          </a:p>
          <a:p>
            <a:pPr/>
            <a:r>
              <a:rPr b="1"/>
              <a:t>On-Time/Budget Delivery:</a:t>
            </a:r>
            <a:r>
              <a:t> Delivered within 5% of original timeline and budget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All IDP objectives and success criteria met</a:t>
            </a:r>
          </a:p>
          <a:p>
            <a:pPr/>
            <a:r>
              <a:rPr b="1"/>
              <a:t>Deliverables Accepted:</a:t>
            </a:r>
            <a:r>
              <a:t> Stakeholder sign-off on all project deliverables</a:t>
            </a:r>
          </a:p>
          <a:p>
            <a:pPr/>
            <a:r>
              <a:rPr b="1"/>
              <a:t>Resources Released:</a:t>
            </a:r>
            <a:r>
              <a:t> Project team transitioned to new initiatives</a:t>
            </a:r>
          </a:p>
          <a:p>
            <a:pPr/>
            <a:r>
              <a:rPr b="1"/>
              <a:t>Documentation Complete:</a:t>
            </a:r>
            <a:r>
              <a:t> All technical and user documentation delivered</a:t>
            </a:r>
          </a:p>
          <a:p>
            <a:pPr/>
            <a:r>
              <a:rPr b="1"/>
              <a:t>Lessons Captured:</a:t>
            </a:r>
            <a:r>
              <a:t> Best practices documented for future AI/ML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to all stakeholders, sponsors, and team members</a:t>
            </a:r>
          </a:p>
          <a:p>
            <a:pPr/>
            <a:r>
              <a:rPr b="1"/>
              <a:t>Contact Information:</a:t>
            </a:r>
            <a:r>
              <a:t> [Project manager and technical lead contact details]</a:t>
            </a:r>
          </a:p>
          <a:p>
            <a:pPr/>
            <a:r>
              <a:rPr b="1"/>
              <a:t>Q&amp;A Session:</a:t>
            </a:r>
            <a:r>
              <a:t> Questions about IDP solution and implementation</a:t>
            </a:r>
          </a:p>
          <a:p>
            <a:pPr/>
            <a:r>
              <a:rPr b="1"/>
              <a:t>Next Steps:</a:t>
            </a:r>
            <a:r>
              <a:t> Operational support transition and enhancement planning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AI/ML model performance metrics and accuracy data</a:t>
            </a:r>
          </a:p>
          <a:p>
            <a:pPr/>
            <a:r>
              <a:t>[ ] Collect user feedback and adoption statistics</a:t>
            </a:r>
          </a:p>
          <a:p>
            <a:pPr/>
            <a:r>
              <a:t>[ ] Prepare ROI analysis and financial benefit calculations</a:t>
            </a:r>
          </a:p>
          <a:p>
            <a:pPr/>
            <a:r>
              <a:t>[ ] Create visual aids showing document processing workflows</a:t>
            </a:r>
          </a:p>
          <a:p>
            <a:pPr/>
            <a:r>
              <a:t>[ ] Practice live demo of IDP system functionality</a:t>
            </a:r>
          </a:p>
          <a:p>
            <a:pPr/>
            <a:r>
              <a:t>[ ] Prepare for technical questions about AI/ML models</a:t>
            </a:r>
          </a:p>
          <a:p>
            <a:pPr/>
            <a:r>
              <a:t>[ ] Coordinate with technical team for detailed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business value and ROI achievements</a:t>
            </a:r>
          </a:p>
          <a:p>
            <a:pPr/>
            <a:r>
              <a:rPr b="1"/>
              <a:t>Data-Driven:</a:t>
            </a:r>
            <a:r>
              <a:t> Use metrics and facts to demonstrate AI/ML success</a:t>
            </a:r>
          </a:p>
          <a:p>
            <a:pPr/>
            <a:r>
              <a:rPr b="1"/>
              <a:t>Visual Appeal:</a:t>
            </a:r>
            <a:r>
              <a:t> Include before/after processing examples</a:t>
            </a:r>
          </a:p>
          <a:p>
            <a:pPr/>
            <a:r>
              <a:rPr b="1"/>
              <a:t>Technical Balance:</a:t>
            </a:r>
            <a:r>
              <a:t> Explain AI/ML concepts in business terms</a:t>
            </a:r>
          </a:p>
          <a:p>
            <a:pPr/>
            <a:r>
              <a:rPr b="1"/>
              <a:t>Success Stories:</a:t>
            </a:r>
            <a:r>
              <a:t> Share specific document processing improvements</a:t>
            </a:r>
          </a:p>
          <a:p>
            <a:pPr/>
            <a:r>
              <a:rPr b="1"/>
              <a:t>Future Vision:</a:t>
            </a:r>
            <a:r>
              <a:t> Connect to broader digital transformation strategy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Demo:</a:t>
            </a:r>
            <a:r>
              <a:t> Show document processing in real-time</a:t>
            </a:r>
          </a:p>
          <a:p>
            <a:pPr/>
            <a:r>
              <a:rPr b="1"/>
              <a:t>Success Metrics:</a:t>
            </a:r>
            <a:r>
              <a:t> Present compelling accuracy and speed improvements</a:t>
            </a:r>
          </a:p>
          <a:p>
            <a:pPr/>
            <a:r>
              <a:rPr b="1"/>
              <a:t>User Testimonials:</a:t>
            </a:r>
            <a:r>
              <a:t> Share feedback from document processing staff</a:t>
            </a:r>
          </a:p>
          <a:p>
            <a:pPr/>
            <a:r>
              <a:rPr b="1"/>
              <a:t>Interactive Elements:</a:t>
            </a:r>
            <a:r>
              <a:t> Q&amp;A about specific use cases</a:t>
            </a:r>
          </a:p>
          <a:p>
            <a:pPr/>
            <a:r>
              <a:rPr b="1"/>
              <a:t>Clear Value Proposition:</a:t>
            </a:r>
            <a:r>
              <a:t> Quantify business impact and ROI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and technical appendices</a:t>
            </a:r>
          </a:p>
          <a:p>
            <a:pPr/>
            <a:r>
              <a:t>[ ] Send detailed AI/ML model performance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model artifacts</a:t>
            </a:r>
          </a:p>
          <a:p>
            <a:pPr/>
            <a:r>
              <a:t>[ ] Conduct final team celebration and recognition event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AI/ML Model Performance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[Document classification accuracy by type]</a:t>
            </a:r>
          </a:p>
          <a:p>
            <a:pPr/>
            <a:r>
              <a:t>[Data extraction accuracy by field]</a:t>
            </a:r>
          </a:p>
          <a:p>
            <a:pPr/>
            <a:r>
              <a:t>[Processing speed and throughput metrics]</a:t>
            </a:r>
          </a:p>
          <a:p>
            <a:pPr/>
            <a:r>
              <a:t>[Confidence score distributions]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[User satisfaction survey results]</a:t>
            </a:r>
          </a:p>
          <a:p>
            <a:pPr/>
            <a:r>
              <a:t>[Business stakeholder feedback]</a:t>
            </a:r>
          </a:p>
          <a:p>
            <a:pPr/>
            <a:r>
              <a:t>[Technical team assessment]</a:t>
            </a:r>
          </a:p>
          <a:p>
            <a:pPr/>
            <a:r>
              <a:t>[Executive sponsor evaluation]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[AI/ML model specifications and parameters]</a:t>
            </a:r>
          </a:p>
          <a:p>
            <a:pPr/>
            <a:r>
              <a:t>[AWS architecture diagrams and configurations]</a:t>
            </a:r>
          </a:p>
          <a:p>
            <a:pPr/>
            <a:r>
              <a:t>[API documentation and integration guides]</a:t>
            </a:r>
          </a:p>
          <a:p>
            <a:pPr/>
            <a:r>
              <a:t>[Training materials and video tutorials]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[System administration runbooks]</a:t>
            </a:r>
          </a:p>
          <a:p>
            <a:pPr/>
            <a:r>
              <a:t>[Model monitoring and maintenance procedures]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