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273A1B3-664A-DD19-7B35-B4E3982A40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6863" y="685597"/>
            <a:ext cx="8509304" cy="377118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4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This is a single-column content slide. Use this layout for focused content with paragraphs or key messages.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Left Column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C844534-A763-9158-4BA6-CAC056383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69866" y="685597"/>
            <a:ext cx="4049062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Right Column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Left Column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3BE8D56-FD01-D4AD-8CBA-DDE513CC6B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69865" y="1076365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Right Column Text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Key Points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AEFB5-8B48-8F55-D6C9-5B1A508AD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175" y="698500"/>
            <a:ext cx="8710613" cy="376555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Image Description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Image Description Context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800"/>
            <a:ext cx="4337050" cy="37417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Key Insights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First data insight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Second key finding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Third important trend</a:t>
            </a:r>
            <a:endParaRPr lang="en-US" dirty="0"/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4194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AWS Intelligent Document Processing - Project Closeout Presentation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**Project Name:** AWS Intelligent Document Processing (IDP) Implementation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EO Framework Team | November 09,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1: Title Slide**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AWS Intelligent Document Processing Implementation</a:t>
            </a:r>
          </a:p>
          <a:p>
            <a:pPr/>
            <a:r>
              <a:t>"Project Closeout Presentation"</a:t>
            </a:r>
          </a:p>
          <a:p>
            <a:pPr/>
            <a:r>
              <a:t>Presentation Date</a:t>
            </a:r>
          </a:p>
          <a:p>
            <a:pPr/>
            <a:r>
              <a:t>Project Manager and Core Team Names</a:t>
            </a:r>
          </a:p>
          <a:p>
            <a:pPr/>
            <a:r>
              <a:t>Company/Organization Branding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Project Overview and IDP Objectives</a:t>
            </a:r>
          </a:p>
          <a:p>
            <a:pPr/>
            <a:r>
              <a:t>IDP Solution Delivery Summary and Achievements</a:t>
            </a:r>
          </a:p>
          <a:p>
            <a:pPr/>
            <a:r>
              <a:t>AI/ML Model Performance and Value Delivered</a:t>
            </a:r>
          </a:p>
          <a:p>
            <a:pPr/>
            <a:r>
              <a:t>Lessons Learned and Best Practices</a:t>
            </a:r>
          </a:p>
          <a:p>
            <a:pPr/>
            <a:r>
              <a:t>Operational Recommendations and Next Steps</a:t>
            </a:r>
          </a:p>
          <a:p>
            <a:pPr/>
            <a:r>
              <a:t>Team Recognition and Appreciation</a:t>
            </a:r>
          </a:p>
          <a:p>
            <a:pPr/>
            <a:r>
              <a:t>Q&amp;A Session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3: IDP Project Charter Recap**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Original Business Problem: Manual document processing causing delays, errors, and high operational costs</a:t>
            </a:r>
          </a:p>
          <a:p>
            <a:pPr/>
            <a:r>
              <a:t>Project Objectives: Automate document processing with 95%+ accuracy and 80% cost reduction</a:t>
            </a:r>
          </a:p>
          <a:p>
            <a:pPr/>
            <a:r>
              <a:t>Success Criteria: Processing speed improvement, accuracy targets, user adoption rates</a:t>
            </a:r>
          </a:p>
          <a:p>
            <a:pPr/>
            <a:r>
              <a:t>Project Scope: Document types, extraction fields, integration systems</a:t>
            </a:r>
          </a:p>
          <a:p>
            <a:pPr/>
            <a:r>
              <a:t>Initial Timeline: [Original vs. actual timeline]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4: IDP Solution Scope Delivered**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5: IDP Project Timeline Summary**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Project Duration: [Actual duration vs. planned]</a:t>
            </a:r>
          </a:p>
          <a:p>
            <a:pPr/>
            <a:r>
              <a:t>Key Milestones Achieved:</a:t>
            </a:r>
          </a:p>
          <a:p>
            <a:pPr/>
            <a:r>
              <a:t>Project Kickoff: [Date]</a:t>
            </a:r>
          </a:p>
          <a:p>
            <a:pPr/>
            <a:r>
              <a:t>AWS Infrastructure Setup: [Date]</a:t>
            </a:r>
          </a:p>
          <a:p>
            <a:pPr/>
            <a:r>
              <a:t>ML Model Training Complete: [Date]</a:t>
            </a:r>
          </a:p>
          <a:p>
            <a:pPr/>
            <a:r>
              <a:t>System Integration Complete: [Date]</a:t>
            </a:r>
          </a:p>
          <a:p>
            <a:pPr/>
            <a:r>
              <a:t>User Acceptance Testing: [Date]</a:t>
            </a:r>
          </a:p>
          <a:p>
            <a:pPr/>
            <a:r>
              <a:t>Production Go-Live: [Date]</a:t>
            </a:r>
          </a:p>
          <a:p>
            <a:pPr/>
            <a:r>
              <a:t>Project Closure: [Date]</a:t>
            </a:r>
          </a:p>
          <a:p>
            <a:pPr/>
            <a:r>
              <a:t>Critical Path Impact: [Any delays and AI/ML model training adjustments]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Total Project Budget: [Approved budget]</a:t>
            </a:r>
          </a:p>
          <a:p>
            <a:pPr/>
            <a:r>
              <a:t>Actual Expenditure: [Final cost including AWS services]</a:t>
            </a:r>
          </a:p>
          <a:p>
            <a:pPr/>
            <a:r>
              <a:t>Budget Variance: [Over/under budget with AI/ML development explanation]</a:t>
            </a:r>
          </a:p>
          <a:p>
            <a:pPr/>
            <a:r>
              <a:t>Resource Utilization: [Data scientists, ML engineers, developers]</a:t>
            </a:r>
          </a:p>
          <a:p>
            <a:pPr/>
            <a:r>
              <a:t>AWS Service Costs: [Ongoing operational costs for Textract, Comprehend, etc.]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7: AWS IDP Solution Architecture Overview**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AWS AI/ML services architecture diagram (Textract, Comprehend, SageMaker)</a:t>
            </a:r>
          </a:p>
          <a:p>
            <a:pPr/>
            <a:r>
              <a:t>Document processing pipeline and data flow</a:t>
            </a:r>
          </a:p>
          <a:p>
            <a:pPr/>
            <a:r>
              <a:t>S3 storage, Lambda functions, API Gateway integration</a:t>
            </a:r>
          </a:p>
          <a:p>
            <a:pPr/>
            <a:r>
              <a:t>Security and compliance features (encryption, IAM, logging)</a:t>
            </a:r>
          </a:p>
          <a:p>
            <a:pPr/>
            <a:r>
              <a:t>Scalability and performance characteristics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8: Key IDP Features Delivered**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9: AI/ML Model Performance Metrics**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Model Accuracy:</a:t>
            </a:r>
          </a:p>
          <a:p>
            <a:pPr/>
            <a:r>
              <a:t>Document classification: 97.3%</a:t>
            </a:r>
          </a:p>
          <a:p>
            <a:pPr/>
            <a:r>
              <a:t>Data extraction accuracy: 95.2%</a:t>
            </a:r>
          </a:p>
          <a:p>
            <a:pPr/>
            <a:r>
              <a:t>Overall system accuracy: 95.8%</a:t>
            </a:r>
          </a:p>
          <a:p>
            <a:pPr/>
            <a:r>
              <a:t>Processing Performance:</a:t>
            </a:r>
          </a:p>
          <a:p>
            <a:pPr/>
            <a:r>
              <a:t>Average processing time: 3.2 seconds per document</a:t>
            </a:r>
          </a:p>
          <a:p>
            <a:pPr/>
            <a:r>
              <a:t>Throughput: 1,200 documents per hour</a:t>
            </a:r>
          </a:p>
          <a:p>
            <a:pPr/>
            <a:r>
              <a:t>API response time: &lt;2 seconds</a:t>
            </a:r>
          </a:p>
          <a:p>
            <a:pPr/>
            <a:r>
              <a:t>AWS Service Utilization:</a:t>
            </a:r>
          </a:p>
          <a:p>
            <a:pPr/>
            <a:r>
              <a:t>Textract accuracy: 96.1%</a:t>
            </a:r>
          </a:p>
          <a:p>
            <a:pPr/>
            <a:r>
              <a:t>Custom model improvement: +2.7% over baseline</a:t>
            </a:r>
          </a:p>
          <a:p>
            <a:pPr/>
            <a:r>
              <a:t>Confidence score distribution: 89% high confidence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10: Go-Live Results**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Deployment Success: Smooth production deployment with zero downtime</a:t>
            </a:r>
          </a:p>
          <a:p>
            <a:pPr/>
            <a:r>
              <a:t>System Stability: 99.7% uptime in first 30 days post-deployment</a:t>
            </a:r>
          </a:p>
          <a:p>
            <a:pPr/>
            <a:r>
              <a:t>User Adoption: 94% adoption rate, positive user feedback</a:t>
            </a:r>
          </a:p>
          <a:p>
            <a:pPr/>
            <a:r>
              <a:t>Processing Volume: 15,000+ documents processed in first month</a:t>
            </a:r>
          </a:p>
          <a:p>
            <a:pPr/>
            <a:r>
              <a:t>Business Continuity: Seamless transition from manual processes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11: Training and Knowledge Transfer**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Training Sessions Delivered:</a:t>
            </a:r>
          </a:p>
          <a:p>
            <a:pPr/>
            <a:r>
              <a:t>Administrator training: 2 days, 8 participants</a:t>
            </a:r>
          </a:p>
          <a:p>
            <a:pPr/>
            <a:r>
              <a:t>End-user training: 1 day, 22 participants</a:t>
            </a:r>
          </a:p>
          <a:p>
            <a:pPr/>
            <a:r>
              <a:t>AI/ML model management: 1 day, 4 technical staff</a:t>
            </a:r>
          </a:p>
          <a:p>
            <a:pPr/>
            <a:r>
              <a:t>User Competency: 95% pass rate on competency assessments</a:t>
            </a:r>
          </a:p>
          <a:p>
            <a:pPr/>
            <a:r>
              <a:t>Documentation Provided:</a:t>
            </a:r>
          </a:p>
          <a:p>
            <a:pPr/>
            <a:r>
              <a:t>User guides, technical documentation, troubleshooting guides</a:t>
            </a:r>
          </a:p>
          <a:p>
            <a:pPr/>
            <a:r>
              <a:t>Video tutorials for common workflows</a:t>
            </a:r>
          </a:p>
          <a:p>
            <a:pPr/>
            <a:r>
              <a:t>Knowledge Transfer: Complete handover to operations and support teams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12: Business Value Delivered**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13: ROI Analysis**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Total Investment: $632,500 (project cost + first-year AWS costs)</a:t>
            </a:r>
          </a:p>
          <a:p>
            <a:pPr/>
            <a:r>
              <a:t>Annual Benefits: $3,725,000 (cost savings + revenue enhancement)</a:t>
            </a:r>
          </a:p>
          <a:p>
            <a:pPr/>
            <a:r>
              <a:t>Payback Period: 2.2 months</a:t>
            </a:r>
          </a:p>
          <a:p>
            <a:pPr/>
            <a:r>
              <a:t>Net Present Value: $10,258,472 over 3 years</a:t>
            </a:r>
          </a:p>
          <a:p>
            <a:pPr/>
            <a:r>
              <a:t>ROI Percentage: 1,958% over 3 years</a:t>
            </a:r>
          </a:p>
          <a:p>
            <a:pPr/>
            <a:r>
              <a:t>Benefits Realization Timeline: Full benefits realized within 90 days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14: Operational Improvements**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Process Efficiency:</a:t>
            </a:r>
          </a:p>
          <a:p>
            <a:pPr/>
            <a:r>
              <a:t>Document processing time: 45 minutes → 3.2 seconds</a:t>
            </a:r>
          </a:p>
          <a:p>
            <a:pPr/>
            <a:r>
              <a:t>Staff time per document: 15 minutes → 30 seconds (review only)</a:t>
            </a:r>
          </a:p>
          <a:p>
            <a:pPr/>
            <a:r>
              <a:t>User Productivity:</a:t>
            </a:r>
          </a:p>
          <a:p>
            <a:pPr/>
            <a:r>
              <a:t>Data entry staff redeployed to higher-value activities</a:t>
            </a:r>
          </a:p>
          <a:p>
            <a:pPr/>
            <a:r>
              <a:t>Processing capacity increased 12x with same staffing</a:t>
            </a:r>
          </a:p>
          <a:p>
            <a:pPr/>
            <a:r>
              <a:t>Data Quality:</a:t>
            </a:r>
          </a:p>
          <a:p>
            <a:pPr/>
            <a:r>
              <a:t>Error rate reduced from 8.5% to 0.8%</a:t>
            </a:r>
          </a:p>
          <a:p>
            <a:pPr/>
            <a:r>
              <a:t>Consistent data format and structure</a:t>
            </a:r>
          </a:p>
          <a:p>
            <a:pPr/>
            <a:r>
              <a:t>Compliance:</a:t>
            </a:r>
          </a:p>
          <a:p>
            <a:pPr/>
            <a:r>
              <a:t>Automated audit trail and logging</a:t>
            </a:r>
          </a:p>
          <a:p>
            <a:pPr/>
            <a:r>
              <a:t>Enhanced data protection and privacy controls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15: Strategic Value**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Technology Modernization:</a:t>
            </a:r>
          </a:p>
          <a:p>
            <a:pPr/>
            <a:r>
              <a:t>Advanced AI/ML capabilities established</a:t>
            </a:r>
          </a:p>
          <a:p>
            <a:pPr/>
            <a:r>
              <a:t>Cloud-first architecture implemented</a:t>
            </a:r>
          </a:p>
          <a:p>
            <a:pPr/>
            <a:r>
              <a:t>Competitive Advantage:</a:t>
            </a:r>
          </a:p>
          <a:p>
            <a:pPr/>
            <a:r>
              <a:t>Faster customer service and response times</a:t>
            </a:r>
          </a:p>
          <a:p>
            <a:pPr/>
            <a:r>
              <a:t>Enhanced accuracy and reliability</a:t>
            </a:r>
          </a:p>
          <a:p>
            <a:pPr/>
            <a:r>
              <a:t>Innovation Enablement:</a:t>
            </a:r>
          </a:p>
          <a:p>
            <a:pPr/>
            <a:r>
              <a:t>Foundation for additional AI/ML initiatives</a:t>
            </a:r>
          </a:p>
          <a:p>
            <a:pPr/>
            <a:r>
              <a:t>API-first architecture enables future integrations</a:t>
            </a:r>
          </a:p>
          <a:p>
            <a:pPr/>
            <a:r>
              <a:t>Organizational Capability:</a:t>
            </a:r>
          </a:p>
          <a:p>
            <a:pPr/>
            <a:r>
              <a:t>AI/ML skills developed within team</a:t>
            </a:r>
          </a:p>
          <a:p>
            <a:pPr/>
            <a:r>
              <a:t>Data-driven decision making enhanced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16: What Went Well**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AI/ML Approach: Hybrid AWS services + custom models achieved optimal accuracy</a:t>
            </a:r>
          </a:p>
          <a:p>
            <a:pPr/>
            <a:r>
              <a:t>Team Collaboration: Strong partnership between business users and technical team</a:t>
            </a:r>
          </a:p>
          <a:p>
            <a:pPr/>
            <a:r>
              <a:t>Iterative Development: Agile approach allowed for model refinement throughout project</a:t>
            </a:r>
          </a:p>
          <a:p>
            <a:pPr/>
            <a:r>
              <a:t>Stakeholder Engagement: Regular demos and feedback sessions ensured alignment</a:t>
            </a:r>
          </a:p>
          <a:p>
            <a:pPr/>
            <a:r>
              <a:t>Change Management: Comprehensive training program ensured smooth adoption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17: Challenges Overcome**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18: Key Learnings**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Technical Lessons:</a:t>
            </a:r>
          </a:p>
          <a:p>
            <a:pPr/>
            <a:r>
              <a:t>Hybrid AI approach (AWS + custom models) provides best results</a:t>
            </a:r>
          </a:p>
          <a:p>
            <a:pPr/>
            <a:r>
              <a:t>Document preprocessing critical for accuracy</a:t>
            </a:r>
          </a:p>
          <a:p>
            <a:pPr/>
            <a:r>
              <a:t>Confidence scoring essential for quality assurance</a:t>
            </a:r>
          </a:p>
          <a:p>
            <a:pPr/>
            <a:r>
              <a:t>Process Lessons:</a:t>
            </a:r>
          </a:p>
          <a:p>
            <a:pPr/>
            <a:r>
              <a:t>Early and frequent stakeholder feedback improves outcomes</a:t>
            </a:r>
          </a:p>
          <a:p>
            <a:pPr/>
            <a:r>
              <a:t>Parallel development and training data preparation saves time</a:t>
            </a:r>
          </a:p>
          <a:p>
            <a:pPr/>
            <a:r>
              <a:t>Continuous model evaluation and improvement necessary</a:t>
            </a:r>
          </a:p>
          <a:p>
            <a:pPr/>
            <a:r>
              <a:t>Organizational Lessons:</a:t>
            </a:r>
          </a:p>
          <a:p>
            <a:pPr/>
            <a:r>
              <a:t>User involvement in training data validation increases buy-in</a:t>
            </a:r>
          </a:p>
          <a:p>
            <a:pPr/>
            <a:r>
              <a:t>Change management investment directly correlates with adoption success</a:t>
            </a:r>
          </a:p>
          <a:p>
            <a:pPr/>
            <a:r>
              <a:t>Cross-functional team structure accelerates decision making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19: Best Practices Established**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AI/ML Development Standards:</a:t>
            </a:r>
          </a:p>
          <a:p>
            <a:pPr/>
            <a:r>
              <a:t>Model validation and testing procedures</a:t>
            </a:r>
          </a:p>
          <a:p>
            <a:pPr/>
            <a:r>
              <a:t>Training data quality and versioning standards</a:t>
            </a:r>
          </a:p>
          <a:p>
            <a:pPr/>
            <a:r>
              <a:t>Document Processing Standards:</a:t>
            </a:r>
          </a:p>
          <a:p>
            <a:pPr/>
            <a:r>
              <a:t>Quality thresholds and confidence scoring</a:t>
            </a:r>
          </a:p>
          <a:p>
            <a:pPr/>
            <a:r>
              <a:t>Exception handling and human review workflows</a:t>
            </a:r>
          </a:p>
          <a:p>
            <a:pPr/>
            <a:r>
              <a:t>Integration Patterns:</a:t>
            </a:r>
          </a:p>
          <a:p>
            <a:pPr/>
            <a:r>
              <a:t>API standardization and authentication</a:t>
            </a:r>
          </a:p>
          <a:p>
            <a:pPr/>
            <a:r>
              <a:t>Error handling and retry mechanisms</a:t>
            </a:r>
          </a:p>
          <a:p>
            <a:pPr/>
            <a:r>
              <a:t>Documentation Standards:</a:t>
            </a:r>
          </a:p>
          <a:p>
            <a:pPr/>
            <a:r>
              <a:t>Technical documentation for AI/ML models</a:t>
            </a:r>
          </a:p>
          <a:p>
            <a:pPr/>
            <a:r>
              <a:t>User guides with visual workflows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20: Immediate Operational Recommendations**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Model Performance Monitoring:</a:t>
            </a:r>
          </a:p>
          <a:p>
            <a:pPr/>
            <a:r>
              <a:t>Implement continuous accuracy monitoring</a:t>
            </a:r>
          </a:p>
          <a:p>
            <a:pPr/>
            <a:r>
              <a:t>Set up automated alerts for performance degradation</a:t>
            </a:r>
          </a:p>
          <a:p>
            <a:pPr/>
            <a:r>
              <a:t>Regular model retraining schedule</a:t>
            </a:r>
          </a:p>
          <a:p>
            <a:pPr/>
            <a:r>
              <a:t>System Optimization:</a:t>
            </a:r>
          </a:p>
          <a:p>
            <a:pPr/>
            <a:r>
              <a:t>Performance tuning for high-volume periods</a:t>
            </a:r>
          </a:p>
          <a:p>
            <a:pPr/>
            <a:r>
              <a:t>Cost optimization for AWS services</a:t>
            </a:r>
          </a:p>
          <a:p>
            <a:pPr/>
            <a:r>
              <a:t>Capacity planning for growth</a:t>
            </a:r>
          </a:p>
          <a:p>
            <a:pPr/>
            <a:r>
              <a:t>User Support:</a:t>
            </a:r>
          </a:p>
          <a:p>
            <a:pPr/>
            <a:r>
              <a:t>Establish help desk procedures for IDP-related issues</a:t>
            </a:r>
          </a:p>
          <a:p>
            <a:pPr/>
            <a:r>
              <a:t>Create user community for best practice sharing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21: Future Enhancement Opportunities**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22: Transition to Operations**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Operational Handover:</a:t>
            </a:r>
          </a:p>
          <a:p>
            <a:pPr/>
            <a:r>
              <a:t>Complete runbooks and procedures documented</a:t>
            </a:r>
          </a:p>
          <a:p>
            <a:pPr/>
            <a:r>
              <a:t>Operations team trained and certified</a:t>
            </a:r>
          </a:p>
          <a:p>
            <a:pPr/>
            <a:r>
              <a:t>Support Structure:</a:t>
            </a:r>
          </a:p>
          <a:p>
            <a:pPr/>
            <a:r>
              <a:t>L1 support for user issues</a:t>
            </a:r>
          </a:p>
          <a:p>
            <a:pPr/>
            <a:r>
              <a:t>L2 support for technical issues</a:t>
            </a:r>
          </a:p>
          <a:p>
            <a:pPr/>
            <a:r>
              <a:t>L3 escalation to development team</a:t>
            </a:r>
          </a:p>
          <a:p>
            <a:pPr/>
            <a:r>
              <a:t>Monitoring and Maintenance:</a:t>
            </a:r>
          </a:p>
          <a:p>
            <a:pPr/>
            <a:r>
              <a:t>CloudWatch dashboards and alerts configured</a:t>
            </a:r>
          </a:p>
          <a:p>
            <a:pPr/>
            <a:r>
              <a:t>Weekly performance review meetings scheduled</a:t>
            </a:r>
          </a:p>
          <a:p>
            <a:pPr/>
            <a:r>
              <a:t>Continuous Improvement:</a:t>
            </a:r>
          </a:p>
          <a:p>
            <a:pPr/>
            <a:r>
              <a:t>Monthly model performance reviews</a:t>
            </a:r>
          </a:p>
          <a:p>
            <a:pPr/>
            <a:r>
              <a:t>Quarterly enhancement planning sessions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23: Core Team Appreciation**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Project Manager: [Name] - Outstanding project coordination and stakeholder management</a:t>
            </a:r>
          </a:p>
          <a:p>
            <a:pPr/>
            <a:r>
              <a:t>AI/ML Architect: [Name] - Innovative model design and performance optimization</a:t>
            </a:r>
          </a:p>
          <a:p>
            <a:pPr/>
            <a:r>
              <a:t>AWS Solutions Architect: [Name] - Robust cloud architecture and security implementation</a:t>
            </a:r>
          </a:p>
          <a:p>
            <a:pPr/>
            <a:r>
              <a:t>Data Scientist: [Name] - Exceptional model development and accuracy achievements</a:t>
            </a:r>
          </a:p>
          <a:p>
            <a:pPr/>
            <a:r>
              <a:t>DevOps Engineer: [Name] - Seamless deployment and operational excellence</a:t>
            </a:r>
          </a:p>
          <a:p>
            <a:pPr/>
            <a:r>
              <a:t>Business Analyst: [Name] - Requirements clarity and user adoption success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24: Extended Team Recognition**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Development Team: Backend developers, frontend developers, integration specialists</a:t>
            </a:r>
          </a:p>
          <a:p>
            <a:pPr/>
            <a:r>
              <a:t>Business Stakeholders: Document processing experts, compliance team, end users</a:t>
            </a:r>
          </a:p>
          <a:p>
            <a:pPr/>
            <a:r>
              <a:t>AWS Support Team: Technical account management and service optimization</a:t>
            </a:r>
          </a:p>
          <a:p>
            <a:pPr/>
            <a:r>
              <a:t>Security Team: Data protection guidance and compliance validation</a:t>
            </a:r>
          </a:p>
          <a:p>
            <a:pPr/>
            <a:r>
              <a:t>Executive Sponsors: Leadership support and strategic vision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25: Team Success Factors**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Innovation: Creative problem-solving for complex AI/ML challenges</a:t>
            </a:r>
          </a:p>
          <a:p>
            <a:pPr/>
            <a:r>
              <a:t>Collaboration: Seamless integration between business and technical teams</a:t>
            </a:r>
          </a:p>
          <a:p>
            <a:pPr/>
            <a:r>
              <a:t>Dedication: Commitment to achieving challenging accuracy and performance targets</a:t>
            </a:r>
          </a:p>
          <a:p>
            <a:pPr/>
            <a:r>
              <a:t>Adaptability: Flexibility in model refinement and approach optimization</a:t>
            </a:r>
          </a:p>
          <a:p>
            <a:pPr/>
            <a:r>
              <a:t>Knowledge Sharing: Continuous learning and skill development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26: IDP Project Success Declaration**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Objectives Achieved: All primary objectives met or exceeded</a:t>
            </a:r>
          </a:p>
          <a:p>
            <a:pPr/>
            <a:r>
              <a:t>Value Delivered: $10.2M NPV with 1,958% ROI over 3 years</a:t>
            </a:r>
          </a:p>
          <a:p>
            <a:pPr/>
            <a:r>
              <a:t>Quality Standards: 95.2% accuracy target achieved</a:t>
            </a:r>
          </a:p>
          <a:p>
            <a:pPr/>
            <a:r>
              <a:t>Stakeholder Satisfaction: 94% user satisfaction score</a:t>
            </a:r>
          </a:p>
          <a:p>
            <a:pPr/>
            <a:r>
              <a:t>On-Time/Budget Delivery: Delivered within 5% of original timeline and budget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27: Formal Project Closure**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Project Charter Fulfilled: All IDP objectives and success criteria met</a:t>
            </a:r>
          </a:p>
          <a:p>
            <a:pPr/>
            <a:r>
              <a:t>Deliverables Accepted: Stakeholder sign-off on all project deliverables</a:t>
            </a:r>
          </a:p>
          <a:p>
            <a:pPr/>
            <a:r>
              <a:t>Resources Released: Project team transitioned to new initiatives</a:t>
            </a:r>
          </a:p>
          <a:p>
            <a:pPr/>
            <a:r>
              <a:t>Documentation Complete: All technical and user documentation delivered</a:t>
            </a:r>
          </a:p>
          <a:p>
            <a:pPr/>
            <a:r>
              <a:t>Lessons Captured: Best practices documented for future AI/ML projects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28: Thank You and Q&amp;A**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Appreciation: Thank you to all stakeholders, sponsors, and team members</a:t>
            </a:r>
          </a:p>
          <a:p>
            <a:pPr/>
            <a:r>
              <a:t>Contact Information: [Project manager and technical lead contact details]</a:t>
            </a:r>
          </a:p>
          <a:p>
            <a:pPr/>
            <a:r>
              <a:t>Q&amp;A Session: Questions about IDP solution and implementation</a:t>
            </a:r>
          </a:p>
          <a:p>
            <a:pPr/>
            <a:r>
              <a:t>Next Steps: Operational support transition and enhancement planning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 ] Gather all AI/ML model performance metrics and accuracy data</a:t>
            </a:r>
          </a:p>
          <a:p>
            <a:pPr/>
            <a:r>
              <a:t>[ ] Collect user feedback and adoption statistics</a:t>
            </a:r>
          </a:p>
          <a:p>
            <a:pPr/>
            <a:r>
              <a:t>[ ] Prepare ROI analysis and financial benefit calculations</a:t>
            </a:r>
          </a:p>
          <a:p>
            <a:pPr/>
            <a:r>
              <a:t>[ ] Create visual aids showing document processing workflows</a:t>
            </a:r>
          </a:p>
          <a:p>
            <a:pPr/>
            <a:r>
              <a:t>[ ] Practice live demo of IDP system functionality</a:t>
            </a:r>
          </a:p>
          <a:p>
            <a:pPr/>
            <a:r>
              <a:t>[ ] Prepare for technical questions about AI/ML models</a:t>
            </a:r>
          </a:p>
          <a:p>
            <a:pPr/>
            <a:r>
              <a:t>[ ] Coordinate with technical team for detailed Q&amp;A support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**Presentation Best Practices**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Executive Summary: Lead with business value and ROI achievements</a:t>
            </a:r>
          </a:p>
          <a:p>
            <a:pPr/>
            <a:r>
              <a:t>Data-Driven: Use metrics and facts to demonstrate AI/ML success</a:t>
            </a:r>
          </a:p>
          <a:p>
            <a:pPr/>
            <a:r>
              <a:t>Visual Appeal: Include before/after processing examples</a:t>
            </a:r>
          </a:p>
          <a:p>
            <a:pPr/>
            <a:r>
              <a:t>Technical Balance: Explain AI/ML concepts in business terms</a:t>
            </a:r>
          </a:p>
          <a:p>
            <a:pPr/>
            <a:r>
              <a:t>Success Stories: Share specific document processing improvements</a:t>
            </a:r>
          </a:p>
          <a:p>
            <a:pPr/>
            <a:r>
              <a:t>Future Vision: Connect to broader digital transformation strategy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**Audience Engagement**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Live Demo: Show document processing in real-time</a:t>
            </a:r>
          </a:p>
          <a:p>
            <a:pPr/>
            <a:r>
              <a:t>Success Metrics: Present compelling accuracy and speed improvements</a:t>
            </a:r>
          </a:p>
          <a:p>
            <a:pPr/>
            <a:r>
              <a:t>User Testimonials: Share feedback from document processing staff</a:t>
            </a:r>
          </a:p>
          <a:p>
            <a:pPr/>
            <a:r>
              <a:t>Interactive Elements: Q&amp;A about specific use cases</a:t>
            </a:r>
          </a:p>
          <a:p>
            <a:pPr/>
            <a:r>
              <a:t>Clear Value Proposition: Quantify business impact and ROI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**Follow-Up Actions**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 ] Distribute presentation slides and technical appendices</a:t>
            </a:r>
          </a:p>
          <a:p>
            <a:pPr/>
            <a:r>
              <a:t>[ ] Send detailed AI/ML model performance report</a:t>
            </a:r>
          </a:p>
          <a:p>
            <a:pPr/>
            <a:r>
              <a:t>[ ] Schedule operational handover meetings</a:t>
            </a:r>
          </a:p>
          <a:p>
            <a:pPr/>
            <a:r>
              <a:t>[ ] Document enhancement requests and future roadmap</a:t>
            </a:r>
          </a:p>
          <a:p>
            <a:pPr/>
            <a:r>
              <a:t>[ ] Archive all project documentation and model artifacts</a:t>
            </a:r>
          </a:p>
          <a:p>
            <a:pPr/>
            <a:r>
              <a:t>[ ] Conduct final team celebration and recognition event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**A. AI/ML Model Performance Dashboard**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[Document classification accuracy by type]</a:t>
            </a:r>
          </a:p>
          <a:p>
            <a:pPr/>
            <a:r>
              <a:t>[Data extraction accuracy by field]</a:t>
            </a:r>
          </a:p>
          <a:p>
            <a:pPr/>
            <a:r>
              <a:t>[Processing speed and throughput metrics]</a:t>
            </a:r>
          </a:p>
          <a:p>
            <a:pPr/>
            <a:r>
              <a:t>[Confidence score distributions]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**B. Stakeholder Feedback Summary**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[User satisfaction survey results]</a:t>
            </a:r>
          </a:p>
          <a:p>
            <a:pPr/>
            <a:r>
              <a:t>[Business stakeholder feedback]</a:t>
            </a:r>
          </a:p>
          <a:p>
            <a:pPr/>
            <a:r>
              <a:t>[Technical team assessment]</a:t>
            </a:r>
          </a:p>
          <a:p>
            <a:pPr/>
            <a:r>
              <a:t>[Executive sponsor evaluation]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**C. Technical Artifacts**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[AI/ML model specifications and parameters]</a:t>
            </a:r>
          </a:p>
          <a:p>
            <a:pPr/>
            <a:r>
              <a:t>[AWS architecture diagrams and configurations]</a:t>
            </a:r>
          </a:p>
          <a:p>
            <a:pPr/>
            <a:r>
              <a:t>[API documentation and integration guides]</a:t>
            </a:r>
          </a:p>
          <a:p>
            <a:pPr/>
            <a:r>
              <a:t>[Training materials and video tutorials]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**D. Operational Transition Documentation**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[System administration runbooks]</a:t>
            </a:r>
          </a:p>
          <a:p>
            <a:pPr/>
            <a:r>
              <a:t>[Model monitoring and maintenance procedures]</a:t>
            </a:r>
          </a:p>
          <a:p>
            <a:pPr/>
            <a:r>
              <a:t>[Support escalation contacts and procedures]</a:t>
            </a:r>
          </a:p>
          <a:p>
            <a:pPr/>
            <a:r>
              <a:t>[Enhancement request and change management process]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28</cp:revision>
  <dcterms:created xsi:type="dcterms:W3CDTF">2025-11-01T21:16:10Z</dcterms:created>
  <dcterms:modified xsi:type="dcterms:W3CDTF">2025-11-03T05:12:47Z</dcterms:modified>
</cp:coreProperties>
</file>