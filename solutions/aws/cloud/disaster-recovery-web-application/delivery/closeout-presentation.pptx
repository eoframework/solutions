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Project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[Functional Area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⚠️ Modified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[Scope changes]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[Feature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[Actual/Projected]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Revenue Enhancement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[Actual/Projected]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Efficiency Gains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%]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%]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Risk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[Risk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[Achieved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[Challenge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[Enhancement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