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Disaster Recovery for Web Applications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November 15, 2025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Opportunity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business risk from single-region failures and achieve enterprise-grade resilience</a:t>
            </a:r>
          </a:p>
          <a:p>
            <a:pPr lvl="1"/>
            <a:r>
              <a:t>Meet compliance requirements for RTO (15 min) and RPO (5 min) with proven architecture</a:t>
            </a:r>
          </a:p>
          <a:p>
            <a:pPr lvl="1"/>
            <a:r>
              <a:t>Transform DR from costly insurance to strategic competitive advantage</a:t>
            </a:r>
          </a:p>
          <a:p>
            <a:pPr/>
            <a:r>
              <a:rPr b="1"/>
              <a:t>Success Criteria</a:t>
            </a:r>
          </a:p>
          <a:p>
            <a:pPr lvl="1"/>
            <a:r>
              <a:t>Achieve 99.99% application uptime with automated failover capabilities</a:t>
            </a:r>
          </a:p>
          <a:p>
            <a:pPr lvl="1"/>
            <a:r>
              <a:t>Validate RTO/RPO targets through quarterly DR testing and documentation</a:t>
            </a:r>
          </a:p>
          <a:p>
            <a:pPr lvl="1"/>
            <a:r>
              <a:t>Demonstrate measurable ROI through risk reduction and business continuity assurance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494" b="6494"/>
          <a:stretch>
            <a:fillRect/>
          </a:stretch>
        </p:blipFill>
        <p:spPr/>
      </p:pic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Multi-Region Infrastructure</a:t>
            </a:r>
          </a:p>
          <a:p>
            <a:pPr lvl="1"/>
            <a:r>
              <a:t>Primary Region: ALB, Auto Scaling EC2, Multi-AZ RDS, S3 with versioning</a:t>
            </a:r>
          </a:p>
          <a:p>
            <a:pPr lvl="1"/>
            <a:r>
              <a:t>DR Region: Warm standby EC2, cross-region RDS replica, S3 replication</a:t>
            </a:r>
          </a:p>
          <a:p>
            <a:pPr lvl="1"/>
            <a:r>
              <a:t>Route 53 health-based failover with automated DNS switching</a:t>
            </a:r>
          </a:p>
          <a:p>
            <a:pPr/>
            <a:r>
              <a:rPr b="1"/>
              <a:t>Disaster Recovery Capabilities</a:t>
            </a:r>
          </a:p>
          <a:p>
            <a:pPr lvl="1"/>
            <a:r>
              <a:t>Continuous data replication ensures 5-minute RPO target</a:t>
            </a:r>
          </a:p>
          <a:p>
            <a:pPr lvl="1"/>
            <a:r>
              <a:t>Warm standby enables 15-minute RTO for rapid failover</a:t>
            </a:r>
          </a:p>
          <a:p>
            <a:pPr lvl="1"/>
            <a:r>
              <a:t>Automated runbooks and AWS Backup for cross-region vault redundancy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249" y="685799"/>
            <a:ext cx="2353528" cy="381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Approach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Assessment &amp; Design</a:t>
            </a:r>
            <a:r>
              <a:t> *(Months 1-2)*</a:t>
            </a:r>
          </a:p>
          <a:p>
            <a:pPr lvl="1"/>
            <a:r>
              <a:t>Business Impact Analysis (BIA) to determine RTO/RPO requirements</a:t>
            </a:r>
          </a:p>
          <a:p>
            <a:pPr lvl="1"/>
            <a:r>
              <a:t>Current-state architecture assessment and dependency mapping</a:t>
            </a:r>
          </a:p>
          <a:p>
            <a:pPr lvl="1"/>
            <a:r>
              <a:t>DR architecture design and AWS landing zone setup</a:t>
            </a:r>
          </a:p>
          <a:p>
            <a:pPr/>
            <a:r>
              <a:rPr b="1"/>
              <a:t>Phase 2: Implementation</a:t>
            </a:r>
            <a:r>
              <a:t> *(Months 3-4)*</a:t>
            </a:r>
          </a:p>
          <a:p>
            <a:pPr lvl="1"/>
            <a:r>
              <a:t>Primary and DR region infrastructure deployment</a:t>
            </a:r>
          </a:p>
          <a:p>
            <a:pPr lvl="1"/>
            <a:r>
              <a:t>RDS replication, S3 sync, and backup configuration</a:t>
            </a:r>
          </a:p>
          <a:p>
            <a:pPr lvl="1"/>
            <a:r>
              <a:t>Route 53 failover policies and health check setup</a:t>
            </a:r>
          </a:p>
          <a:p>
            <a:pPr/>
            <a:r>
              <a:rPr b="1"/>
              <a:t>Phase 3: Testing &amp; Validation</a:t>
            </a:r>
            <a:r>
              <a:t> *(Month 5-6)*</a:t>
            </a:r>
          </a:p>
          <a:p>
            <a:pPr lvl="1"/>
            <a:r>
              <a:t>DR failover testing and RTO/RPO validation</a:t>
            </a:r>
          </a:p>
          <a:p>
            <a:pPr lvl="1"/>
            <a:r>
              <a:t>Runbook development and team training</a:t>
            </a:r>
          </a:p>
          <a:p>
            <a:pPr lvl="1"/>
            <a:r>
              <a:t>Production cutover and ongoing monitoring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Timeline &amp; Milestones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Assessment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BIA completed, DR architecture approved, AWS environments provisioned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DR Implementation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Multi-region infrastructure deployed, Replication configured, Monitoring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Testing &amp;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DR testing passed, RTO/RPO validated, Runbooks completed,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 SaaS Provider</a:t>
            </a:r>
          </a:p>
          <a:p>
            <a:pPr lvl="1"/>
            <a:r>
              <a:rPr b="1"/>
              <a:t>Client:</a:t>
            </a:r>
            <a:r>
              <a:t> FinTech company serving 200,000+ users with strict uptime SLA requirements</a:t>
            </a:r>
          </a:p>
          <a:p>
            <a:pPr lvl="1"/>
            <a:r>
              <a:rPr b="1"/>
              <a:t>Challenge:</a:t>
            </a:r>
            <a:r>
              <a:t> Single-region architecture posed business risk, 99.99% SLA required, compliance mandated DR</a:t>
            </a:r>
          </a:p>
          <a:p>
            <a:pPr lvl="1"/>
            <a:r>
              <a:rPr b="1"/>
              <a:t>Solution:</a:t>
            </a:r>
            <a:r>
              <a:t> AWS multi-region DR with Route 53 failover, RDS replication, automated backup</a:t>
            </a:r>
          </a:p>
          <a:p>
            <a:pPr lvl="1"/>
            <a:r>
              <a:rPr b="1"/>
              <a:t>Results:</a:t>
            </a:r>
            <a:r>
              <a:t> 99.995% uptime achieved (exceeded SLA), 12-min RTO, zero data loss, passed compliance audit</a:t>
            </a:r>
          </a:p>
          <a:p>
            <a:pPr lvl="1"/>
            <a:r>
              <a:rPr b="1"/>
              <a:t>Testimonial:</a:t>
            </a:r>
            <a:r>
              <a:t> "Our DR solution has become a competitive differentiator. We've won deals specifically because we can demonstrate business continuity capabilities our competitors can't match." — </a:t>
            </a:r>
            <a:r>
              <a:rPr b="1"/>
              <a:t>David Thompson, CTO</a:t>
            </a:r>
            <a:r>
              <a:t>, SecureFinance Platform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Partnership Advantage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314" b="631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designing and implementing AWS DR solutions</a:t>
            </a:r>
          </a:p>
          <a:p>
            <a:pPr lvl="1"/>
            <a:r>
              <a:t>75+ successful DR implementations across industries</a:t>
            </a:r>
          </a:p>
          <a:p>
            <a:pPr lvl="1"/>
            <a:r>
              <a:t>AWS Advanced Consulting Partner with Migration Competency</a:t>
            </a:r>
          </a:p>
          <a:p>
            <a:pPr lvl="1"/>
            <a:r>
              <a:t>Certified solutions architects with DR expertise and AWS Well-Architected reviews</a:t>
            </a:r>
          </a:p>
          <a:p>
            <a:pPr lvl="1"/>
            <a:r>
              <a:t>24/7 support with documented escalation procedures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DR design patterns reduce implementation risk</a:t>
            </a:r>
          </a:p>
          <a:p>
            <a:pPr lvl="1"/>
            <a:r>
              <a:t>Pre-built runbooks and automation accelerate deployment</a:t>
            </a:r>
          </a:p>
          <a:p>
            <a:pPr lvl="1"/>
            <a:r>
              <a:t>Quarterly DR testing included to maintain readiness</a:t>
            </a:r>
          </a:p>
          <a:p>
            <a:pPr lvl="1"/>
            <a:r>
              <a:t>Direct AWS TAM engagement for critical DR scenarios</a:t>
            </a:r>
          </a:p>
          <a:p>
            <a:pPr lvl="1"/>
            <a:r>
              <a:t>Best practices from 75+ implementations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Investment Summary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$364,000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$364,000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Infrastructure &amp;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$228,277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$23,777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$23,777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$275,832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SOLUTION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$592,277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$23,777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$23,777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$639,832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Decision: Executive approval and budget allocation by [specific date]</a:t>
            </a:r>
          </a:p>
          <a:p>
            <a:pPr/>
            <a:r>
              <a:t>Kickoff: BIA and DR assessment start date [30 days from approval]</a:t>
            </a:r>
          </a:p>
          <a:p>
            <a:pPr/>
            <a:r>
              <a:t>Team Formation: Identify application owners, infrastructure team, business stakeholders</a:t>
            </a:r>
          </a:p>
          <a:p>
            <a:pPr/>
            <a:r>
              <a:t>Week 1: Contract finalization and project kickoff</a:t>
            </a:r>
          </a:p>
          <a:p>
            <a:pPr/>
            <a:r>
              <a:t>Week 2: Business Impact Analysis (BIA) workshops with stakeholders</a:t>
            </a:r>
          </a:p>
          <a:p>
            <a:pPr/>
            <a:r>
              <a:t>Week 3: Current-state architecture assessment and dependency mapping</a:t>
            </a:r>
          </a:p>
          <a:p>
            <a:pPr/>
            <a:r>
              <a:t>Week 4: DR architecture design review and AWS environment setup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7166" b="716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Your Account Manager:</a:t>
            </a:r>
            <a:r>
              <a:t> [Name, Title] | [Email] | [Phone]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