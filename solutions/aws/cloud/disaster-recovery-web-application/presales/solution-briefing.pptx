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$21,563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$106,743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$94,374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Week 1:</a:t>
            </a:r>
            <a:r>
              <a:t> Contract finalization and project kickoff</a:t>
            </a:r>
          </a:p>
          <a:p>
            <a:pPr/>
            <a:r>
              <a:rPr b="1"/>
              <a:t>Week 2:</a:t>
            </a:r>
            <a:r>
              <a:t> Business Impact Analysis (BIA) workshops with stakeholders</a:t>
            </a:r>
          </a:p>
          <a:p>
            <a:pPr/>
            <a:r>
              <a:rPr b="1"/>
              <a:t>Week 3:</a:t>
            </a:r>
            <a:r>
              <a:t> Current-state architecture assessment and dependency mapping</a:t>
            </a:r>
          </a:p>
          <a:p>
            <a:pPr/>
            <a:r>
              <a:rPr b="1"/>
              <a:t>Week 4:</a:t>
            </a:r>
            <a:r>
              <a:t>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