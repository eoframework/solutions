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Disaster Recovery for Web Applications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21,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business risk from single-region failures and achieve enterprise-grade resilience</a:t>
            </a:r>
          </a:p>
          <a:p>
            <a:pPr lvl="1"/>
            <a:r>
              <a:t>Meet compliance requirements for RTO (15 min) and RPO (5 min) with proven architecture</a:t>
            </a:r>
          </a:p>
          <a:p>
            <a:pPr lvl="1"/>
            <a:r>
              <a:t>Transform DR from costly insurance to strategic competitive advantage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99.99% application uptime with automated failover capabilities</a:t>
            </a:r>
          </a:p>
          <a:p>
            <a:pPr lvl="1"/>
            <a:r>
              <a:t>Validate RTO/RPO targets through quarterly DR testing and documentation</a:t>
            </a:r>
          </a:p>
          <a:p>
            <a:pPr lvl="1"/>
            <a:r>
              <a:t>Demonstrate measurable ROI through risk reduction and business continuity assurance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Tiers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3-tier web application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DR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us-west-2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RTO/RPO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RTO 4 hours RPO 1 hour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Light DR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Database Replication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Aurora Global Database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Encryption at rest/transit IAM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Primary app database + S3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Type II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Failover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failover &lt;15 min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(end-user admin ops)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Recovery Testing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Quarterly DR drills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Database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environments (dev 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Backup Retention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 days retention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Primary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us-east-1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Multi-Region Infrastructure</a:t>
            </a:r>
          </a:p>
          <a:p>
            <a:pPr lvl="1"/>
            <a:r>
              <a:t>Primary Region: ALB, Auto Scaling EC2, Multi-AZ RDS, S3 with versioning</a:t>
            </a:r>
          </a:p>
          <a:p>
            <a:pPr lvl="1"/>
            <a:r>
              <a:t>DR Region: Warm standby EC2, cross-region RDS replica, S3 replication</a:t>
            </a:r>
          </a:p>
          <a:p>
            <a:pPr lvl="1"/>
            <a:r>
              <a:t>Route 53 health-based failover with automated DNS switching</a:t>
            </a:r>
          </a:p>
          <a:p>
            <a:pPr/>
            <a:r>
              <a:rPr b="1"/>
              <a:t>Disaster Recovery Capabilities</a:t>
            </a:r>
          </a:p>
          <a:p>
            <a:pPr lvl="1"/>
            <a:r>
              <a:t>Continuous data replication ensures 5-minute RPO target</a:t>
            </a:r>
          </a:p>
          <a:p>
            <a:pPr lvl="1"/>
            <a:r>
              <a:t>Warm standby enables 15-minute RTO for rapid failover</a:t>
            </a:r>
          </a:p>
          <a:p>
            <a:pPr lvl="1"/>
            <a:r>
              <a:t>Automated runbooks and AWS Backup for cross-region vault redundancy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Business Impact Analysis (BIA) to determine RTO/RPO requirements</a:t>
            </a:r>
          </a:p>
          <a:p>
            <a:pPr lvl="1"/>
            <a:r>
              <a:t>Current-state architecture assessment and dependency mapping</a:t>
            </a:r>
          </a:p>
          <a:p>
            <a:pPr lvl="1"/>
            <a:r>
              <a:t>DR architecture design and AWS landing zone setup</a:t>
            </a:r>
          </a:p>
          <a:p>
            <a:pPr/>
            <a:r>
              <a:rPr b="1"/>
              <a:t>Phase 2: Implementation (Months 3-4)</a:t>
            </a:r>
          </a:p>
          <a:p>
            <a:pPr lvl="1"/>
            <a:r>
              <a:t>Primary and DR region infrastructure deployment</a:t>
            </a:r>
          </a:p>
          <a:p>
            <a:pPr lvl="1"/>
            <a:r>
              <a:t>RDS replication, S3 sync, and backup configuration</a:t>
            </a:r>
          </a:p>
          <a:p>
            <a:pPr lvl="1"/>
            <a:r>
              <a:t>Route 53 failover policies and health check setup</a:t>
            </a:r>
          </a:p>
          <a:p>
            <a:pPr/>
            <a:r>
              <a:rPr b="1"/>
              <a:t>Phase 3: Testing &amp; Validation (Month 5-6)</a:t>
            </a:r>
          </a:p>
          <a:p>
            <a:pPr lvl="1"/>
            <a:r>
              <a:t>DR failover testing and RTO/RPO validation</a:t>
            </a:r>
          </a:p>
          <a:p>
            <a:pPr lvl="1"/>
            <a:r>
              <a:t>Runbook development and team training</a:t>
            </a:r>
          </a:p>
          <a:p>
            <a:pPr lvl="1"/>
            <a:r>
              <a:t>Production cutover and ongoing monitoring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BIA completed, DR architecture approved, AWS environments provisioned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Multi-region infrastructure deployed, Replication configured, Monitoring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Testing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testing passed, RTO/RPO validated, Runbooks completed,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SaaS Provider</a:t>
            </a:r>
          </a:p>
          <a:p>
            <a:pPr lvl="1"/>
            <a:r>
              <a:rPr b="1"/>
              <a:t>Client:</a:t>
            </a:r>
            <a:r>
              <a:t> FinTech company serving 200,000+ users with strict uptime SLA requirements</a:t>
            </a:r>
          </a:p>
          <a:p>
            <a:pPr lvl="1"/>
            <a:r>
              <a:rPr b="1"/>
              <a:t>Challenge:</a:t>
            </a:r>
            <a:r>
              <a:t> Single-region architecture posed business risk, 99.99% SLA required, compliance mandated DR</a:t>
            </a:r>
          </a:p>
          <a:p>
            <a:pPr lvl="1"/>
            <a:r>
              <a:rPr b="1"/>
              <a:t>Solution:</a:t>
            </a:r>
            <a:r>
              <a:t> AWS multi-region DR with Route 53 failover, RDS replication, automated backup</a:t>
            </a:r>
          </a:p>
          <a:p>
            <a:pPr lvl="1"/>
            <a:r>
              <a:rPr b="1"/>
              <a:t>Results:</a:t>
            </a:r>
            <a:r>
              <a:t> 99.995% uptime achieved (exceeded SLA), 12-min RTO, zero data loss, passed compliance audit</a:t>
            </a:r>
          </a:p>
          <a:p>
            <a:pPr lvl="1"/>
            <a:r>
              <a:rPr b="1"/>
              <a:t>Testimonial:</a:t>
            </a:r>
            <a:r>
              <a:t> "Our DR solution has become a competitive differentiator. We've won deals specifically because we can demonstrate business continuity capabilities our competitors can't match." — </a:t>
            </a:r>
            <a:r>
              <a:rPr b="1"/>
              <a:t>David Thompson, CTO</a:t>
            </a:r>
            <a:r>
              <a:t>, SecureFinance Platform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designing and implementing AWS DR solutions</a:t>
            </a:r>
          </a:p>
          <a:p>
            <a:pPr lvl="1"/>
            <a:r>
              <a:t>75+ successful DR implementations across industries</a:t>
            </a:r>
          </a:p>
          <a:p>
            <a:pPr lvl="1"/>
            <a:r>
              <a:t>AWS Advanced Consulting Partner with Migration Competency</a:t>
            </a:r>
          </a:p>
          <a:p>
            <a:pPr lvl="1"/>
            <a:r>
              <a:t>24/7 support with documented escalation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DR design patterns reduce implementation risk</a:t>
            </a:r>
          </a:p>
          <a:p>
            <a:pPr lvl="1"/>
            <a:r>
              <a:t>Quarterly DR testing included to maintain readiness</a:t>
            </a:r>
          </a:p>
          <a:p>
            <a:pPr lvl="1"/>
            <a:r>
              <a:t>Direct AWS TAM engagement for critical scenarios</a:t>
            </a:r>
          </a:p>
          <a:p>
            <a:pPr lvl="1"/>
            <a:r>
              <a:t>Best practices from 75+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$93,250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$9,251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$28,491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$4,401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$107,469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($8,369)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$99,100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$14,219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$14,219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$127,538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Kickoff:</a:t>
            </a:r>
            <a:r>
              <a:t> BIA and DR assessment start date [30 days from approval]</a:t>
            </a:r>
          </a:p>
          <a:p>
            <a:pPr/>
            <a:r>
              <a:rPr b="1"/>
              <a:t>Team Formation:</a:t>
            </a:r>
            <a:r>
              <a:t> Identify application owners, infrastructure team, business stakeholders</a:t>
            </a:r>
          </a:p>
          <a:p>
            <a:pPr/>
            <a:r>
              <a:rPr b="1"/>
              <a:t>Environment Prep:</a:t>
            </a:r>
            <a:r>
              <a:t> AWS account setup and security baseline configuration</a:t>
            </a:r>
          </a:p>
          <a:p>
            <a:pPr/>
            <a:r>
              <a:rPr b="1"/>
              <a:t>Workshop Schedule:</a:t>
            </a:r>
            <a:r>
              <a:t> Book BIA and architecture review sessions with stakeholders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83</cp:revision>
  <dcterms:created xsi:type="dcterms:W3CDTF">2025-11-01T21:16:10Z</dcterms:created>
  <dcterms:modified xsi:type="dcterms:W3CDTF">2025-11-20T16:23:18Z</dcterms:modified>
</cp:coreProperties>
</file>