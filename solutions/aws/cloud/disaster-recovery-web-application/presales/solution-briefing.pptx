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4249" y="685799"/>
            <a:ext cx="2353528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Certified solutions architects with DR expertise and AWS Well-Architected reviews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Pre-built runbooks and automation accelerate deployment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DR scenarios</a:t>
            </a:r>
          </a:p>
          <a:p>
            <a:pPr lvl="1"/>
            <a:r>
              <a:t>Best practices from 75+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($4,369)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$21,563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$4,401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$106,743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$94,374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$13,243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$13,243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$120,860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and budget allocation by [specific date]</a:t>
            </a:r>
          </a:p>
          <a:p>
            <a:pPr/>
            <a:r>
              <a:t>Kickoff: BIA and DR assessment start date [30 days from approval]</a:t>
            </a:r>
          </a:p>
          <a:p>
            <a:pPr/>
            <a:r>
              <a:t>Team Formation: Identify application owners, infrastructure team, business stakeholders</a:t>
            </a:r>
          </a:p>
          <a:p>
            <a:pPr/>
            <a:r>
              <a:t>Week 1: Contract finalization and project kickoff</a:t>
            </a:r>
          </a:p>
          <a:p>
            <a:pPr/>
            <a:r>
              <a:t>Week 2: Business Impact Analysis (BIA) workshops with stakeholders</a:t>
            </a:r>
          </a:p>
          <a:p>
            <a:pPr/>
            <a:r>
              <a:t>Week 3: Current-state architecture assessment and dependency mapping</a:t>
            </a:r>
          </a:p>
          <a:p>
            <a:pPr/>
            <a:r>
              <a:t>Week 4: DR architecture design review and AWS environment setup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