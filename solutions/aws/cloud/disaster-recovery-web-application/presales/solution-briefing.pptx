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18,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Tiers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web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Primary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RTO/RPO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 4 hours RPO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DR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us-west-2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Replication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Aurora Global 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Light DR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app database + 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Encryption at rest/transit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Type II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(end-user admin ops)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Failover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failover 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Recovery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Quarterly DR drills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Backup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days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$9,251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$28,491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$107,469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($8,369)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$99,100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$127,538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Week 1:</a:t>
            </a:r>
            <a:r>
              <a:t> Contract finalization and project kickoff</a:t>
            </a:r>
          </a:p>
          <a:p>
            <a:pPr/>
            <a:r>
              <a:rPr b="1"/>
              <a:t>Week 2:</a:t>
            </a:r>
            <a:r>
              <a:t> Business Impact Analysis (BIA) workshops with stakeholders</a:t>
            </a:r>
          </a:p>
          <a:p>
            <a:pPr/>
            <a:r>
              <a:rPr b="1"/>
              <a:t>Week 3:</a:t>
            </a:r>
            <a:r>
              <a:t> Current-state architecture assessment and dependency mapping</a:t>
            </a:r>
          </a:p>
          <a:p>
            <a:pPr/>
            <a:r>
              <a:rPr b="1"/>
              <a:t>Week 4:</a:t>
            </a:r>
            <a:r>
              <a:t>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