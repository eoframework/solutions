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AWS Cloud Migration Project Closeout Presentation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**Project Name:** AWS On-Premise to Cloud Migration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EO Framework Team | November 06,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1: Title Slide**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Cloud Migration Project</a:t>
            </a:r>
          </a:p>
          <a:p>
            <a:pPr/>
            <a:r>
              <a:t>"Migration Closeout Presentation"</a:t>
            </a:r>
          </a:p>
          <a:p>
            <a:pPr/>
            <a:r>
              <a:t>Presentation Date</a:t>
            </a:r>
          </a:p>
          <a:p>
            <a:pPr/>
            <a:r>
              <a:t>Migration Project Manager and Core Team Names</a:t>
            </a:r>
          </a:p>
          <a:p>
            <a:pPr/>
            <a:r>
              <a:t>Company/Organization Branding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Migration Overview and Objectives</a:t>
            </a:r>
          </a:p>
          <a:p>
            <a:pPr/>
            <a:r>
              <a:t>Migration Execution Summary and Achievements</a:t>
            </a:r>
          </a:p>
          <a:p>
            <a:pPr/>
            <a:r>
              <a:t>Cloud Benefits Realization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Cloud Operations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Migration Charter Recap**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Original Business Problem: [Legacy infrastructure limitations and costs]</a:t>
            </a:r>
          </a:p>
          <a:p>
            <a:pPr/>
            <a:r>
              <a:t>Migration Objectives: [Cloud modernization, cost optimization, scalability]</a:t>
            </a:r>
          </a:p>
          <a:p>
            <a:pPr/>
            <a:r>
              <a:t>Success Criteria: [Zero data loss, minimal downtime, cost reduction targets]</a:t>
            </a:r>
          </a:p>
          <a:p>
            <a:pPr/>
            <a:r>
              <a:t>Migration Scope: [Applications, databases, and infrastructure migrated]</a:t>
            </a:r>
          </a:p>
          <a:p>
            <a:pPr/>
            <a:r>
              <a:t>Initial Timeline: [Original vs. actual migration timeline]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4: Migration Scope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5: Migration Wave Timeline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Migration Duration: [Actual duration vs. planned]</a:t>
            </a:r>
          </a:p>
          <a:p>
            <a:pPr/>
            <a:r>
              <a:t>Key Migration Milestones:</a:t>
            </a:r>
          </a:p>
          <a:p>
            <a:pPr/>
            <a:r>
              <a:t>Assessment Complete: [Date]</a:t>
            </a:r>
          </a:p>
          <a:p>
            <a:pPr/>
            <a:r>
              <a:t>AWS Landing Zone Ready: [Date]</a:t>
            </a:r>
          </a:p>
          <a:p>
            <a:pPr/>
            <a:r>
              <a:t>Wave 1 Migration Complete: [Date]</a:t>
            </a:r>
          </a:p>
          <a:p>
            <a:pPr/>
            <a:r>
              <a:t>Wave 2 Migration Complete: [Date]</a:t>
            </a:r>
          </a:p>
          <a:p>
            <a:pPr/>
            <a:r>
              <a:t>Wave 3 Migration Complete: [Date]</a:t>
            </a:r>
          </a:p>
          <a:p>
            <a:pPr/>
            <a:r>
              <a:t>Decommissioning Complete: [Date]</a:t>
            </a:r>
          </a:p>
          <a:p>
            <a:pPr/>
            <a:r>
              <a:t>Critical Path Impact: [Any delays and resolutions]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Migration Budget: [Approved budget]</a:t>
            </a:r>
          </a:p>
          <a:p>
            <a:pPr/>
            <a:r>
              <a:t>Actual Migration Cost: [Final cost including AWS services]</a:t>
            </a:r>
          </a:p>
          <a:p>
            <a:pPr/>
            <a:r>
              <a:t>Budget Variance: [Over/under budget with explanation]</a:t>
            </a:r>
          </a:p>
          <a:p>
            <a:pPr/>
            <a:r>
              <a:t>AWS Cost Optimization: [Achieved cost reductions]</a:t>
            </a:r>
          </a:p>
          <a:p>
            <a:pPr/>
            <a:r>
              <a:t>Resource Utilization: [Team size and migration effort]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Migration Assessment Results**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Infrastructure Inventory: [Servers, applications, databases assessed]</a:t>
            </a:r>
          </a:p>
          <a:p>
            <a:pPr/>
            <a:r>
              <a:t>Application Categorization: [6 Rs strategy breakdown]</a:t>
            </a:r>
          </a:p>
          <a:p>
            <a:pPr/>
            <a:r>
              <a:t>Dependency Mapping: [Critical dependencies identified]</a:t>
            </a:r>
          </a:p>
          <a:p>
            <a:pPr/>
            <a:r>
              <a:t>Cloud Readiness Score: [Assessment results]</a:t>
            </a:r>
          </a:p>
          <a:p>
            <a:pPr/>
            <a:r>
              <a:t>Security and Compliance: [Requirements validated]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8: AWS Cloud Architecture Overview**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Target AWS architecture diagram</a:t>
            </a:r>
          </a:p>
          <a:p>
            <a:pPr/>
            <a:r>
              <a:t>Multi-account structure and landing zones</a:t>
            </a:r>
          </a:p>
          <a:p>
            <a:pPr/>
            <a:r>
              <a:t>Network connectivity (VPC, subnets, gateways)</a:t>
            </a:r>
          </a:p>
          <a:p>
            <a:pPr/>
            <a:r>
              <a:t>Security controls and compliance framework</a:t>
            </a:r>
          </a:p>
          <a:p>
            <a:pPr/>
            <a:r>
              <a:t>Monitoring and management services</a:t>
            </a:r>
          </a:p>
          <a:p>
            <a:pPr/>
            <a:r>
              <a:t>Disaster recovery and backup strategy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Migration Waves Executed**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Migration Factory Results**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Automation Level: [Percentage of automated migration tasks]</a:t>
            </a:r>
          </a:p>
          <a:p>
            <a:pPr/>
            <a:r>
              <a:t>Migration Tools Used: [AWS DMS, CloudEndure, custom scripts]</a:t>
            </a:r>
          </a:p>
          <a:p>
            <a:pPr/>
            <a:r>
              <a:t>Data Migration Success: [Zero data loss achieved]</a:t>
            </a:r>
          </a:p>
          <a:p>
            <a:pPr/>
            <a:r>
              <a:t>Cutover Efficiency: [Average cutover time per application]</a:t>
            </a:r>
          </a:p>
          <a:p>
            <a:pPr/>
            <a:r>
              <a:t>Rollback Preparedness: [Rollback procedures tested]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AWS Services Deployed**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12: Quality and Security Metrics**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Security Posture:</a:t>
            </a:r>
          </a:p>
          <a:p>
            <a:pPr/>
            <a:r>
              <a:t>Encryption at rest: [100% implemented]</a:t>
            </a:r>
          </a:p>
          <a:p>
            <a:pPr/>
            <a:r>
              <a:t>Encryption in transit: [100% implemented]</a:t>
            </a:r>
          </a:p>
          <a:p>
            <a:pPr/>
            <a:r>
              <a:t>Security groups configured: [Number]</a:t>
            </a:r>
          </a:p>
          <a:p>
            <a:pPr/>
            <a:r>
              <a:t>IAM policies optimized: [Least privilege]</a:t>
            </a:r>
          </a:p>
          <a:p>
            <a:pPr/>
            <a:r>
              <a:t>Compliance Validation:</a:t>
            </a:r>
          </a:p>
          <a:p>
            <a:pPr/>
            <a:r>
              <a:t>Security assessments: [Passed]</a:t>
            </a:r>
          </a:p>
          <a:p>
            <a:pPr/>
            <a:r>
              <a:t>Compliance frameworks: [SOC 2, ISO 27001, etc.]</a:t>
            </a:r>
          </a:p>
          <a:p>
            <a:pPr/>
            <a:r>
              <a:t>Penetration testing: [Results]</a:t>
            </a:r>
          </a:p>
          <a:p>
            <a:pPr/>
            <a:r>
              <a:t>Data Integrity:</a:t>
            </a:r>
          </a:p>
          <a:p>
            <a:pPr/>
            <a:r>
              <a:t>Data validation checks: [100% passed]</a:t>
            </a:r>
          </a:p>
          <a:p>
            <a:pPr/>
            <a:r>
              <a:t>Checksums verified: [All data verified]</a:t>
            </a:r>
          </a:p>
          <a:p>
            <a:pPr/>
            <a:r>
              <a:t>Migration success rate: [Percentage]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Performance and Availability Results**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Application Performance:</a:t>
            </a:r>
          </a:p>
          <a:p>
            <a:pPr/>
            <a:r>
              <a:t>Response time improvement: [Percentage better]</a:t>
            </a:r>
          </a:p>
          <a:p>
            <a:pPr/>
            <a:r>
              <a:t>Throughput increase: [Performance gains]</a:t>
            </a:r>
          </a:p>
          <a:p>
            <a:pPr/>
            <a:r>
              <a:t>Latency reduction: [Network improvements]</a:t>
            </a:r>
          </a:p>
          <a:p>
            <a:pPr/>
            <a:r>
              <a:t>System Availability:</a:t>
            </a:r>
          </a:p>
          <a:p>
            <a:pPr/>
            <a:r>
              <a:t>Target availability: [99.9%]</a:t>
            </a:r>
          </a:p>
          <a:p>
            <a:pPr/>
            <a:r>
              <a:t>Achieved availability: [Actual uptime]</a:t>
            </a:r>
          </a:p>
          <a:p>
            <a:pPr/>
            <a:r>
              <a:t>MTTR improvement: [Recovery time reduction]</a:t>
            </a:r>
          </a:p>
          <a:p>
            <a:pPr/>
            <a:r>
              <a:t>Scalability Validation:</a:t>
            </a:r>
          </a:p>
          <a:p>
            <a:pPr/>
            <a:r>
              <a:t>Auto-scaling tested: [Load test results]</a:t>
            </a:r>
          </a:p>
          <a:p>
            <a:pPr/>
            <a:r>
              <a:t>Burst capacity: [Peak load handled]</a:t>
            </a:r>
          </a:p>
          <a:p>
            <a:pPr/>
            <a:r>
              <a:t>Resource optimization: [Cost-performance balance]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Network Connectivity and Hybrid Integration**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Network Architecture: [VPN, Direct Connect, Transit Gateway]</a:t>
            </a:r>
          </a:p>
          <a:p>
            <a:pPr/>
            <a:r>
              <a:t>Connectivity Performance: [Bandwidth, latency metrics]</a:t>
            </a:r>
          </a:p>
          <a:p>
            <a:pPr/>
            <a:r>
              <a:t>Hybrid Integration: [Remaining on-premise connections]</a:t>
            </a:r>
          </a:p>
          <a:p>
            <a:pPr/>
            <a:r>
              <a:t>DNS and Routing: [Route 53, traffic management]</a:t>
            </a:r>
          </a:p>
          <a:p>
            <a:pPr/>
            <a:r>
              <a:t>Security Connectivity: [Security groups, NACLs, WAF]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Financial Benefits Achieved**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Cloud ROI Analysis**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Migration Investment: [One-time costs + AWS setup]</a:t>
            </a:r>
          </a:p>
          <a:p>
            <a:pPr/>
            <a:r>
              <a:t>Annual Cloud Operating Costs: [Monthly AWS costs × 12]</a:t>
            </a:r>
          </a:p>
          <a:p>
            <a:pPr/>
            <a:r>
              <a:t>Annual Cost Savings: [On-premise elimination]</a:t>
            </a:r>
          </a:p>
          <a:p>
            <a:pPr/>
            <a:r>
              <a:t>Payback Period: [Time to break even]</a:t>
            </a:r>
          </a:p>
          <a:p>
            <a:pPr/>
            <a:r>
              <a:t>3-Year NPV: [Net present value]</a:t>
            </a:r>
          </a:p>
          <a:p>
            <a:pPr/>
            <a:r>
              <a:t>ROI Percentage: [Return on investment achieved]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17: Operational Improvements**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Infrastructure Management:</a:t>
            </a:r>
          </a:p>
          <a:p>
            <a:pPr/>
            <a:r>
              <a:t>Provisioning time: [Hours to minutes]</a:t>
            </a:r>
          </a:p>
          <a:p>
            <a:pPr/>
            <a:r>
              <a:t>Deployment frequency: [Manual to automated]</a:t>
            </a:r>
          </a:p>
          <a:p>
            <a:pPr/>
            <a:r>
              <a:t>Monitoring coverage: [Real-time visibility]</a:t>
            </a:r>
          </a:p>
          <a:p>
            <a:pPr/>
            <a:r>
              <a:t>Scalability and Flexibility:</a:t>
            </a:r>
          </a:p>
          <a:p>
            <a:pPr/>
            <a:r>
              <a:t>Auto-scaling enabled: [Dynamic resource allocation]</a:t>
            </a:r>
          </a:p>
          <a:p>
            <a:pPr/>
            <a:r>
              <a:t>Global reach: [Multi-region deployment]</a:t>
            </a:r>
          </a:p>
          <a:p>
            <a:pPr/>
            <a:r>
              <a:t>Innovation velocity: [Faster feature delivery]</a:t>
            </a:r>
          </a:p>
          <a:p>
            <a:pPr/>
            <a:r>
              <a:t>Security Enhancement:</a:t>
            </a:r>
          </a:p>
          <a:p>
            <a:pPr/>
            <a:r>
              <a:t>Security posture: [Improved compliance]</a:t>
            </a:r>
          </a:p>
          <a:p>
            <a:pPr/>
            <a:r>
              <a:t>Threat detection: [Advanced monitoring]</a:t>
            </a:r>
          </a:p>
          <a:p>
            <a:pPr/>
            <a:r>
              <a:t>Data protection: [Enhanced encryption]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Business Value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Agility and Speed:</a:t>
            </a:r>
          </a:p>
          <a:p>
            <a:pPr/>
            <a:r>
              <a:t>Time to market: [Faster deployments]</a:t>
            </a:r>
          </a:p>
          <a:p>
            <a:pPr/>
            <a:r>
              <a:t>Development velocity: [CI/CD improvements]</a:t>
            </a:r>
          </a:p>
          <a:p>
            <a:pPr/>
            <a:r>
              <a:t>Resource provisioning: [Self-service capabilities]</a:t>
            </a:r>
          </a:p>
          <a:p>
            <a:pPr/>
            <a:r>
              <a:t>Innovation Enablement:</a:t>
            </a:r>
          </a:p>
          <a:p>
            <a:pPr/>
            <a:r>
              <a:t>New service adoption: [AI/ML, analytics services]</a:t>
            </a:r>
          </a:p>
          <a:p>
            <a:pPr/>
            <a:r>
              <a:t>Experimentation: [Dev/test environments]</a:t>
            </a:r>
          </a:p>
          <a:p>
            <a:pPr/>
            <a:r>
              <a:t>Digital transformation: [Cloud-native capabilities]</a:t>
            </a:r>
          </a:p>
          <a:p>
            <a:pPr/>
            <a:r>
              <a:t>Risk Reduction:</a:t>
            </a:r>
          </a:p>
          <a:p>
            <a:pPr/>
            <a:r>
              <a:t>Disaster recovery: [Improved RTO/RPO]</a:t>
            </a:r>
          </a:p>
          <a:p>
            <a:pPr/>
            <a:r>
              <a:t>Business continuity: [Multi-AZ resilience]</a:t>
            </a:r>
          </a:p>
          <a:p>
            <a:pPr/>
            <a:r>
              <a:t>Compliance: [Automated compliance]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User Experience and Adoption**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Application Performance: [User-reported improvements]</a:t>
            </a:r>
          </a:p>
          <a:p>
            <a:pPr/>
            <a:r>
              <a:t>System Reliability: [Reduced outages and issues]</a:t>
            </a:r>
          </a:p>
          <a:p>
            <a:pPr/>
            <a:r>
              <a:t>User Training: [Cloud operations training completion]</a:t>
            </a:r>
          </a:p>
          <a:p>
            <a:pPr/>
            <a:r>
              <a:t>Self-Service Capabilities: [Infrastructure provisioning]</a:t>
            </a:r>
          </a:p>
          <a:p>
            <a:pPr/>
            <a:r>
              <a:t>Support Model: [Cloud-native support processes]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Migration Successes**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Assessment and Planning:</a:t>
            </a:r>
          </a:p>
          <a:p>
            <a:pPr/>
            <a:r>
              <a:t>Comprehensive discovery process</a:t>
            </a:r>
          </a:p>
          <a:p>
            <a:pPr/>
            <a:r>
              <a:t>Accurate dependency mapping</a:t>
            </a:r>
          </a:p>
          <a:p>
            <a:pPr/>
            <a:r>
              <a:t>Effective wave planning strategy</a:t>
            </a:r>
          </a:p>
          <a:p>
            <a:pPr/>
            <a:r>
              <a:t>Technical Execution:</a:t>
            </a:r>
          </a:p>
          <a:p>
            <a:pPr/>
            <a:r>
              <a:t>Migration factory approach</a:t>
            </a:r>
          </a:p>
          <a:p>
            <a:pPr/>
            <a:r>
              <a:t>Automated migration tools</a:t>
            </a:r>
          </a:p>
          <a:p>
            <a:pPr/>
            <a:r>
              <a:t>Zero data loss achievement</a:t>
            </a:r>
          </a:p>
          <a:p>
            <a:pPr/>
            <a:r>
              <a:t>Team Collaboration:</a:t>
            </a:r>
          </a:p>
          <a:p>
            <a:pPr/>
            <a:r>
              <a:t>Cross-functional coordination</a:t>
            </a:r>
          </a:p>
          <a:p>
            <a:pPr/>
            <a:r>
              <a:t>Vendor partnership effectiveness</a:t>
            </a:r>
          </a:p>
          <a:p>
            <a:pPr/>
            <a:r>
              <a:t>Stakeholder engagement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21: Challenges Overcome**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Cloud Migration Best Practices Established**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Technical Best Practices:</a:t>
            </a:r>
          </a:p>
          <a:p>
            <a:pPr/>
            <a:r>
              <a:t>Infrastructure as Code (IaC) adoption</a:t>
            </a:r>
          </a:p>
          <a:p>
            <a:pPr/>
            <a:r>
              <a:t>Multi-AZ deployment standards</a:t>
            </a:r>
          </a:p>
          <a:p>
            <a:pPr/>
            <a:r>
              <a:t>Security-first architecture design</a:t>
            </a:r>
          </a:p>
          <a:p>
            <a:pPr/>
            <a:r>
              <a:t>Automated testing and validation</a:t>
            </a:r>
          </a:p>
          <a:p>
            <a:pPr/>
            <a:r>
              <a:t>Process Best Practices:</a:t>
            </a:r>
          </a:p>
          <a:p>
            <a:pPr/>
            <a:r>
              <a:t>Migration factory methodology</a:t>
            </a:r>
          </a:p>
          <a:p>
            <a:pPr/>
            <a:r>
              <a:t>Continuous monitoring and optimization</a:t>
            </a:r>
          </a:p>
          <a:p>
            <a:pPr/>
            <a:r>
              <a:t>Phased migration approach</a:t>
            </a:r>
          </a:p>
          <a:p>
            <a:pPr/>
            <a:r>
              <a:t>Comprehensive rollback procedures</a:t>
            </a:r>
          </a:p>
          <a:p>
            <a:pPr/>
            <a:r>
              <a:t>Organizational Best Practices:</a:t>
            </a:r>
          </a:p>
          <a:p>
            <a:pPr/>
            <a:r>
              <a:t>Cloud Center of Excellence</a:t>
            </a:r>
          </a:p>
          <a:p>
            <a:pPr/>
            <a:r>
              <a:t>Skills development program</a:t>
            </a:r>
          </a:p>
          <a:p>
            <a:pPr/>
            <a:r>
              <a:t>Cost optimization governance</a:t>
            </a:r>
          </a:p>
          <a:p>
            <a:pPr/>
            <a:r>
              <a:t>Security and compliance framework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Key Technical Learnings**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Service Selection:</a:t>
            </a:r>
          </a:p>
          <a:p>
            <a:pPr/>
            <a:r>
              <a:t>Right-sizing methodology</a:t>
            </a:r>
          </a:p>
          <a:p>
            <a:pPr/>
            <a:r>
              <a:t>Reserved instance optimization</a:t>
            </a:r>
          </a:p>
          <a:p>
            <a:pPr/>
            <a:r>
              <a:t>Service-specific migration patterns</a:t>
            </a:r>
          </a:p>
          <a:p>
            <a:pPr/>
            <a:r>
              <a:t>Network Architecture:</a:t>
            </a:r>
          </a:p>
          <a:p>
            <a:pPr/>
            <a:r>
              <a:t>Hybrid connectivity best practices</a:t>
            </a:r>
          </a:p>
          <a:p>
            <a:pPr/>
            <a:r>
              <a:t>Security group optimization</a:t>
            </a:r>
          </a:p>
          <a:p>
            <a:pPr/>
            <a:r>
              <a:t>DNS migration strategies</a:t>
            </a:r>
          </a:p>
          <a:p>
            <a:pPr/>
            <a:r>
              <a:t>Data Migration:</a:t>
            </a:r>
          </a:p>
          <a:p>
            <a:pPr/>
            <a:r>
              <a:t>Database migration service optimization</a:t>
            </a:r>
          </a:p>
          <a:p>
            <a:pPr/>
            <a:r>
              <a:t>Large dataset transfer techniques</a:t>
            </a:r>
          </a:p>
          <a:p>
            <a:pPr/>
            <a:r>
              <a:t>Real-time synchronization methods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Immediate Optimization Opportunities**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Cost Optimization:</a:t>
            </a:r>
          </a:p>
          <a:p>
            <a:pPr/>
            <a:r>
              <a:t>Reserved instance recommendations</a:t>
            </a:r>
          </a:p>
          <a:p>
            <a:pPr/>
            <a:r>
              <a:t>Right-sizing opportunities</a:t>
            </a:r>
          </a:p>
          <a:p>
            <a:pPr/>
            <a:r>
              <a:t>Unused resource cleanup</a:t>
            </a:r>
          </a:p>
          <a:p>
            <a:pPr/>
            <a:r>
              <a:t>Storage lifecycle optimization</a:t>
            </a:r>
          </a:p>
          <a:p>
            <a:pPr/>
            <a:r>
              <a:t>Performance Tuning:</a:t>
            </a:r>
          </a:p>
          <a:p>
            <a:pPr/>
            <a:r>
              <a:t>Application optimization recommendations</a:t>
            </a:r>
          </a:p>
          <a:p>
            <a:pPr/>
            <a:r>
              <a:t>Database performance tuning</a:t>
            </a:r>
          </a:p>
          <a:p>
            <a:pPr/>
            <a:r>
              <a:t>Network optimization opportunities</a:t>
            </a:r>
          </a:p>
          <a:p>
            <a:pPr/>
            <a:r>
              <a:t>Caching strategy implementation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Cloud Governance Framework**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Cost Management:</a:t>
            </a:r>
          </a:p>
          <a:p>
            <a:pPr/>
            <a:r>
              <a:t>AWS Cost Explorer setup</a:t>
            </a:r>
          </a:p>
          <a:p>
            <a:pPr/>
            <a:r>
              <a:t>Budget alerts and controls</a:t>
            </a:r>
          </a:p>
          <a:p>
            <a:pPr/>
            <a:r>
              <a:t>Resource tagging strategy</a:t>
            </a:r>
          </a:p>
          <a:p>
            <a:pPr/>
            <a:r>
              <a:t>Cost allocation methodology</a:t>
            </a:r>
          </a:p>
          <a:p>
            <a:pPr/>
            <a:r>
              <a:t>Security Operations:</a:t>
            </a:r>
          </a:p>
          <a:p>
            <a:pPr/>
            <a:r>
              <a:t>AWS Security Hub implementation</a:t>
            </a:r>
          </a:p>
          <a:p>
            <a:pPr/>
            <a:r>
              <a:t>CloudTrail log management</a:t>
            </a:r>
          </a:p>
          <a:p>
            <a:pPr/>
            <a:r>
              <a:t>GuardDuty threat detection</a:t>
            </a:r>
          </a:p>
          <a:p>
            <a:pPr/>
            <a:r>
              <a:t>Regular security assessments</a:t>
            </a:r>
          </a:p>
          <a:p>
            <a:pPr/>
            <a:r>
              <a:t>Operational Excellence:</a:t>
            </a:r>
          </a:p>
          <a:p>
            <a:pPr/>
            <a:r>
              <a:t>CloudWatch monitoring enhancement</a:t>
            </a:r>
          </a:p>
          <a:p>
            <a:pPr/>
            <a:r>
              <a:t>Automated remediation</a:t>
            </a:r>
          </a:p>
          <a:p>
            <a:pPr/>
            <a:r>
              <a:t>Change management processes</a:t>
            </a:r>
          </a:p>
          <a:p>
            <a:pPr/>
            <a:r>
              <a:t>Incident response procedures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Future Cloud Evolution**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Continuous Improvement Plan**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Monthly Reviews:</a:t>
            </a:r>
          </a:p>
          <a:p>
            <a:pPr/>
            <a:r>
              <a:t>Cost optimization assessment</a:t>
            </a:r>
          </a:p>
          <a:p>
            <a:pPr/>
            <a:r>
              <a:t>Performance monitoring review</a:t>
            </a:r>
          </a:p>
          <a:p>
            <a:pPr/>
            <a:r>
              <a:t>Security posture evaluation</a:t>
            </a:r>
          </a:p>
          <a:p>
            <a:pPr/>
            <a:r>
              <a:t>User feedback incorporation</a:t>
            </a:r>
          </a:p>
          <a:p>
            <a:pPr/>
            <a:r>
              <a:t>Quarterly Initiatives:</a:t>
            </a:r>
          </a:p>
          <a:p>
            <a:pPr/>
            <a:r>
              <a:t>Service optimization projects</a:t>
            </a:r>
          </a:p>
          <a:p>
            <a:pPr/>
            <a:r>
              <a:t>New AWS service evaluation</a:t>
            </a:r>
          </a:p>
          <a:p>
            <a:pPr/>
            <a:r>
              <a:t>Skills development programs</a:t>
            </a:r>
          </a:p>
          <a:p>
            <a:pPr/>
            <a:r>
              <a:t>Architecture evolution planning</a:t>
            </a:r>
          </a:p>
          <a:p>
            <a:pPr/>
            <a:r>
              <a:t>Annual Planning:</a:t>
            </a:r>
          </a:p>
          <a:p>
            <a:pPr/>
            <a:r>
              <a:t>Cloud strategy alignment</a:t>
            </a:r>
          </a:p>
          <a:p>
            <a:pPr/>
            <a:r>
              <a:t>Technology roadmap updates</a:t>
            </a:r>
          </a:p>
          <a:p>
            <a:pPr/>
            <a:r>
              <a:t>Budget planning and optimization</a:t>
            </a:r>
          </a:p>
          <a:p>
            <a:pPr/>
            <a:r>
              <a:t>Compliance and audit preparation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28: Migration Core Team**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Migration Project Manager: [Name and leadership contributions]</a:t>
            </a:r>
          </a:p>
          <a:p>
            <a:pPr/>
            <a:r>
              <a:t>Cloud Architect: [Name and architecture expertise]</a:t>
            </a:r>
          </a:p>
          <a:p>
            <a:pPr/>
            <a:r>
              <a:t>Migration Engineers: [Names and technical execution]</a:t>
            </a:r>
          </a:p>
          <a:p>
            <a:pPr/>
            <a:r>
              <a:t>Security Specialist: [Name and security implementation]</a:t>
            </a:r>
          </a:p>
          <a:p>
            <a:pPr/>
            <a:r>
              <a:t>Network Engineer: [Name and connectivity setup]</a:t>
            </a:r>
          </a:p>
          <a:p>
            <a:pPr/>
            <a:r>
              <a:t>Data Engineer: [Name and data migration expertise]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29: Extended Team and Stakeholders**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Business Stakeholders: [Key sponsors and decision makers]</a:t>
            </a:r>
          </a:p>
          <a:p>
            <a:pPr/>
            <a:r>
              <a:t>Application Owners: [Business application expertise]</a:t>
            </a:r>
          </a:p>
          <a:p>
            <a:pPr/>
            <a:r>
              <a:t>Infrastructure Team: [On-premise system knowledge]</a:t>
            </a:r>
          </a:p>
          <a:p>
            <a:pPr/>
            <a:r>
              <a:t>AWS Support Team: [Technical assistance and guidance]</a:t>
            </a:r>
          </a:p>
          <a:p>
            <a:pPr/>
            <a:r>
              <a:t>Vendor Partners: [Third-party tool and service providers]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30: Migration Success Factors**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Technical Excellence: [Deep AWS expertise and best practices]</a:t>
            </a:r>
          </a:p>
          <a:p>
            <a:pPr/>
            <a:r>
              <a:t>Project Management: [Effective coordination and execution]</a:t>
            </a:r>
          </a:p>
          <a:p>
            <a:pPr/>
            <a:r>
              <a:t>Collaboration: [Cross-functional teamwork and communication]</a:t>
            </a:r>
          </a:p>
          <a:p>
            <a:pPr/>
            <a:r>
              <a:t>Innovation: [Creative problem solving and optimization]</a:t>
            </a:r>
          </a:p>
          <a:p>
            <a:pPr/>
            <a:r>
              <a:t>Customer Focus: [Business value and user experience priority]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31: Migration Success Declaration**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Objectives Achieved: [100% application migration success]</a:t>
            </a:r>
          </a:p>
          <a:p>
            <a:pPr/>
            <a:r>
              <a:t>Value Delivered: [Quantified cost savings and benefits]</a:t>
            </a:r>
          </a:p>
          <a:p>
            <a:pPr/>
            <a:r>
              <a:t>Quality Standards: [Zero data loss, security compliance]</a:t>
            </a:r>
          </a:p>
          <a:p>
            <a:pPr/>
            <a:r>
              <a:t>Stakeholder Satisfaction: [User feedback and adoption scores]</a:t>
            </a:r>
          </a:p>
          <a:p>
            <a:pPr/>
            <a:r>
              <a:t>Timeline Performance: [On-time delivery achievement]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32: Cloud Operations Transition**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Knowledge Transfer Complete: [Operations team enablement]</a:t>
            </a:r>
          </a:p>
          <a:p>
            <a:pPr/>
            <a:r>
              <a:t>Documentation Delivered: [Comprehensive runbooks and procedures]</a:t>
            </a:r>
          </a:p>
          <a:p>
            <a:pPr/>
            <a:r>
              <a:t>Support Model Established: [24/7 cloud operations support]</a:t>
            </a:r>
          </a:p>
          <a:p>
            <a:pPr/>
            <a:r>
              <a:t>Monitoring Operational: [Proactive monitoring and alerting]</a:t>
            </a:r>
          </a:p>
          <a:p>
            <a:pPr/>
            <a:r>
              <a:t>Change Process Active: [Cloud change management procedures]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33: Thank You and Q&amp;A**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Executive Appreciation: [Thank leadership and stakeholders]</a:t>
            </a:r>
          </a:p>
          <a:p>
            <a:pPr/>
            <a:r>
              <a:t>Team Recognition: [Acknowledge all contributors]</a:t>
            </a:r>
          </a:p>
          <a:p>
            <a:pPr/>
            <a:r>
              <a:t>AWS Partnership: [Acknowledge AWS support and guidance]</a:t>
            </a:r>
          </a:p>
          <a:p>
            <a:pPr/>
            <a:r>
              <a:t>Contact Information: [Future cloud operations contacts]</a:t>
            </a:r>
          </a:p>
          <a:p>
            <a:pPr/>
            <a:r>
              <a:t>Q&amp;A Session: [Questions and technical discussions]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 ] Gather all migration metrics and performance data</a:t>
            </a:r>
          </a:p>
          <a:p>
            <a:pPr/>
            <a:r>
              <a:t>[ ] Collect AWS cost optimization recommendations</a:t>
            </a:r>
          </a:p>
          <a:p>
            <a:pPr/>
            <a:r>
              <a:t>[ ] Prepare cloud architecture diagrams and visuals</a:t>
            </a:r>
          </a:p>
          <a:p>
            <a:pPr/>
            <a:r>
              <a:t>[ ] Calculate financial benefits and ROI analysis</a:t>
            </a:r>
          </a:p>
          <a:p>
            <a:pPr/>
            <a:r>
              <a:t>[ ] Document lessons learned and best practices</a:t>
            </a:r>
          </a:p>
          <a:p>
            <a:pPr/>
            <a:r>
              <a:t>[ ] Prepare for technical questions and discussions</a:t>
            </a:r>
          </a:p>
          <a:p>
            <a:pPr/>
            <a:r>
              <a:t>[ ] Coordinate with AWS support for reference materials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**Migration-Specific Best Practices**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Executive Focus: Lead with business value and cost benefits</a:t>
            </a:r>
          </a:p>
          <a:p>
            <a:pPr/>
            <a:r>
              <a:t>Technical Depth: Include architecture decisions and optimizations</a:t>
            </a:r>
          </a:p>
          <a:p>
            <a:pPr/>
            <a:r>
              <a:t>Visual Evidence: Show before/after comparisons and metrics</a:t>
            </a:r>
          </a:p>
          <a:p>
            <a:pPr/>
            <a:r>
              <a:t>Risk Management: Address security and compliance achievements</a:t>
            </a:r>
          </a:p>
          <a:p>
            <a:pPr/>
            <a:r>
              <a:t>Future Roadmap: Present cloud evolution opportunities</a:t>
            </a:r>
          </a:p>
          <a:p>
            <a:pPr/>
            <a:r>
              <a:t>Operations Focus: Emphasize ongoing cloud management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Live Demonstrations: Show AWS console and monitoring dashboards</a:t>
            </a:r>
          </a:p>
          <a:p>
            <a:pPr/>
            <a:r>
              <a:t>Success Metrics: Present real performance and cost data</a:t>
            </a:r>
          </a:p>
          <a:p>
            <a:pPr/>
            <a:r>
              <a:t>Interactive Elements: Include Q&amp;A and technical discussions</a:t>
            </a:r>
          </a:p>
          <a:p>
            <a:pPr/>
            <a:r>
              <a:t>Recognition: Acknowledge all migration team contributions</a:t>
            </a:r>
          </a:p>
          <a:p>
            <a:pPr/>
            <a:r>
              <a:t>Next Steps: Define clear cloud operations responsibilities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Detailed Migration Metrics**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Application migration success rates</a:t>
            </a:r>
          </a:p>
          <a:p>
            <a:pPr/>
            <a:r>
              <a:t>Data transfer volumes and validation results</a:t>
            </a:r>
          </a:p>
          <a:p>
            <a:pPr/>
            <a:r>
              <a:t>Performance before/after comparisons</a:t>
            </a:r>
          </a:p>
          <a:p>
            <a:pPr/>
            <a:r>
              <a:t>AWS service utilization and optimization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Cloud Operations Runbooks**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Daily operational procedures</a:t>
            </a:r>
          </a:p>
          <a:p>
            <a:pPr/>
            <a:r>
              <a:t>Incident response processes</a:t>
            </a:r>
          </a:p>
          <a:p>
            <a:pPr/>
            <a:r>
              <a:t>Cost optimization procedures</a:t>
            </a:r>
          </a:p>
          <a:p>
            <a:pPr/>
            <a:r>
              <a:t>Security monitoring and response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AWS Cost Analysis**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Monthly cost breakdowns by service</a:t>
            </a:r>
          </a:p>
          <a:p>
            <a:pPr/>
            <a:r>
              <a:t>Reserved instance recommendations</a:t>
            </a:r>
          </a:p>
          <a:p>
            <a:pPr/>
            <a:r>
              <a:t>Right-sizing opportunities</a:t>
            </a:r>
          </a:p>
          <a:p>
            <a:pPr/>
            <a:r>
              <a:t>Cost optimization roadmap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Cloud Evolution Roadmap**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Next-phase modernization opportunities</a:t>
            </a:r>
          </a:p>
          <a:p>
            <a:pPr/>
            <a:r>
              <a:t>New AWS service adoption plan</a:t>
            </a:r>
          </a:p>
          <a:p>
            <a:pPr/>
            <a:r>
              <a:t>Skills development requirements</a:t>
            </a:r>
          </a:p>
          <a:p>
            <a:pPr/>
            <a:r>
              <a:t>Strategic cloud initiatives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