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Migration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[Any variances]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Databases Migrated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[Number delivered]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method used]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 Transferred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[TB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[TB transferred]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[Zero data loss achieved]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AWS Services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[Services planned]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[Services deployed]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[Architecture optimized]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9: Migration Waves Executed**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822"/>
                <a:gridCol w="1451822"/>
                <a:gridCol w="1451822"/>
                <a:gridCol w="1451822"/>
                <a:gridCol w="1451822"/>
                <a:gridCol w="1451822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Wave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Applications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Migration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Duration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Wave 1 (Pilot)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[Lift-and-shift/Re-platform]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[Minimal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Wave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method]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[Business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Wave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[App list]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[Migration method]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[Duration]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[Business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11: AWS Services Deployed**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Service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AWS Services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Compute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EC2, Lambda, ECS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hosting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[Instance types, auto-scaling]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RDS, DynamoDB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[Multi-AZ, encryption]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S3, EBS, EFS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[Storage classes, lifecycle]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VPC, CloudFront, Route 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and CDN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[Security groups, NACLs]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IAM, KMS, WAF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controls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[Least privilege, encryption]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CloudWatch, X-Ray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Observability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[Dashboards, alerts]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15: Financial Benefits Achieved**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Annual 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Realization 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Infrastructure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[On-premise vs. cloud costs]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[Immediate]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Operational Cost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[Staff and maintenance savings]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[6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Licensing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[Software license consolidation]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[Immediate]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Productivity Gains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[Target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[Actual $]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[Efficiency improvements]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[3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Latency Issues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[Performance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[Direct Connect implementation]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[Early connectivity planning]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Legacy Application Dependencies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[Migration complexity]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[Phased approach with bridges]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[Deeper dependency analysis]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Migration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[Timeline impact]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[Enhanced validation procedures]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[Improved tooling and testing]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Change Management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[User adoption]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[Enhanced training and communication]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[Early engagement strategy]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26: Future Cloud Evolution**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Initiative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Multi-Region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[Global resilience]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[6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Container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[Modernization]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[12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Serverless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[Cost optimization]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[Low]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[3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[High]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Service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[Innovation]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[9 months]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[Medium]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