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244" y="685799"/>
            <a:ext cx="1613537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</a:t>
            </a:r>
            <a:r>
              <a:t> *(Months 1-2)*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</a:t>
            </a:r>
            <a:r>
              <a:t> *(Months 3-6)*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</a:t>
            </a:r>
            <a:r>
              <a:t> *(Months 7-9)*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Certified migration specialists and AWS-authorized instructors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and migration specialist support</a:t>
            </a:r>
          </a:p>
          <a:p>
            <a:pPr lvl="1"/>
            <a:r>
              <a:t>Best practices from 150+ migrations avoid common pitfalls</a:t>
            </a:r>
          </a:p>
          <a:p>
            <a:pPr lvl="1"/>
            <a:r>
              <a:t>Comprehensive training for cloud operations team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$200,532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$251,096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SOLUTION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$739,532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$790,096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discovery and migration planning by [specific date]</a:t>
            </a:r>
          </a:p>
          <a:p>
            <a:pPr/>
            <a:r>
              <a:t>Kickoff: Discovery phase start date [30 days from approval]</a:t>
            </a:r>
          </a:p>
          <a:p>
            <a:pPr/>
            <a:r>
              <a:t>Team Formation: Application owners, infrastructure team, migration project manager</a:t>
            </a:r>
          </a:p>
          <a:p>
            <a:pPr/>
            <a:r>
              <a:t>Week 1: Contract finalization and AWS account setup</a:t>
            </a:r>
          </a:p>
          <a:p>
            <a:pPr/>
            <a:r>
              <a:t>Week 2: Application Discovery Service deployment and data collection</a:t>
            </a:r>
          </a:p>
          <a:p>
            <a:pPr/>
            <a:r>
              <a:t>Week 3: Dependency mapping and migration complexity assessment</a:t>
            </a:r>
          </a:p>
          <a:p>
            <a:pPr/>
            <a:r>
              <a:t>Week 4: Migration wave planning and AWS landing zone 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