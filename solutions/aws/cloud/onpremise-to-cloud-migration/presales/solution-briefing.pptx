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Cloud Migration - On-Premise to Cloud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21,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data center costs and redirect capital to business innovation and growth</a:t>
            </a:r>
          </a:p>
          <a:p>
            <a:pPr lvl="1"/>
            <a:r>
              <a:t>Achieve operational agility with cloud-native scalability and global infrastructure</a:t>
            </a:r>
          </a:p>
          <a:p>
            <a:pPr lvl="1"/>
            <a:r>
              <a:t>Modernize legacy applications while reducing technical debt and maintenance burden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Complete migration of production workloads within 6-9 months with zero data loss</a:t>
            </a:r>
          </a:p>
          <a:p>
            <a:pPr lvl="1"/>
            <a:r>
              <a:t>Achieve 30-40% infrastructure cost reduction through right-sizing and optimization</a:t>
            </a:r>
          </a:p>
          <a:p>
            <a:pPr lvl="1"/>
            <a:r>
              <a:t>Establish AWS landing zone foundation for future cloud-native development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Workloads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VMs/applications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Migration Strategy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Rehost (lift-and-shift)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EC2 RDS S3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Source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VMware vSphere on-premises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VPC Security Groups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Direct 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application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Migration Window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Weekend maintenance windows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(admin operator user)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Match on-premises baseline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Data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databases (MySQL PostgreSQL)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Target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Approach</a:t>
            </a:r>
          </a:p>
          <a:p>
            <a:pPr lvl="1"/>
            <a:r>
              <a:t>Discovery with Application Discovery Service maps dependencies and complexity</a:t>
            </a:r>
          </a:p>
          <a:p>
            <a:pPr lvl="1"/>
            <a:r>
              <a:t>Migration tools: DMS for databases, SMS for servers, DataSync for data transfer</a:t>
            </a:r>
          </a:p>
          <a:p>
            <a:pPr lvl="1"/>
            <a:r>
              <a:t>Migration Hub provides centralized tracking across all migration waves</a:t>
            </a:r>
          </a:p>
          <a:p>
            <a:pPr/>
            <a:r>
              <a:rPr b="1"/>
              <a:t>AWS Landing Zone</a:t>
            </a:r>
          </a:p>
          <a:p>
            <a:pPr lvl="1"/>
            <a:r>
              <a:t>Multi-account structure with Control Tower and Organizations for governance</a:t>
            </a:r>
          </a:p>
          <a:p>
            <a:pPr lvl="1"/>
            <a:r>
              <a:t>Production infrastructure: Auto Scaling EC2, RDS, S3, CloudFront, VPC networking</a:t>
            </a:r>
          </a:p>
          <a:p>
            <a:pPr lvl="1"/>
            <a:r>
              <a:t>Site-to-Site VPN enables secure hybrid connectivity during phased migration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Assessment (Months 1-2)</a:t>
            </a:r>
          </a:p>
          <a:p>
            <a:pPr lvl="1"/>
            <a:r>
              <a:t>Application discovery and dependency mapping with AWS tools</a:t>
            </a:r>
          </a:p>
          <a:p>
            <a:pPr lvl="1"/>
            <a:r>
              <a:t>Migration readiness assessment and wave planning (lift-shift vs replatform)</a:t>
            </a:r>
          </a:p>
          <a:p>
            <a:pPr lvl="1"/>
            <a:r>
              <a:t>AWS landing zone design and account structure setup</a:t>
            </a:r>
          </a:p>
          <a:p>
            <a:pPr/>
            <a:r>
              <a:rPr b="1"/>
              <a:t>Phase 2: Migration Execution (Months 3-6)</a:t>
            </a:r>
          </a:p>
          <a:p>
            <a:pPr lvl="1"/>
            <a:r>
              <a:t>Wave 1: Non-critical applications for validation and learning</a:t>
            </a:r>
          </a:p>
          <a:p>
            <a:pPr lvl="1"/>
            <a:r>
              <a:t>Wave 2: Business-critical applications with tested migration patterns</a:t>
            </a:r>
          </a:p>
          <a:p>
            <a:pPr lvl="1"/>
            <a:r>
              <a:t>Wave 3: Complex/legacy applications requiring refactoring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Right-sizing based on CloudWatch metrics and usage patterns</a:t>
            </a:r>
          </a:p>
          <a:p>
            <a:pPr lvl="1"/>
            <a:r>
              <a:t>Cost optimization through Reserved Instances and Savings Plans</a:t>
            </a:r>
          </a:p>
          <a:p>
            <a:pPr lvl="1"/>
            <a:r>
              <a:t>Security hardening and compliance validation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inventory completed, Migration waves defined, AWS landing zone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Execution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Wave 1-3 migrated to AWS, Applications validated in cloud, Hybrid connectivity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Closure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right-sized, Costs optimized, On-premises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Company</a:t>
            </a:r>
          </a:p>
          <a:p>
            <a:pPr lvl="1"/>
            <a:r>
              <a:rPr b="1"/>
              <a:t>Client:</a:t>
            </a:r>
            <a:r>
              <a:t> Mid-market manufacturer with 5,000 employees across 12 global facilities</a:t>
            </a:r>
          </a:p>
          <a:p>
            <a:pPr lvl="1"/>
            <a:r>
              <a:rPr b="1"/>
              <a:t>Challenge:</a:t>
            </a:r>
            <a:r>
              <a:t> Aging data centers requiring $3M upgrade, 72-hour lead time for new environments</a:t>
            </a:r>
          </a:p>
          <a:p>
            <a:pPr lvl="1"/>
            <a:r>
              <a:rPr b="1"/>
              <a:t>Solution:</a:t>
            </a:r>
            <a:r>
              <a:t> AWS migration of 150 servers, 20 databases, and 50TB data using DMS/SMS/DataSync</a:t>
            </a:r>
          </a:p>
          <a:p>
            <a:pPr lvl="1"/>
            <a:r>
              <a:rPr b="1"/>
              <a:t>Results:</a:t>
            </a:r>
            <a:r>
              <a:t> 42% cost reduction ($1.8M annual savings), 95% faster provisioning, zero downtime, DC terminated</a:t>
            </a:r>
          </a:p>
          <a:p>
            <a:pPr lvl="1"/>
            <a:r>
              <a:rPr b="1"/>
              <a:t>Testimonial:</a:t>
            </a:r>
            <a:r>
              <a:t> "The migration delivered beyond cost savings - we've fundamentally changed how we operate. New capabilities that took months now take hours, enabling business agility we never had before." — </a:t>
            </a:r>
            <a:r>
              <a:rPr b="1"/>
              <a:t>Jennifer Wu, CIO</a:t>
            </a:r>
            <a:r>
              <a:t>, GlobalManufacture Corp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AWS migrations with 100% success rate</a:t>
            </a:r>
          </a:p>
          <a:p>
            <a:pPr lvl="1"/>
            <a:r>
              <a:t>150+ successful migrations totaling 10,000+ servers to AWS</a:t>
            </a:r>
          </a:p>
          <a:p>
            <a:pPr lvl="1"/>
            <a:r>
              <a:t>AWS Migration Competency and Premier Consulting Partner status</a:t>
            </a:r>
          </a:p>
          <a:p>
            <a:pPr lvl="1"/>
            <a:r>
              <a:t>Pre-built migration accelerators and automation 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migration methodology reduces risk and accelerates timeline</a:t>
            </a:r>
          </a:p>
          <a:p>
            <a:pPr lvl="1"/>
            <a:r>
              <a:t>AWS Migration credits (10-25% of spend) offset migration costs</a:t>
            </a:r>
          </a:p>
          <a:p>
            <a:pPr lvl="1"/>
            <a:r>
              <a:t>Direct AWS TAM support and best practices from 150+ migrations</a:t>
            </a:r>
          </a:p>
          <a:p>
            <a:pPr lvl="1"/>
            <a:r>
              <a:t>Comprehensive training for cloud operations team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$10,572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($3,317)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$7,255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$28,199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$4,386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$140,316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($25,317)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$114,999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$145,131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discovery and migration planning by [specific date]</a:t>
            </a:r>
          </a:p>
          <a:p>
            <a:pPr/>
            <a:r>
              <a:rPr b="1"/>
              <a:t>Kickoff:</a:t>
            </a:r>
            <a:r>
              <a:t> Discovery phase start date [30 days from approval]</a:t>
            </a:r>
          </a:p>
          <a:p>
            <a:pPr/>
            <a:r>
              <a:rPr b="1"/>
              <a:t>Team Formation:</a:t>
            </a:r>
            <a:r>
              <a:t> Application owners, infrastructure team, migration project manager</a:t>
            </a:r>
          </a:p>
          <a:p>
            <a:pPr/>
            <a:r>
              <a:rPr b="1"/>
              <a:t>AWS Setup:</a:t>
            </a:r>
            <a:r>
              <a:t> Account creation, landing zone provisioning, and network connectivity</a:t>
            </a:r>
          </a:p>
          <a:p>
            <a:pPr/>
            <a:r>
              <a:rPr b="1"/>
              <a:t>Discovery Tools:</a:t>
            </a:r>
            <a:r>
              <a:t> Deploy AWS Application Discovery Service for workload assessment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