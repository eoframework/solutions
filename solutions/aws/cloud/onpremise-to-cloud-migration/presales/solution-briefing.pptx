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Workloads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VMs/applications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Migration Strategy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Rehost (lift-and-shift)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 RDS S3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Source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 on-premises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 Security Groups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Direct 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application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Migration Window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Weekend maintenance windows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(admin operator user)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Match on-premises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Data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databases (MySQL PostgreSQL)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Target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support and best practices from 150+ migrations</a:t>
            </a:r>
          </a:p>
          <a:p>
            <a:pPr lvl="1"/>
            <a:r>
              <a:t>Comprehensive training for cloud operations team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$10,572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($3,317)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$7,255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$28,199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$4,386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$15,166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($3,317)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$11,849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$41,981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discovery and migration planning by [specific date]</a:t>
            </a:r>
          </a:p>
          <a:p>
            <a:pPr/>
            <a:r>
              <a:rPr b="1"/>
              <a:t>Kickoff:</a:t>
            </a:r>
            <a:r>
              <a:t> Discovery phase start date [30 days from approval]</a:t>
            </a:r>
          </a:p>
          <a:p>
            <a:pPr/>
            <a:r>
              <a:rPr b="1"/>
              <a:t>Team Formation:</a:t>
            </a:r>
            <a:r>
              <a:t> Application owners, infrastructure team, migration project manager</a:t>
            </a:r>
          </a:p>
          <a:p>
            <a:pPr/>
            <a:r>
              <a:rPr b="1"/>
              <a:t>AWS Setup:</a:t>
            </a:r>
            <a:r>
              <a:t> Account creation, landing zone provisioning, and network connectivity</a:t>
            </a:r>
          </a:p>
          <a:p>
            <a:pPr/>
            <a:r>
              <a:rPr b="1"/>
              <a:t>Discovery Tools:</a:t>
            </a:r>
            <a:r>
              <a:t> Deploy AWS Application Discovery Service for workload assessment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Cloud Migration - On-Premise to Cloud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