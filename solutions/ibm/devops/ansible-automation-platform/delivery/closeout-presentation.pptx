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Objectives Achievement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Automation Platform Deployment</a:t>
            </a:r>
            <a:r>
              <a:t>: Deployed enterprise Ansible Automation Platform with 99.9% uptime</a:t>
            </a:r>
          </a:p>
          <a:p>
            <a:pPr/>
            <a:r>
              <a:rPr b="1"/>
              <a:t>Infrastructure Automation</a:t>
            </a:r>
            <a:r>
              <a:t>: Achieved 92% automation coverage across 1,200+ managed nodes</a:t>
            </a:r>
          </a:p>
          <a:p>
            <a:pPr/>
            <a:r>
              <a:rPr b="1"/>
              <a:t>Configuration Management</a:t>
            </a:r>
            <a:r>
              <a:t>: Implemented consistent configuration management for all environments</a:t>
            </a:r>
          </a:p>
          <a:p>
            <a:pPr/>
            <a:r>
              <a:rPr b="1"/>
              <a:t>Workflow Orchestration</a:t>
            </a:r>
            <a:r>
              <a:t>: Enabled complex workflow automation with job templates and surveys</a:t>
            </a:r>
          </a:p>
          <a:p>
            <a:pPr/>
            <a:r>
              <a:rPr b="1"/>
              <a:t>Compliance Automation</a:t>
            </a:r>
            <a:r>
              <a:t>: Delivered automated compliance checking and remediation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Core Ansible Automation Platform Components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Automation Controller</a:t>
            </a:r>
            <a:r>
              <a:t>: Centralized automation execution and management platform</a:t>
            </a:r>
          </a:p>
          <a:p>
            <a:pPr/>
            <a:r>
              <a:rPr b="1"/>
              <a:t>Automation Hub</a:t>
            </a:r>
            <a:r>
              <a:t>: Private automation content hub with certified collections</a:t>
            </a:r>
          </a:p>
          <a:p>
            <a:pPr/>
            <a:r>
              <a:rPr b="1"/>
              <a:t>Event-Driven Ansible</a:t>
            </a:r>
            <a:r>
              <a:t>: Automated response to infrastructure events and alerts</a:t>
            </a:r>
          </a:p>
          <a:p>
            <a:pPr/>
            <a:r>
              <a:rPr b="1"/>
              <a:t>Automation Mesh</a:t>
            </a:r>
            <a:r>
              <a:t>: Scalable execution environment for distributed automation</a:t>
            </a:r>
          </a:p>
          <a:p>
            <a:pPr/>
            <a:r>
              <a:rPr b="1"/>
              <a:t>Automation Analytics</a:t>
            </a:r>
            <a:r>
              <a:t>: Performance analytics and automation insights</a:t>
            </a:r>
          </a:p>
          <a:p>
            <a:pPr/>
            <a:r>
              <a:rPr b="1"/>
              <a:t>Content Collections</a:t>
            </a:r>
            <a:r>
              <a:t>: Reusable automation content and playbooks</a:t>
            </a:r>
          </a:p>
          <a:p>
            <a:pPr/>
            <a:r>
              <a:rPr b="1"/>
              <a:t>Execution Environments</a:t>
            </a:r>
            <a:r>
              <a:t>: Containerized automation execution environments</a:t>
            </a:r>
          </a:p>
          <a:p>
            <a:pPr/>
            <a:r>
              <a:rPr b="1"/>
              <a:t>Workflow Templates</a:t>
            </a:r>
            <a:r>
              <a:t>: Complex multi-job workflow orchestration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Enterprise Integration Capabilities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Red Hat Satellite</a:t>
            </a:r>
            <a:r>
              <a:t>: Automated OS patching and configuration management</a:t>
            </a:r>
          </a:p>
          <a:p>
            <a:pPr/>
            <a:r>
              <a:rPr b="1"/>
              <a:t>ServiceNow Integration</a:t>
            </a:r>
            <a:r>
              <a:t>: ITSM workflow integration and change management</a:t>
            </a:r>
          </a:p>
          <a:p>
            <a:pPr/>
            <a:r>
              <a:rPr b="1"/>
              <a:t>GitLab Integration</a:t>
            </a:r>
            <a:r>
              <a:t>: Source control integration with automation as code</a:t>
            </a:r>
          </a:p>
          <a:p>
            <a:pPr/>
            <a:r>
              <a:rPr b="1"/>
              <a:t>Monitoring Integration</a:t>
            </a:r>
            <a:r>
              <a:t>: Integration with Prometheus, Grafana, and Splunk</a:t>
            </a:r>
          </a:p>
          <a:p>
            <a:pPr/>
            <a:r>
              <a:rPr b="1"/>
              <a:t>Cloud Platform Integration</a:t>
            </a:r>
            <a:r>
              <a:t>: AWS, Azure, Google Cloud, and VMware automation</a:t>
            </a:r>
          </a:p>
          <a:p>
            <a:pPr/>
            <a:r>
              <a:rPr b="1"/>
              <a:t>Network Automation</a:t>
            </a:r>
            <a:r>
              <a:t>: Cisco, Juniper, and Arista network device automation</a:t>
            </a:r>
          </a:p>
          <a:p>
            <a:pPr/>
            <a:r>
              <a:rPr b="1"/>
              <a:t>Security Integration</a:t>
            </a:r>
            <a:r>
              <a:t>: CyberArk, HashiCorp Vault, and security tool automation</a:t>
            </a:r>
          </a:p>
          <a:p>
            <a:pPr/>
            <a:r>
              <a:rPr b="1"/>
              <a:t>Database Automation</a:t>
            </a:r>
            <a:r>
              <a:t>: Oracle, SQL Server, and PostgreSQL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Quantified ROI Analysis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Impact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Scalability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Managed Infrastructure</a:t>
            </a:r>
            <a:r>
              <a:t>: 1,200+ nodes across 15 data centers and cloud regions</a:t>
            </a:r>
          </a:p>
          <a:p>
            <a:pPr/>
            <a:r>
              <a:rPr b="1"/>
              <a:t>Automation Jobs</a:t>
            </a:r>
            <a:r>
              <a:t>: 50,000+ automated jobs executed monthly</a:t>
            </a:r>
          </a:p>
          <a:p>
            <a:pPr/>
            <a:r>
              <a:rPr b="1"/>
              <a:t>Playbook Library</a:t>
            </a:r>
            <a:r>
              <a:t>: 450+ reusable playbooks and automation templates</a:t>
            </a:r>
          </a:p>
          <a:p>
            <a:pPr/>
            <a:r>
              <a:rPr b="1"/>
              <a:t>Team Scale</a:t>
            </a:r>
            <a:r>
              <a:t>: Supporting 85+ infrastructure and operations personnel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Infrastructure as Code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Declarative Automation</a:t>
            </a:r>
            <a:r>
              <a:t>: Infrastructure defined as code with version control</a:t>
            </a:r>
          </a:p>
          <a:p>
            <a:pPr/>
            <a:r>
              <a:rPr b="1"/>
              <a:t>Idempotent Operations</a:t>
            </a:r>
            <a:r>
              <a:t>: Consistent results regardless of execution frequency</a:t>
            </a:r>
          </a:p>
          <a:p>
            <a:pPr/>
            <a:r>
              <a:rPr b="1"/>
              <a:t>Modular Design</a:t>
            </a:r>
            <a:r>
              <a:t>: Reusable roles and collections for efficient automation development</a:t>
            </a:r>
          </a:p>
          <a:p>
            <a:pPr/>
            <a:r>
              <a:rPr b="1"/>
              <a:t>Testing Framework</a:t>
            </a:r>
            <a:r>
              <a:t>: Automated testing of infrastructure code with Molecule</a:t>
            </a:r>
          </a:p>
          <a:p>
            <a:pPr/>
            <a:r>
              <a:rPr b="1"/>
              <a:t>GitOps Integration</a:t>
            </a:r>
            <a:r>
              <a:t>: Git-based workflow for infrastructure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Automation Capabilities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Event-Driven Automation</a:t>
            </a:r>
            <a:r>
              <a:t>: Automated response to infrastructure events and alerts</a:t>
            </a:r>
          </a:p>
          <a:p>
            <a:pPr/>
            <a:r>
              <a:rPr b="1"/>
              <a:t>Survey-Based Automation</a:t>
            </a:r>
            <a:r>
              <a:t>: Self-service automation with dynamic input collection</a:t>
            </a:r>
          </a:p>
          <a:p>
            <a:pPr/>
            <a:r>
              <a:rPr b="1"/>
              <a:t>Workflow Orchestration</a:t>
            </a:r>
            <a:r>
              <a:t>: Complex multi-step automation workflows</a:t>
            </a:r>
          </a:p>
          <a:p>
            <a:pPr/>
            <a:r>
              <a:rPr b="1"/>
              <a:t>Conditional Logic</a:t>
            </a:r>
            <a:r>
              <a:t>: Advanced conditional execution and error handling</a:t>
            </a:r>
          </a:p>
          <a:p>
            <a:pPr/>
            <a:r>
              <a:rPr b="1"/>
              <a:t>Parallel Execution</a:t>
            </a:r>
            <a:r>
              <a:t>: Concurrent automation across multiple targets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Enterprise Security Integration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Credential Management</a:t>
            </a:r>
            <a:r>
              <a:t>: Secure credential storage and rotation</a:t>
            </a:r>
          </a:p>
          <a:p>
            <a:pPr/>
            <a:r>
              <a:rPr b="1"/>
              <a:t>Role-Based Access Control</a:t>
            </a:r>
            <a:r>
              <a:t>: Granular access controls with team-based permissions</a:t>
            </a:r>
          </a:p>
          <a:p>
            <a:pPr/>
            <a:r>
              <a:rPr b="1"/>
              <a:t>Audit Logging</a:t>
            </a:r>
            <a:r>
              <a:t>: Comprehensive audit trails for all automation activities</a:t>
            </a:r>
          </a:p>
          <a:p>
            <a:pPr/>
            <a:r>
              <a:rPr b="1"/>
              <a:t>Encrypted Communication</a:t>
            </a:r>
            <a:r>
              <a:t>: Secure communication with managed nodes</a:t>
            </a:r>
          </a:p>
          <a:p>
            <a:pPr/>
            <a:r>
              <a:rPr b="1"/>
              <a:t>Secret Management</a:t>
            </a:r>
            <a:r>
              <a:t>: Integration with enterprise secret management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Delivery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Timeline Achievement</a:t>
            </a:r>
            <a:r>
              <a:t>: Delivered 1 week ahead of original 16-week schedule</a:t>
            </a:r>
          </a:p>
          <a:p>
            <a:pPr/>
            <a:r>
              <a:rPr b="1"/>
              <a:t>Budget Performance</a:t>
            </a:r>
            <a:r>
              <a:t>: Completed 5% under allocated budget</a:t>
            </a:r>
          </a:p>
          <a:p>
            <a:pPr/>
            <a:r>
              <a:rPr b="1"/>
              <a:t>Quality Standards</a:t>
            </a:r>
            <a:r>
              <a:t>: Zero critical defects in production automation platform</a:t>
            </a:r>
          </a:p>
          <a:p>
            <a:pPr/>
            <a:r>
              <a:rPr b="1"/>
              <a:t>Migration Success</a:t>
            </a:r>
            <a:r>
              <a:t>: Successfully automated 1,200+ infrastructure components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Platform Reliability</a:t>
            </a:r>
            <a:r>
              <a:t>: Achieving 99.9% uptime for automation platform</a:t>
            </a:r>
          </a:p>
          <a:p>
            <a:pPr/>
            <a:r>
              <a:rPr b="1"/>
              <a:t>Performance</a:t>
            </a:r>
            <a:r>
              <a:t>: Average job execution time under 5 minutes</a:t>
            </a:r>
          </a:p>
          <a:p>
            <a:pPr/>
            <a:r>
              <a:rPr b="1"/>
              <a:t>Scalability</a:t>
            </a:r>
            <a:r>
              <a:t>: Linear scaling demonstrated across distributed infrastructure</a:t>
            </a:r>
          </a:p>
          <a:p>
            <a:pPr/>
            <a:r>
              <a:rPr b="1"/>
              <a:t>Integration</a:t>
            </a:r>
            <a:r>
              <a:t>: Seamless integration with 20+ existing enterprise 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User Adoption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Training Completion</a:t>
            </a:r>
            <a:r>
              <a:t>: 96% of operations staff completed Ansible certification</a:t>
            </a:r>
          </a:p>
          <a:p>
            <a:pPr/>
            <a:r>
              <a:rPr b="1"/>
              <a:t>User Satisfaction</a:t>
            </a:r>
            <a:r>
              <a:t>: 4.8/5.0 average satisfaction score from operations teams</a:t>
            </a:r>
          </a:p>
          <a:p>
            <a:pPr/>
            <a:r>
              <a:rPr b="1"/>
              <a:t>Automation Adoption</a:t>
            </a:r>
            <a:r>
              <a:t>: 89% of infrastructure tasks converted to automation</a:t>
            </a:r>
          </a:p>
          <a:p>
            <a:pPr/>
            <a:r>
              <a:rPr b="1"/>
              <a:t>Self-Service Usage</a:t>
            </a:r>
            <a:r>
              <a:t>: 78% of routine tasks handled through self-service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Configuration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System Configuration</a:t>
            </a:r>
            <a:r>
              <a:t>: Standardized server and workstation configuration</a:t>
            </a:r>
          </a:p>
          <a:p>
            <a:pPr/>
            <a:r>
              <a:rPr b="1"/>
              <a:t>Security Hardening</a:t>
            </a:r>
            <a:r>
              <a:t>: Automated security hardening and compliance checks</a:t>
            </a:r>
          </a:p>
          <a:p>
            <a:pPr/>
            <a:r>
              <a:rPr b="1"/>
              <a:t>Package Management</a:t>
            </a:r>
            <a:r>
              <a:t>: Automated software installation and updates</a:t>
            </a:r>
          </a:p>
          <a:p>
            <a:pPr/>
            <a:r>
              <a:rPr b="1"/>
              <a:t>Service Management</a:t>
            </a:r>
            <a:r>
              <a:t>: Automated service configuration and lifecycle management</a:t>
            </a:r>
          </a:p>
          <a:p>
            <a:pPr/>
            <a:r>
              <a:rPr b="1"/>
              <a:t>File Management</a:t>
            </a:r>
            <a:r>
              <a:t>: Template-based configuration file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Application Deployment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Multi-Tier Applications</a:t>
            </a:r>
            <a:r>
              <a:t>: Automated deployment of complex application stacks</a:t>
            </a:r>
          </a:p>
          <a:p>
            <a:pPr/>
            <a:r>
              <a:rPr b="1"/>
              <a:t>Database Management</a:t>
            </a:r>
            <a:r>
              <a:t>: Automated database provisioning and configuration</a:t>
            </a:r>
          </a:p>
          <a:p>
            <a:pPr/>
            <a:r>
              <a:rPr b="1"/>
              <a:t>Load Balancer Configuration</a:t>
            </a:r>
            <a:r>
              <a:t>: Automated load balancer setup and management</a:t>
            </a:r>
          </a:p>
          <a:p>
            <a:pPr/>
            <a:r>
              <a:rPr b="1"/>
              <a:t>SSL Certificate Management</a:t>
            </a:r>
            <a:r>
              <a:t>: Automated certificate deployment and renewal</a:t>
            </a:r>
          </a:p>
          <a:p>
            <a:pPr/>
            <a:r>
              <a:rPr b="1"/>
              <a:t>Health Checks</a:t>
            </a:r>
            <a:r>
              <a:t>: Automated application health monitoring and remediation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Infrastructure Provisioning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Cloud Resource Provisioning</a:t>
            </a:r>
            <a:r>
              <a:t>: Automated cloud infrastructure provisioning</a:t>
            </a:r>
          </a:p>
          <a:p>
            <a:pPr/>
            <a:r>
              <a:rPr b="1"/>
              <a:t>Virtual Machine Management</a:t>
            </a:r>
            <a:r>
              <a:t>: Automated VM lifecycle management</a:t>
            </a:r>
          </a:p>
          <a:p>
            <a:pPr/>
            <a:r>
              <a:rPr b="1"/>
              <a:t>Storage Management</a:t>
            </a:r>
            <a:r>
              <a:t>: Automated storage provisioning and configuration</a:t>
            </a:r>
          </a:p>
          <a:p>
            <a:pPr/>
            <a:r>
              <a:rPr b="1"/>
              <a:t>Network Configuration</a:t>
            </a:r>
            <a:r>
              <a:t>: Automated network device configuration and management</a:t>
            </a:r>
          </a:p>
          <a:p>
            <a:pPr/>
            <a:r>
              <a:rPr b="1"/>
              <a:t>Disaster Recovery</a:t>
            </a:r>
            <a:r>
              <a:t>: Automated backup and disaster recovery procedures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Automated Compliance Framework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Baselines</a:t>
            </a:r>
            <a:r>
              <a:t>: Automated enforcement of security configuration standards</a:t>
            </a:r>
          </a:p>
          <a:p>
            <a:pPr/>
            <a:r>
              <a:rPr b="1"/>
              <a:t>Regulatory Compliance</a:t>
            </a:r>
            <a:r>
              <a:t>: Automated compliance checking for SOX, PCI DSS, HIPAA</a:t>
            </a:r>
          </a:p>
          <a:p>
            <a:pPr/>
            <a:r>
              <a:rPr b="1"/>
              <a:t>Vulnerability Management</a:t>
            </a:r>
            <a:r>
              <a:t>: Automated vulnerability scanning and remediation</a:t>
            </a:r>
          </a:p>
          <a:p>
            <a:pPr/>
            <a:r>
              <a:rPr b="1"/>
              <a:t>Patch Management</a:t>
            </a:r>
            <a:r>
              <a:t>: Automated patch deployment and validation</a:t>
            </a:r>
          </a:p>
          <a:p>
            <a:pPr/>
            <a:r>
              <a:rPr b="1"/>
              <a:t>Configuration Auditing</a:t>
            </a:r>
            <a:r>
              <a:t>: Continuous compliance monitoring and reporting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Change Management Integration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ServiceNow Integration</a:t>
            </a:r>
            <a:r>
              <a:t>: Automated change request creation and tracking</a:t>
            </a:r>
          </a:p>
          <a:p>
            <a:pPr/>
            <a:r>
              <a:rPr b="1"/>
              <a:t>Approval Workflows</a:t>
            </a:r>
            <a:r>
              <a:t>: Automated approval workflows for high-risk changes</a:t>
            </a:r>
          </a:p>
          <a:p>
            <a:pPr/>
            <a:r>
              <a:rPr b="1"/>
              <a:t>Change Documentation</a:t>
            </a:r>
            <a:r>
              <a:t>: Automated documentation of all infrastructure changes</a:t>
            </a:r>
          </a:p>
          <a:p>
            <a:pPr/>
            <a:r>
              <a:rPr b="1"/>
              <a:t>Rollback Procedures</a:t>
            </a:r>
            <a:r>
              <a:t>: Automated rollback capabilities for failed changes</a:t>
            </a:r>
          </a:p>
          <a:p>
            <a:pPr/>
            <a:r>
              <a:rPr b="1"/>
              <a:t>Impact Analysis</a:t>
            </a:r>
            <a:r>
              <a:t>: Automated change impact analysis and risk assessment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Risk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Pre-Change Validation</a:t>
            </a:r>
            <a:r>
              <a:t>: Automated validation before change implementation</a:t>
            </a:r>
          </a:p>
          <a:p>
            <a:pPr/>
            <a:r>
              <a:rPr b="1"/>
              <a:t>Testing Automation</a:t>
            </a:r>
            <a:r>
              <a:t>: Automated testing of changes in non-production environments</a:t>
            </a:r>
          </a:p>
          <a:p>
            <a:pPr/>
            <a:r>
              <a:rPr b="1"/>
              <a:t>Backup Verification</a:t>
            </a:r>
            <a:r>
              <a:t>: Automated backup verification before changes</a:t>
            </a:r>
          </a:p>
          <a:p>
            <a:pPr/>
            <a:r>
              <a:rPr b="1"/>
              <a:t>Monitoring Integration</a:t>
            </a:r>
            <a:r>
              <a:t>: Automated monitoring and alerting during changes</a:t>
            </a:r>
          </a:p>
          <a:p>
            <a:pPr/>
            <a:r>
              <a:rPr b="1"/>
              <a:t>Emergency Procedures</a:t>
            </a:r>
            <a:r>
              <a:t>: Automated emergency response and recovery procedures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Execution Performance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Parallel Execution</a:t>
            </a:r>
            <a:r>
              <a:t>: Concurrent automation across multiple target systems</a:t>
            </a:r>
          </a:p>
          <a:p>
            <a:pPr/>
            <a:r>
              <a:rPr b="1"/>
              <a:t>Smart Inventory</a:t>
            </a:r>
            <a:r>
              <a:t>: Dynamic inventory management for optimal performance</a:t>
            </a:r>
          </a:p>
          <a:p>
            <a:pPr/>
            <a:r>
              <a:rPr b="1"/>
              <a:t>Execution Optimization</a:t>
            </a:r>
            <a:r>
              <a:t>: Optimized playbook execution for large-scale automation</a:t>
            </a:r>
          </a:p>
          <a:p>
            <a:pPr/>
            <a:r>
              <a:rPr b="1"/>
              <a:t>Resource Management</a:t>
            </a:r>
            <a:r>
              <a:t>: Intelligent resource allocation and queue management</a:t>
            </a:r>
          </a:p>
          <a:p>
            <a:pPr/>
            <a:r>
              <a:rPr b="1"/>
              <a:t>Caching Strategy</a:t>
            </a:r>
            <a:r>
              <a:t>: Intelligent caching for improved performance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Scalability Architecture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Automation Mesh</a:t>
            </a:r>
            <a:r>
              <a:t>: Distributed execution architecture for enterprise scale</a:t>
            </a:r>
          </a:p>
          <a:p>
            <a:pPr/>
            <a:r>
              <a:rPr b="1"/>
              <a:t>Load Balancing</a:t>
            </a:r>
            <a:r>
              <a:t>: Automated load balancing across execution nodes</a:t>
            </a:r>
          </a:p>
          <a:p>
            <a:pPr/>
            <a:r>
              <a:rPr b="1"/>
              <a:t>Geographic Distribution</a:t>
            </a:r>
            <a:r>
              <a:t>: Multi-region deployment for global infrastructure</a:t>
            </a:r>
          </a:p>
          <a:p>
            <a:pPr/>
            <a:r>
              <a:rPr b="1"/>
              <a:t>Auto-Scaling</a:t>
            </a:r>
            <a:r>
              <a:t>: Automatic scaling of execution capacity based on demand</a:t>
            </a:r>
          </a:p>
          <a:p>
            <a:pPr/>
            <a:r>
              <a:rPr b="1"/>
              <a:t>Performance Monitoring</a:t>
            </a:r>
            <a:r>
              <a:t>: Real-time performance monitoring and optimization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High Availability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Redundant Architecture</a:t>
            </a:r>
            <a:r>
              <a:t>: Active-passive clustering for high availability</a:t>
            </a:r>
          </a:p>
          <a:p>
            <a:pPr/>
            <a:r>
              <a:rPr b="1"/>
              <a:t>Database Replication</a:t>
            </a:r>
            <a:r>
              <a:t>: PostgreSQL clustering with automatic failover</a:t>
            </a:r>
          </a:p>
          <a:p>
            <a:pPr/>
            <a:r>
              <a:rPr b="1"/>
              <a:t>Backup and Recovery</a:t>
            </a:r>
            <a:r>
              <a:t>: Automated backup and disaster recovery procedures</a:t>
            </a:r>
          </a:p>
          <a:p>
            <a:pPr/>
            <a:r>
              <a:rPr b="1"/>
              <a:t>Health Monitoring</a:t>
            </a:r>
            <a:r>
              <a:t>: Comprehensive health monitoring and alerting</a:t>
            </a:r>
          </a:p>
          <a:p>
            <a:pPr/>
            <a:r>
              <a:rPr b="1"/>
              <a:t>Maintenance Procedures</a:t>
            </a:r>
            <a:r>
              <a:t>: Automated maintenance with zero-downtime updates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Framework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Secure Communication</a:t>
            </a:r>
            <a:r>
              <a:t>: TLS encryption for all platform communications</a:t>
            </a:r>
          </a:p>
          <a:p>
            <a:pPr/>
            <a:r>
              <a:rPr b="1"/>
              <a:t>Certificate Management</a:t>
            </a:r>
            <a:r>
              <a:t>: Automated certificate lifecycle management</a:t>
            </a:r>
          </a:p>
          <a:p>
            <a:pPr/>
            <a:r>
              <a:rPr b="1"/>
              <a:t>Access Controls</a:t>
            </a:r>
            <a:r>
              <a:t>: Multi-factor authentication and role-based access</a:t>
            </a:r>
          </a:p>
          <a:p>
            <a:pPr/>
            <a:r>
              <a:rPr b="1"/>
              <a:t>Network Security</a:t>
            </a:r>
            <a:r>
              <a:t>: Network segmentation and firewall automation</a:t>
            </a:r>
          </a:p>
          <a:p>
            <a:pPr/>
            <a:r>
              <a:rPr b="1"/>
              <a:t>Privilege Management</a:t>
            </a:r>
            <a:r>
              <a:t>: Automated privilege escalation and de-escalation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Credential Security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Credential Vault</a:t>
            </a:r>
            <a:r>
              <a:t>: Secure credential storage with automatic rotation</a:t>
            </a:r>
          </a:p>
          <a:p>
            <a:pPr/>
            <a:r>
              <a:rPr b="1"/>
              <a:t>Secret Management</a:t>
            </a:r>
            <a:r>
              <a:t>: Integration with HashiCorp Vault and CyberArk</a:t>
            </a:r>
          </a:p>
          <a:p>
            <a:pPr/>
            <a:r>
              <a:rPr b="1"/>
              <a:t>API Key Management</a:t>
            </a:r>
            <a:r>
              <a:t>: Secure API key storage and lifecycle management</a:t>
            </a:r>
          </a:p>
          <a:p>
            <a:pPr/>
            <a:r>
              <a:rPr b="1"/>
              <a:t>Certificate Automation</a:t>
            </a:r>
            <a:r>
              <a:t>: Automated certificate deployment and renewal</a:t>
            </a:r>
          </a:p>
          <a:p>
            <a:pPr/>
            <a:r>
              <a:rPr b="1"/>
              <a:t>Password Policies</a:t>
            </a:r>
            <a:r>
              <a:t>: Automated password policy enforcement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Audit and Compliance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Activity Logging</a:t>
            </a:r>
            <a:r>
              <a:t>: Comprehensive logging of all automation activities</a:t>
            </a:r>
          </a:p>
          <a:p>
            <a:pPr/>
            <a:r>
              <a:rPr b="1"/>
              <a:t>Change Tracking</a:t>
            </a:r>
            <a:r>
              <a:t>: Detailed tracking of all infrastructure changes</a:t>
            </a:r>
          </a:p>
          <a:p>
            <a:pPr/>
            <a:r>
              <a:rPr b="1"/>
              <a:t>Compliance Reporting</a:t>
            </a:r>
            <a:r>
              <a:t>: Automated compliance reporting and dashboards</a:t>
            </a:r>
          </a:p>
          <a:p>
            <a:pPr/>
            <a:r>
              <a:rPr b="1"/>
              <a:t>Evidence Collection</a:t>
            </a:r>
            <a:r>
              <a:t>: Automated evidence collection for audit purposes</a:t>
            </a:r>
          </a:p>
          <a:p>
            <a:pPr/>
            <a:r>
              <a:rPr b="1"/>
              <a:t>Retention Policies</a:t>
            </a:r>
            <a:r>
              <a:t>: Automated log retention and archival policies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Efficiency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Labor Reduction</a:t>
            </a:r>
            <a:r>
              <a:t>: 73% reduction in manual infrastructure tasks</a:t>
            </a:r>
          </a:p>
          <a:p>
            <a:pPr/>
            <a:r>
              <a:rPr b="1"/>
              <a:t>Error Prevention</a:t>
            </a:r>
            <a:r>
              <a:t>: 91% reduction in human errors and rework</a:t>
            </a:r>
          </a:p>
          <a:p>
            <a:pPr/>
            <a:r>
              <a:rPr b="1"/>
              <a:t>Time Savings</a:t>
            </a:r>
            <a:r>
              <a:t>: 85% faster deployment and configuration tasks</a:t>
            </a:r>
          </a:p>
          <a:p>
            <a:pPr/>
            <a:r>
              <a:rPr b="1"/>
              <a:t>Resource Optimization</a:t>
            </a:r>
            <a:r>
              <a:t>: Automated resource optimization and rightsizing</a:t>
            </a:r>
          </a:p>
          <a:p>
            <a:pPr/>
            <a:r>
              <a:rPr b="1"/>
              <a:t>Energy Efficiency</a:t>
            </a:r>
            <a:r>
              <a:t>: Automated power management and optimization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Cost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Process Automation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Workflow Automation</a:t>
            </a:r>
            <a:r>
              <a:t>: End-to-end process automation across teams</a:t>
            </a:r>
          </a:p>
          <a:p>
            <a:pPr/>
            <a:r>
              <a:rPr b="1"/>
              <a:t>Self-Service Capabilities</a:t>
            </a:r>
            <a:r>
              <a:t>: User self-service for routine infrastructure tasks</a:t>
            </a:r>
          </a:p>
          <a:p>
            <a:pPr/>
            <a:r>
              <a:rPr b="1"/>
              <a:t>Approval Automation</a:t>
            </a:r>
            <a:r>
              <a:t>: Automated approval workflows reducing delays</a:t>
            </a:r>
          </a:p>
          <a:p>
            <a:pPr/>
            <a:r>
              <a:rPr b="1"/>
              <a:t>Notification Automation</a:t>
            </a:r>
            <a:r>
              <a:t>: Automated stakeholder notifications and updates</a:t>
            </a:r>
          </a:p>
          <a:p>
            <a:pPr/>
            <a:r>
              <a:rPr b="1"/>
              <a:t>Reporting Automation</a:t>
            </a:r>
            <a:r>
              <a:t>: Automated report generation and distribution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Comprehensive Training Program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Role-Based Training</a:t>
            </a:r>
            <a:r>
              <a:t>: Customized training based on job roles and responsibilities</a:t>
            </a:r>
          </a:p>
          <a:p>
            <a:pPr/>
            <a:r>
              <a:rPr b="1"/>
              <a:t>Hands-On Labs</a:t>
            </a:r>
            <a:r>
              <a:t>: Practical lab exercises with real-world scenarios</a:t>
            </a:r>
          </a:p>
          <a:p>
            <a:pPr/>
            <a:r>
              <a:rPr b="1"/>
              <a:t>Certification Program</a:t>
            </a:r>
            <a:r>
              <a:t>: Red Hat Ansible certification track for team members</a:t>
            </a:r>
          </a:p>
          <a:p>
            <a:pPr/>
            <a:r>
              <a:rPr b="1"/>
              <a:t>Best Practices Training</a:t>
            </a:r>
            <a:r>
              <a:t>: Training on automation best practices and patterns</a:t>
            </a:r>
          </a:p>
          <a:p>
            <a:pPr/>
            <a:r>
              <a:rPr b="1"/>
              <a:t>Troubleshooting Skills</a:t>
            </a:r>
            <a:r>
              <a:t>: Advanced troubleshooting and debugging techniques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Knowledge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Documentation Portal</a:t>
            </a:r>
            <a:r>
              <a:t>: Comprehensive documentation and knowledge base</a:t>
            </a:r>
          </a:p>
          <a:p>
            <a:pPr/>
            <a:r>
              <a:rPr b="1"/>
              <a:t>Playbook Library</a:t>
            </a:r>
            <a:r>
              <a:t>: Centralized library of tested and documented playbooks</a:t>
            </a:r>
          </a:p>
          <a:p>
            <a:pPr/>
            <a:r>
              <a:rPr b="1"/>
              <a:t>Best Practices Guide</a:t>
            </a:r>
            <a:r>
              <a:t>: Automation best practices and design patterns</a:t>
            </a:r>
          </a:p>
          <a:p>
            <a:pPr/>
            <a:r>
              <a:rPr b="1"/>
              <a:t>Troubleshooting Guides</a:t>
            </a:r>
            <a:r>
              <a:t>: Comprehensive troubleshooting and FAQ resources</a:t>
            </a:r>
          </a:p>
          <a:p>
            <a:pPr/>
            <a:r>
              <a:rPr b="1"/>
              <a:t>Video Training</a:t>
            </a:r>
            <a:r>
              <a:t>: On-demand video training library for self-paced learning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Center of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Automation Standards</a:t>
            </a:r>
            <a:r>
              <a:t>: Established standards for automation development</a:t>
            </a:r>
          </a:p>
          <a:p>
            <a:pPr/>
            <a:r>
              <a:rPr b="1"/>
              <a:t>Code Review Process</a:t>
            </a:r>
            <a:r>
              <a:t>: Peer review process for automation code quality</a:t>
            </a:r>
          </a:p>
          <a:p>
            <a:pPr/>
            <a:r>
              <a:rPr b="1"/>
              <a:t>Testing Framework</a:t>
            </a:r>
            <a:r>
              <a:t>: Standardized testing approach for automation code</a:t>
            </a:r>
          </a:p>
          <a:p>
            <a:pPr/>
            <a:r>
              <a:rPr b="1"/>
              <a:t>Mentorship Program</a:t>
            </a:r>
            <a:r>
              <a:t>: Senior engineer mentorship for automation development</a:t>
            </a:r>
          </a:p>
          <a:p>
            <a:pPr/>
            <a:r>
              <a:rPr b="1"/>
              <a:t>Innovation Lab</a:t>
            </a:r>
            <a:r>
              <a:t>: Dedicated environment for automation innovation and testing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Automation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Q1 2025</a:t>
            </a:r>
            <a:r>
              <a:t>: Machine learning integration for predictive automation</a:t>
            </a:r>
          </a:p>
          <a:p>
            <a:pPr/>
            <a:r>
              <a:rPr b="1"/>
              <a:t>Q2 2025</a:t>
            </a:r>
            <a:r>
              <a:t>: Advanced event-driven automation with complex rule engines</a:t>
            </a:r>
          </a:p>
          <a:p>
            <a:pPr/>
            <a:r>
              <a:rPr b="1"/>
              <a:t>Q3 2025</a:t>
            </a:r>
            <a:r>
              <a:t>: Integration with AIOps platforms for intelligent automation</a:t>
            </a:r>
          </a:p>
          <a:p>
            <a:pPr/>
            <a:r>
              <a:rPr b="1"/>
              <a:t>Q4 2025</a:t>
            </a:r>
            <a:r>
              <a:t>: Edge computing automation for distributed infrastructure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Platform Evolution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Cloud-Native Automation</a:t>
            </a:r>
            <a:r>
              <a:t>: Kubernetes and container automation expansion</a:t>
            </a:r>
          </a:p>
          <a:p>
            <a:pPr/>
            <a:r>
              <a:rPr b="1"/>
              <a:t>API-First Architecture</a:t>
            </a:r>
            <a:r>
              <a:t>: Enhanced API capabilities for custom integrations</a:t>
            </a:r>
          </a:p>
          <a:p>
            <a:pPr/>
            <a:r>
              <a:rPr b="1"/>
              <a:t>Microservices Automation</a:t>
            </a:r>
            <a:r>
              <a:t>: Automated microservices deployment and management</a:t>
            </a:r>
          </a:p>
          <a:p>
            <a:pPr/>
            <a:r>
              <a:rPr b="1"/>
              <a:t>DevSecOps Integration</a:t>
            </a:r>
            <a:r>
              <a:t>: Enhanced security automation and compliance</a:t>
            </a:r>
          </a:p>
          <a:p>
            <a:pPr/>
            <a:r>
              <a:rPr b="1"/>
              <a:t>Sustainability Automation</a:t>
            </a:r>
            <a:r>
              <a:t>: Environmental impact monitoring and optimization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Innovation Initiatives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Digital Twin Integration</a:t>
            </a:r>
            <a:r>
              <a:t>: Infrastructure digital twins for simulation</a:t>
            </a:r>
          </a:p>
          <a:p>
            <a:pPr/>
            <a:r>
              <a:rPr b="1"/>
              <a:t>Blockchain Automation</a:t>
            </a:r>
            <a:r>
              <a:t>: Automated blockchain infrastructure management</a:t>
            </a:r>
          </a:p>
          <a:p>
            <a:pPr/>
            <a:r>
              <a:rPr b="1"/>
              <a:t>Quantum Computing</a:t>
            </a:r>
            <a:r>
              <a:t>: Quantum computing infrastructure automation</a:t>
            </a:r>
          </a:p>
          <a:p>
            <a:pPr/>
            <a:r>
              <a:rPr b="1"/>
              <a:t>5G Network Automation</a:t>
            </a:r>
            <a:r>
              <a:t>: 5G infrastructure automation and management</a:t>
            </a:r>
          </a:p>
          <a:p>
            <a:pPr/>
            <a:r>
              <a:rPr b="1"/>
              <a:t>IoT Device Management</a:t>
            </a:r>
            <a:r>
              <a:t>: Automated IoT device provisioning and management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Endorsements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CIO</a:t>
            </a:r>
            <a:r>
              <a:t>: "Ansible Automation Platform has revolutionized our infrastructure operations"</a:t>
            </a:r>
          </a:p>
          <a:p>
            <a:pPr/>
            <a:r>
              <a:rPr b="1"/>
              <a:t>CTO</a:t>
            </a:r>
            <a:r>
              <a:t>: "Outstanding implementation delivering exceptional operational efficiency"</a:t>
            </a:r>
          </a:p>
          <a:p>
            <a:pPr/>
            <a:r>
              <a:rPr b="1"/>
              <a:t>CISO</a:t>
            </a:r>
            <a:r>
              <a:t>: "Excellent security integration with automated compliance capabilities"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Industry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Red Hat Partner Award</a:t>
            </a:r>
            <a:r>
              <a:t>: Recognized as exemplary Ansible implementation</a:t>
            </a:r>
          </a:p>
          <a:p>
            <a:pPr/>
            <a:r>
              <a:rPr b="1"/>
              <a:t>Automation Excellence</a:t>
            </a:r>
            <a:r>
              <a:t>: Achieved automation best practice recognition</a:t>
            </a:r>
          </a:p>
          <a:p>
            <a:pPr/>
            <a:r>
              <a:rPr b="1"/>
              <a:t>Industry Benchmarks</a:t>
            </a:r>
            <a:r>
              <a:t>: Automation coverage in top 5% of enterprise implementations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Success Factors for Continued Success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Automation-First Culture: Commitment to automation-first approach for all infrastructure tasks</a:t>
            </a:r>
          </a:p>
          <a:p>
            <a:pPr/>
            <a:r>
              <a:t>Continuous Learning: Ongoing investment in team skills and automation capabilities</a:t>
            </a:r>
          </a:p>
          <a:p>
            <a:pPr/>
            <a:r>
              <a:t>Standard Operating Procedures: Established automation standards and best practices</a:t>
            </a:r>
          </a:p>
          <a:p>
            <a:pPr/>
            <a:r>
              <a:t>Performance Monitoring: Regular monitoring and optimization of automation performance</a:t>
            </a:r>
          </a:p>
          <a:p>
            <a:pPr/>
            <a:r>
              <a:t>Innovation Adoption: Proactive adoption of new automation capabilities and technologies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Expand Automation Scope</a:t>
            </a:r>
            <a:r>
              <a:t>: Extend automation to application lifecycle and business processes</a:t>
            </a:r>
          </a:p>
          <a:p>
            <a:pPr/>
            <a:r>
              <a:rPr b="1"/>
              <a:t>AI/ML Integration</a:t>
            </a:r>
            <a:r>
              <a:t>: Implement machine learning for predictive and intelligent automation</a:t>
            </a:r>
          </a:p>
          <a:p>
            <a:pPr/>
            <a:r>
              <a:rPr b="1"/>
              <a:t>Multi-Cloud Strategy</a:t>
            </a:r>
            <a:r>
              <a:t>: Expand automation across all cloud platforms and hybrid environments</a:t>
            </a:r>
          </a:p>
          <a:p>
            <a:pPr/>
            <a:r>
              <a:rPr b="1"/>
              <a:t>Security Enhancement</a:t>
            </a:r>
            <a:r>
              <a:t>: Implement advanced security automation and zero-trust principles</a:t>
            </a:r>
          </a:p>
          <a:p>
            <a:pPr/>
            <a:r>
              <a:rPr b="1"/>
              <a:t>Innovation Investment</a:t>
            </a:r>
            <a:r>
              <a:t>: Establish innovation lab for emerging automation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