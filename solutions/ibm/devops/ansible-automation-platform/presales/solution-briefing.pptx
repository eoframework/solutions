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IBM Red Hat Ansible Automation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Reduce manual server configuration from 8 hours to 45 minutes</a:t>
            </a:r>
          </a:p>
          <a:p>
            <a:pPr lvl="1"/>
            <a:r>
              <a:t>Eliminate configuration drift across 500 servers with standardization</a:t>
            </a:r>
          </a:p>
          <a:p>
            <a:pPr lvl="1"/>
            <a:r>
              <a:t>Configure 100 network devices in 10 minutes vs 2 days manual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manual configuration effort by task time</a:t>
            </a:r>
          </a:p>
          <a:p>
            <a:pPr lvl="1"/>
            <a:r>
              <a:t>Zero configuration drift violations through automated compliance</a:t>
            </a:r>
          </a:p>
          <a:p>
            <a:pPr lvl="1"/>
            <a:r>
              <a:t>$400K annual labor cost avoidance from eliminated tasks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Automation Controller</a:t>
            </a:r>
          </a:p>
          <a:p>
            <a:pPr lvl="1"/>
            <a:r>
              <a:t>Centralized automation with web UI API and CLI</a:t>
            </a:r>
          </a:p>
          <a:p>
            <a:pPr lvl="1"/>
            <a:r>
              <a:t>HA controller cluster with load balancing and failover</a:t>
            </a:r>
          </a:p>
          <a:p>
            <a:pPr lvl="1"/>
            <a:r>
              <a:t>RBAC with LDAP/AD integration for audit trails</a:t>
            </a:r>
          </a:p>
          <a:p>
            <a:pPr/>
            <a:r>
              <a:rPr b="1"/>
              <a:t>Execution Infrastructure</a:t>
            </a:r>
          </a:p>
          <a:p>
            <a:pPr lvl="1"/>
            <a:r>
              <a:t>Distributed execution nodes for scalable job processing</a:t>
            </a:r>
          </a:p>
          <a:p>
            <a:pPr lvl="1"/>
            <a:r>
              <a:t>Event-driven automation with webhooks and auto-remediation</a:t>
            </a:r>
          </a:p>
          <a:p>
            <a:pPr lvl="1"/>
            <a:r>
              <a:t>Credential vault with HashiCorp Vault or CyberArk</a:t>
            </a:r>
          </a:p>
          <a:p>
            <a:pPr/>
            <a:r>
              <a:rPr b="1"/>
              <a:t>Automation Content</a:t>
            </a:r>
          </a:p>
          <a:p>
            <a:pPr lvl="1"/>
            <a:r>
              <a:t>2000+ certified Ansible collections for servers cloud network</a:t>
            </a:r>
          </a:p>
          <a:p>
            <a:pPr lvl="1"/>
            <a:r>
              <a:t>Private Automation Hub for organization playbooks</a:t>
            </a:r>
          </a:p>
          <a:p>
            <a:pPr lvl="1"/>
            <a:r>
              <a:t>Git integration for version control and CI/CD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Ansible Platform with HA controller on AWS/Azure</a:t>
            </a:r>
          </a:p>
          <a:p>
            <a:pPr lvl="1"/>
            <a:r>
              <a:t>Integrate AD for SSO and configure RBAC for teams</a:t>
            </a:r>
          </a:p>
          <a:p>
            <a:pPr lvl="1"/>
            <a:r>
              <a:t>Develop initial 10 foundational playbooks for common use cases</a:t>
            </a:r>
          </a:p>
          <a:p>
            <a:pPr/>
            <a:r>
              <a:rPr b="1"/>
              <a:t>Phase 2: Automation Expansion (Months 3-4)</a:t>
            </a:r>
          </a:p>
          <a:p>
            <a:pPr lvl="1"/>
            <a:r>
              <a:t>Develop 50 custom playbooks for organization automation</a:t>
            </a:r>
          </a:p>
          <a:p>
            <a:pPr lvl="1"/>
            <a:r>
              <a:t>Implement ServiceNow integration for ticket-driven workflows</a:t>
            </a:r>
          </a:p>
          <a:p>
            <a:pPr lvl="1"/>
            <a:r>
              <a:t>Configure event-driven automation with monitoring integration</a:t>
            </a:r>
          </a:p>
          <a:p>
            <a:pPr/>
            <a:r>
              <a:rPr b="1"/>
              <a:t>Phase 3: Production &amp; Scale (Months 5-6)</a:t>
            </a:r>
          </a:p>
          <a:p>
            <a:pPr lvl="1"/>
            <a:r>
              <a:t>Production rollout with scheduled and on-demand execution</a:t>
            </a:r>
          </a:p>
          <a:p>
            <a:pPr lvl="1"/>
            <a:r>
              <a:t>Enable self-service automation portal for operations</a:t>
            </a:r>
          </a:p>
          <a:p>
            <a:pPr lvl="1"/>
            <a:r>
              <a:t>Knowledge transfer training and runbook documentation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 controller deployed, RBAC configured, 10 foundational playbooks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Expansion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playbooks developed, ServiceNow integration live, Event-driven automation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portal enabled, Network automation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Technology Services Provider</a:t>
            </a:r>
          </a:p>
          <a:p>
            <a:pPr lvl="1"/>
            <a:r>
              <a:rPr b="1"/>
              <a:t>Client:</a:t>
            </a:r>
            <a:r>
              <a:t> Managed services provider supporting 200+ enterprise customers with 5000 servers</a:t>
            </a:r>
          </a:p>
          <a:p>
            <a:pPr lvl="1"/>
            <a:r>
              <a:rPr b="1"/>
              <a:t>Challenge:</a:t>
            </a:r>
            <a:r>
              <a:t> Manual server configuration taking 4-8 hours per server. Configuration drift causing 30% of support tickets. Network changes requiring 2-day maintenance windows blocking deployments.</a:t>
            </a:r>
          </a:p>
          <a:p>
            <a:pPr lvl="1"/>
            <a:r>
              <a:rPr b="1"/>
              <a:t>Solution:</a:t>
            </a:r>
            <a:r>
              <a:t> Deployed Ansible Automation Platform managing 5000 servers and 800 network devices. Developed 200 playbooks for provisioning patching and network automation. Integrated with ServiceNow for ticket-driven workflows.</a:t>
            </a:r>
          </a:p>
          <a:p>
            <a:pPr lvl="1"/>
            <a:r>
              <a:rPr b="1"/>
              <a:t>Results:</a:t>
            </a:r>
            <a:r>
              <a:t> 85% reduction in configuration time (8 hours to 1 hour) and zero drift violations. Network changes reduced from 2 days to 30 minutes. Support tickets reduced 40% through automated remediation. $600K annual labor savings.</a:t>
            </a:r>
          </a:p>
          <a:p>
            <a:pPr lvl="1"/>
            <a:r>
              <a:rPr b="1"/>
              <a:t>Testimonial:</a:t>
            </a:r>
            <a:r>
              <a:t> "Ansible transformed our operations from firefighting to strategic service delivery. Our customers see faster deployments and our engineers focus on innovation instead of repetitive tasks." — </a:t>
            </a:r>
            <a:r>
              <a:rPr b="1"/>
              <a:t>Jennifer Liu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7+ years delivering Ansible automation solutions</a:t>
            </a:r>
          </a:p>
          <a:p>
            <a:pPr lvl="1"/>
            <a:r>
              <a:t>25+ successful Ansible Platform deployments</a:t>
            </a:r>
          </a:p>
          <a:p>
            <a:pPr lvl="1"/>
            <a:r>
              <a:t>Red Hat Certified Ansible Specialist team</a:t>
            </a:r>
          </a:p>
          <a:p>
            <a:pPr lvl="1"/>
            <a:r>
              <a:t>IT automation and infrastructure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playbook libraries accelerate deployment</a:t>
            </a:r>
          </a:p>
          <a:p>
            <a:pPr lvl="1"/>
            <a:r>
              <a:t>Proven automation methodology reduces development time</a:t>
            </a:r>
          </a:p>
          <a:p>
            <a:pPr lvl="1"/>
            <a:r>
              <a:t>Direct Red Hat specialist support through partnership</a:t>
            </a:r>
          </a:p>
          <a:p>
            <a:pPr lvl="1"/>
            <a:r>
              <a:t>Best practices from 25+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$77,560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$52,956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$232,772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$217,772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$159,172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$159,172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$536,116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Ansible implementation by [specific date]</a:t>
            </a:r>
          </a:p>
          <a:p>
            <a:pPr/>
            <a:r>
              <a:rPr b="1"/>
              <a:t>Kickoff:</a:t>
            </a:r>
            <a:r>
              <a:t> Target platform deployment within 30 days of approval</a:t>
            </a:r>
          </a:p>
          <a:p>
            <a:pPr/>
            <a:r>
              <a:rPr b="1"/>
              <a:t>Team Formation:</a:t>
            </a:r>
            <a:r>
              <a:t> Identify automation team infrastructure contacts and use cases</a:t>
            </a:r>
          </a:p>
          <a:p>
            <a:pPr/>
            <a:r>
              <a:rPr b="1"/>
              <a:t>Week 1-2:</a:t>
            </a:r>
            <a:r>
              <a:t> Infrastructure inventory and Ansible platform deployment planning</a:t>
            </a:r>
          </a:p>
          <a:p>
            <a:pPr/>
            <a:r>
              <a:rPr b="1"/>
              <a:t>Week 3-4:</a:t>
            </a:r>
            <a:r>
              <a:t> Controller deployment RBAC setup and first automation playbooks developed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