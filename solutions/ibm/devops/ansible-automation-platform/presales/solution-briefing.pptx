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Additional Scope Parameters (not displayed on slide):</a:t>
            </a:r>
          </a:p>
          <a:p/>
          <a:p>
            <a:r>
              <a:t>• Inventory Management: 600 managed nodes total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IBM Red Hat Ansible Automation Platform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24,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Reduce manual server configuration from 8 hours to 45 minutes</a:t>
            </a:r>
          </a:p>
          <a:p>
            <a:pPr lvl="1"/>
            <a:r>
              <a:t>Eliminate configuration drift across 500 servers with standardization</a:t>
            </a:r>
          </a:p>
          <a:p>
            <a:pPr lvl="1"/>
            <a:r>
              <a:t>Configure 100 network devices in 10 minutes vs 2 days manual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90% reduction in manual configuration effort by task time</a:t>
            </a:r>
          </a:p>
          <a:p>
            <a:pPr lvl="1"/>
            <a:r>
              <a:t>Zero configuration drift violations through automated compliance</a:t>
            </a:r>
          </a:p>
          <a:p>
            <a:pPr lvl="1"/>
            <a:r>
              <a:t>$400K annual labor cost avoidance from eliminated tasks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IBM Red Hat Ansible Automation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Server Count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500 servers (Linux/Windows)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Platform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AWS/Azure cloud infrastructure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Network Device Count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 network devices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Availability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HA controller cluster (99.5% uptime)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Playbook Count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 custom automation playbooks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Infrastructure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Controller HA + distributed execution nodes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ITSM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ServiceNow ticket-driven workflows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Security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RBAC + credential vault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External Systems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Monitoring systems + credential vault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Compliance Frameworks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SOC2 ISO 27001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Automation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 operations staff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Execution Capacity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 concurrent job executions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User Roles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 roles (operator admin developer approver auditor)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Automation Orchestration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Event-driven automation + scheduled jobs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Automation Executions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10000+ job runs per month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Environments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environments (dev/staging + prod)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IBM Red Hat Ansible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Automation Platform</a:t>
            </a:r>
          </a:p>
          <a:p>
            <a:pPr lvl="1"/>
            <a:r>
              <a:t>HA controller cluster with web UI API and CLI</a:t>
            </a:r>
          </a:p>
          <a:p>
            <a:pPr lvl="1"/>
            <a:r>
              <a:t>Distributed execution nodes for scalable job processing</a:t>
            </a:r>
          </a:p>
          <a:p>
            <a:pPr lvl="1"/>
            <a:r>
              <a:t>Event-driven automation with webhooks and auto-remediation</a:t>
            </a:r>
          </a:p>
          <a:p>
            <a:pPr/>
            <a:r>
              <a:rPr b="1"/>
              <a:t>Automation Content</a:t>
            </a:r>
          </a:p>
          <a:p>
            <a:pPr lvl="1"/>
            <a:r>
              <a:t>2000+ certified Ansible collections for servers cloud network</a:t>
            </a:r>
          </a:p>
          <a:p>
            <a:pPr lvl="1"/>
            <a:r>
              <a:t>Private Automation Hub for organization playbooks</a:t>
            </a:r>
          </a:p>
          <a:p>
            <a:pPr lvl="1"/>
            <a:r>
              <a:t>Git integration with HashiCorp Vault or CyberArk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IBM Red Hat Ansible Automation Platform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Foundation (Months 1-2)</a:t>
            </a:r>
          </a:p>
          <a:p>
            <a:pPr lvl="1"/>
            <a:r>
              <a:t>Deploy Ansible Platform with HA controller on AWS/Azure</a:t>
            </a:r>
          </a:p>
          <a:p>
            <a:pPr lvl="1"/>
            <a:r>
              <a:t>Integrate AD for SSO and configure RBAC for teams</a:t>
            </a:r>
          </a:p>
          <a:p>
            <a:pPr lvl="1"/>
            <a:r>
              <a:t>Develop initial 10 foundational playbooks for common use cases</a:t>
            </a:r>
          </a:p>
          <a:p>
            <a:pPr/>
            <a:r>
              <a:rPr b="1"/>
              <a:t>Phase 2: Automation Expansion (Months 3-4)</a:t>
            </a:r>
          </a:p>
          <a:p>
            <a:pPr lvl="1"/>
            <a:r>
              <a:t>Develop 50 custom playbooks for organization automation</a:t>
            </a:r>
          </a:p>
          <a:p>
            <a:pPr lvl="1"/>
            <a:r>
              <a:t>Implement ServiceNow integration for ticket-driven workflows</a:t>
            </a:r>
          </a:p>
          <a:p>
            <a:pPr lvl="1"/>
            <a:r>
              <a:t>Configure event-driven automation with monitoring integration</a:t>
            </a:r>
          </a:p>
          <a:p>
            <a:pPr/>
            <a:r>
              <a:rPr b="1"/>
              <a:t>Phase 3: Production &amp; Scale (Months 5-6)</a:t>
            </a:r>
          </a:p>
          <a:p>
            <a:pPr lvl="1"/>
            <a:r>
              <a:t>Production rollout with scheduled and on-demand execution</a:t>
            </a:r>
          </a:p>
          <a:p>
            <a:pPr lvl="1"/>
            <a:r>
              <a:t>Enable self-service automation portal for operations</a:t>
            </a:r>
          </a:p>
          <a:p>
            <a:pPr lvl="1"/>
            <a:r>
              <a:t>Knowledge transfer training and runbook documentation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IBM Red Hat Ansible Automation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 &amp; Setup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HA controller deployed, RBAC configured, 10 foundational playbooks operational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Automation Expansion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3-4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 custom playbooks developed, ServiceNow integration live, Event-driven automation active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Production &amp; Scale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5-6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Self-service portal enabled, Network automation deployed, Operations team trained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IBM Red Hat Ansible Automation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Technology Services Provider</a:t>
            </a:r>
          </a:p>
          <a:p>
            <a:pPr lvl="1"/>
            <a:r>
              <a:rPr b="1"/>
              <a:t>Client:</a:t>
            </a:r>
            <a:r>
              <a:t> Managed services provider supporting 200+ enterprise customers with 5000 servers</a:t>
            </a:r>
          </a:p>
          <a:p>
            <a:pPr lvl="1"/>
            <a:r>
              <a:rPr b="1"/>
              <a:t>Challenge:</a:t>
            </a:r>
            <a:r>
              <a:t> Manual server configuration taking 4-8 hours per server. Configuration drift causing 30% of support tickets. Network changes requiring 2-day maintenance windows blocking deployments.</a:t>
            </a:r>
          </a:p>
          <a:p>
            <a:pPr lvl="1"/>
            <a:r>
              <a:rPr b="1"/>
              <a:t>Solution:</a:t>
            </a:r>
            <a:r>
              <a:t> Deployed Ansible Platform managing 5000 servers and 800 devices. Developed 200 playbooks with ServiceNow integration.</a:t>
            </a:r>
          </a:p>
          <a:p>
            <a:pPr lvl="1"/>
            <a:r>
              <a:rPr b="1"/>
              <a:t>Results:</a:t>
            </a:r>
            <a:r>
              <a:t> 85% reduction in configuration time (8 hours to 1 hour) and zero drift violations. Network changes reduced from 2 days to 30 minutes. Support tickets reduced 40% through automated remediation. $600K annual labor savings.</a:t>
            </a:r>
          </a:p>
          <a:p>
            <a:pPr lvl="1"/>
            <a:r>
              <a:rPr b="1"/>
              <a:t>Testimonial:</a:t>
            </a:r>
            <a:r>
              <a:t> "Ansible transformed our operations from firefighting to strategic service delivery. Our customers see faster deployments and our engineers focus on innovation instead of repetitive tasks." — </a:t>
            </a:r>
            <a:r>
              <a:rPr b="1"/>
              <a:t>Jennifer Liu</a:t>
            </a:r>
            <a:r>
              <a:t>, VP of Operations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IBM Red Hat Ansible Automation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7+ years delivering Ansible automation solutions</a:t>
            </a:r>
          </a:p>
          <a:p>
            <a:pPr lvl="1"/>
            <a:r>
              <a:t>25+ successful Ansible Platform deployments</a:t>
            </a:r>
          </a:p>
          <a:p>
            <a:pPr lvl="1"/>
            <a:r>
              <a:t>Red Hat Certified Ansible Specialist team</a:t>
            </a:r>
          </a:p>
          <a:p>
            <a:pPr lvl="1"/>
            <a:r>
              <a:t>IT automation and infrastructure expertise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playbook libraries accelerate deployment</a:t>
            </a:r>
          </a:p>
          <a:p>
            <a:pPr lvl="1"/>
            <a:r>
              <a:t>Proven automation methodology reduces development time</a:t>
            </a:r>
          </a:p>
          <a:p>
            <a:pPr lvl="1"/>
            <a:r>
              <a:t>Direct Red Hat specialist support through partnership</a:t>
            </a:r>
          </a:p>
          <a:p>
            <a:pPr lvl="1"/>
            <a:r>
              <a:t>Best practices from 25+ implementations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IBM Red Hat Ansible Automation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$26,520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($2,000)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$24,520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$26,520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$26,520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$77,560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($10,000)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$335,000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$17,652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$17,652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$17,652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$17,652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$52,956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$159,172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($12,000)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$147,172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$159,172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$159,172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$465,516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IBM Red Hat Ansible Automation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Ansible implementation by [specific date]</a:t>
            </a:r>
          </a:p>
          <a:p>
            <a:pPr/>
            <a:r>
              <a:rPr b="1"/>
              <a:t>Kickoff:</a:t>
            </a:r>
            <a:r>
              <a:t> Target platform deployment within 30 days of approval</a:t>
            </a:r>
          </a:p>
          <a:p>
            <a:pPr/>
            <a:r>
              <a:rPr b="1"/>
              <a:t>Team Formation:</a:t>
            </a:r>
            <a:r>
              <a:t> Identify automation team infrastructure contacts and use cases</a:t>
            </a:r>
          </a:p>
          <a:p>
            <a:pPr/>
            <a:r>
              <a:rPr b="1"/>
              <a:t>Week 1-2:</a:t>
            </a:r>
            <a:r>
              <a:t> Infrastructure inventory and Ansible platform deployment planning</a:t>
            </a:r>
          </a:p>
          <a:p>
            <a:pPr/>
            <a:r>
              <a:rPr b="1"/>
              <a:t>Week 3-4:</a:t>
            </a:r>
            <a:r>
              <a:t> Controller deployment RBAC setup and first automation playbooks developed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IBM Red Hat Ansible Automation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85</cp:revision>
  <dcterms:created xsi:type="dcterms:W3CDTF">2025-11-01T21:16:10Z</dcterms:created>
  <dcterms:modified xsi:type="dcterms:W3CDTF">2025-11-22T23:24:48Z</dcterms:modified>
</cp:coreProperties>
</file>