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OpenShift Container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Deploy containerized applications in minutes instead of days</a:t>
            </a:r>
          </a:p>
          <a:p>
            <a:pPr lvl="1"/>
            <a:r>
              <a:t>Reduce infrastructure costs by 30-50% through improved utilization</a:t>
            </a:r>
          </a:p>
          <a:p>
            <a:pPr lvl="1"/>
            <a:r>
              <a:t>Enable developer self-service reducing ticket queues by 80%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10x improvement in deployment frequency from weekly to daily</a:t>
            </a:r>
          </a:p>
          <a:p>
            <a:pPr lvl="1"/>
            <a:r>
              <a:t>50% reduction in operational overhead through automation</a:t>
            </a:r>
          </a:p>
          <a:p>
            <a:pPr lvl="1"/>
            <a:r>
              <a:t>Support 50 developers deploying 500 containerized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Cluster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(3 control + 3 workers)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Multi-AZ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Container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500-1000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6-node cluster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CI/CD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OpenShift Pipelines + GitOps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+ pod security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LDAP/AD +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 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Developer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Service Mesh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Istio for microservices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Monitoring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Prometheus + Grafana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initial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Persistent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TB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OpenShift Platform</a:t>
            </a:r>
          </a:p>
          <a:p>
            <a:pPr lvl="1"/>
            <a:r>
              <a:t>Multi-master control plane with etcd cluster for high availability</a:t>
            </a:r>
          </a:p>
          <a:p>
            <a:pPr lvl="1"/>
            <a:r>
              <a:t>Worker nodes running RHEL CoreOS for immutable infrastructure</a:t>
            </a:r>
          </a:p>
          <a:p>
            <a:pPr lvl="1"/>
            <a:r>
              <a:t>Integrated storage networking and security controls</a:t>
            </a:r>
          </a:p>
          <a:p>
            <a:pPr/>
            <a:r>
              <a:rPr b="1"/>
              <a:t>Developer Experience</a:t>
            </a:r>
          </a:p>
          <a:p>
            <a:pPr lvl="1"/>
            <a:r>
              <a:t>OpenShift Pipelines (Tekton) and GitOps with ArgoCD</a:t>
            </a:r>
          </a:p>
          <a:p>
            <a:pPr lvl="1"/>
            <a:r>
              <a:t>Quay registry with vulnerability scanning</a:t>
            </a:r>
          </a:p>
          <a:p>
            <a:pPr lvl="1"/>
            <a:r>
              <a:t>Prometheus Grafana and EFK logging stack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6-node OpenShift cluster with high availability</a:t>
            </a:r>
          </a:p>
          <a:p>
            <a:pPr lvl="1"/>
            <a:r>
              <a:t>Configure storage integration and establish RBAC with AD/LDAP</a:t>
            </a:r>
          </a:p>
          <a:p>
            <a:pPr lvl="1"/>
            <a:r>
              <a:t>Deploy monitoring and logging infrastructure</a:t>
            </a:r>
          </a:p>
          <a:p>
            <a:pPr/>
            <a:r>
              <a:rPr b="1"/>
              <a:t>Phase 2: Application Migration (Months 3-4)</a:t>
            </a:r>
          </a:p>
          <a:p>
            <a:pPr lvl="1"/>
            <a:r>
              <a:t>Containerize initial 5-10 applications using best practices</a:t>
            </a:r>
          </a:p>
          <a:p>
            <a:pPr lvl="1"/>
            <a:r>
              <a:t>Configure OpenShift Pipelines for automated CI/CD</a:t>
            </a:r>
          </a:p>
          <a:p>
            <a:pPr lvl="1"/>
            <a:r>
              <a:t>Implement GitOps deployment with ArgoCD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deployment with automated health checks</a:t>
            </a:r>
          </a:p>
          <a:p>
            <a:pPr lvl="1"/>
            <a:r>
              <a:t>Enable developer self-service with templates and quotas</a:t>
            </a:r>
          </a:p>
          <a:p>
            <a:pPr lvl="1"/>
            <a:r>
              <a:t>Knowledge transfer training and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deployed, RBAC configured, Monitoring and logging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apps containerized, CI/CD pipelines active, GitOps deployment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Developer self-service enabled, Service mesh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Global bank with 200 developers across 15 countries</a:t>
            </a:r>
          </a:p>
          <a:p>
            <a:pPr lvl="1"/>
            <a:r>
              <a:rPr b="1"/>
              <a:t>Challenge:</a:t>
            </a:r>
            <a:r>
              <a:t> VM-based deployments taking 2 weeks with 15% resource utilization. Application teams blocked waiting for infrastructure provisioning. Inconsistent environments causing production failures.</a:t>
            </a:r>
          </a:p>
          <a:p>
            <a:pPr lvl="1"/>
            <a:r>
              <a:rPr b="1"/>
              <a:t>Solution:</a:t>
            </a:r>
            <a:r>
              <a:t> Deployed OpenShift on VMware with GitOps workflows and developer self-service portal. Migrated 50 applications to containers.</a:t>
            </a:r>
          </a:p>
          <a:p>
            <a:pPr lvl="1"/>
            <a:r>
              <a:rPr b="1"/>
              <a:t>Results:</a:t>
            </a:r>
            <a:r>
              <a:t> 95% reduction in deployment time (2 weeks to 4 hours) and 5x resource utilization improvement. Developer productivity increased 40% with self-service capabilities. Infrastructure costs reduced 35% through consolidation.</a:t>
            </a:r>
          </a:p>
          <a:p>
            <a:pPr lvl="1"/>
            <a:r>
              <a:rPr b="1"/>
              <a:t>Testimonial:</a:t>
            </a:r>
            <a:r>
              <a:t> "OpenShift transformed our application delivery from a bottleneck into a competitive advantage. Developers love the self-service capabilities, and our operations team manages 3x more applications with the same headcount." — </a:t>
            </a:r>
            <a:r>
              <a:rPr b="1"/>
              <a:t>Michael Chen</a:t>
            </a:r>
            <a:r>
              <a:t>, VP of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Red Hat OpenShift solutions</a:t>
            </a:r>
          </a:p>
          <a:p>
            <a:pPr lvl="1"/>
            <a:r>
              <a:t>30+ successful OpenShift deployments across industries</a:t>
            </a:r>
          </a:p>
          <a:p>
            <a:pPr lvl="1"/>
            <a:r>
              <a:t>Red Hat Advanced Consulting Partner certification</a:t>
            </a:r>
          </a:p>
          <a:p>
            <a:pPr lvl="1"/>
            <a:r>
              <a:t>Kubernetes and container platform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application templates accelerate migration</a:t>
            </a:r>
          </a:p>
          <a:p>
            <a:pPr lvl="1"/>
            <a:r>
              <a:t>Proven containerization methodology reduces risk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30+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$29,628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Hardware/Equipment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$390,400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$158,700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$463,576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$423,576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$838,728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OpenShift implementation by [specific date]</a:t>
            </a:r>
          </a:p>
          <a:p>
            <a:pPr/>
            <a:r>
              <a:rPr b="1"/>
              <a:t>Kickoff:</a:t>
            </a:r>
            <a:r>
              <a:t> Target cluster deployment within 30 days of approval</a:t>
            </a:r>
          </a:p>
          <a:p>
            <a:pPr/>
            <a:r>
              <a:rPr b="1"/>
              <a:t>Team Formation:</a:t>
            </a:r>
            <a:r>
              <a:t> Identify platform team infrastructure contacts and pilot applications</a:t>
            </a:r>
          </a:p>
          <a:p>
            <a:pPr/>
            <a:r>
              <a:rPr b="1"/>
              <a:t>Week 1-2:</a:t>
            </a:r>
            <a:r>
              <a:t> Infrastructure readiness assessment and OpenShift deployment planning</a:t>
            </a:r>
          </a:p>
          <a:p>
            <a:pPr/>
            <a:r>
              <a:rPr b="1"/>
              <a:t>Week 3-4:</a:t>
            </a:r>
            <a:r>
              <a:t> Cluster deployment monitoring setup and first pilot application containerized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