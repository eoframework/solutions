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IBM Red Hat OpenShift Container Platform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Deploy containerized applications in minutes instead of days</a:t>
            </a:r>
          </a:p>
          <a:p>
            <a:pPr lvl="1"/>
            <a:r>
              <a:t>Reduce infrastructure costs by 30-50% through improved utilization</a:t>
            </a:r>
          </a:p>
          <a:p>
            <a:pPr lvl="1"/>
            <a:r>
              <a:t>Enable developer self-service reducing ticket queues by 80%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10x improvement in deployment frequency from weekly to daily</a:t>
            </a:r>
          </a:p>
          <a:p>
            <a:pPr lvl="1"/>
            <a:r>
              <a:t>50% reduction in operational overhead through automation</a:t>
            </a:r>
          </a:p>
          <a:p>
            <a:pPr lvl="1"/>
            <a:r>
              <a:t>Support 50 developers deploying 500 containerized applications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OpenShift Container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Cluster Size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6-node cluster (3 control + 3 workers)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Multi-AZ HA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Container Capacity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500-1000 containers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6-node cluster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CI/CD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OpenShift Pipelines + GitOps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RBAC + pod security policies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External Systems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LDAP/AD + monitoring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SOC2 ISO 27001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Developer Count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developers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Service Mesh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Istio for microservices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Monitoring Stack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Prometheus + Grafana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Application Count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initial applications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environments (dev staging 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Persistent Storage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 TB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Platform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VMware vSphere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OpenShift Container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Container Platform</a:t>
            </a:r>
          </a:p>
          <a:p>
            <a:pPr lvl="1"/>
            <a:r>
              <a:t>OpenShift with integrated Kubernetes orchestration and automated operations</a:t>
            </a:r>
          </a:p>
          <a:p>
            <a:pPr lvl="1"/>
            <a:r>
              <a:t>Multi-master control plane with etcd cluster for high availability</a:t>
            </a:r>
          </a:p>
          <a:p>
            <a:pPr lvl="1"/>
            <a:r>
              <a:t>Worker nodes running RHEL CoreOS for immutable infrastructure</a:t>
            </a:r>
          </a:p>
          <a:p>
            <a:pPr/>
            <a:r>
              <a:rPr b="1"/>
              <a:t>Developer Tools &amp; CI/CD</a:t>
            </a:r>
          </a:p>
          <a:p>
            <a:pPr lvl="1"/>
            <a:r>
              <a:t>OpenShift Pipelines (Tekton) for cloud-native CI/CD workflows</a:t>
            </a:r>
          </a:p>
          <a:p>
            <a:pPr lvl="1"/>
            <a:r>
              <a:t>GitOps with ArgoCD for declarative application deployment</a:t>
            </a:r>
          </a:p>
          <a:p>
            <a:pPr lvl="1"/>
            <a:r>
              <a:t>Integrated Quay registry with vulnerability scanning</a:t>
            </a:r>
          </a:p>
          <a:p>
            <a:pPr/>
            <a:r>
              <a:rPr b="1"/>
              <a:t>Observability &amp; Security</a:t>
            </a:r>
          </a:p>
          <a:p>
            <a:pPr lvl="1"/>
            <a:r>
              <a:t>Prometheus and Grafana for metrics and dashboarding</a:t>
            </a:r>
          </a:p>
          <a:p>
            <a:pPr lvl="1"/>
            <a:r>
              <a:t>OpenShift Logging (EFK stack) for centralized logs</a:t>
            </a:r>
          </a:p>
          <a:p>
            <a:pPr lvl="1"/>
            <a:r>
              <a:t>Advanced Cluster Security for vulnerability management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OpenShift Container Platform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(Months 1-2)</a:t>
            </a:r>
          </a:p>
          <a:p>
            <a:pPr lvl="1"/>
            <a:r>
              <a:t>Deploy 6-node OpenShift cluster with high availability</a:t>
            </a:r>
          </a:p>
          <a:p>
            <a:pPr lvl="1"/>
            <a:r>
              <a:t>Configure storage integration and establish RBAC with AD/LDAP</a:t>
            </a:r>
          </a:p>
          <a:p>
            <a:pPr lvl="1"/>
            <a:r>
              <a:t>Deploy monitoring and logging infrastructure</a:t>
            </a:r>
          </a:p>
          <a:p>
            <a:pPr/>
            <a:r>
              <a:rPr b="1"/>
              <a:t>Phase 2: Application Migration (Months 3-4)</a:t>
            </a:r>
          </a:p>
          <a:p>
            <a:pPr lvl="1"/>
            <a:r>
              <a:t>Containerize initial 5-10 applications using best practices</a:t>
            </a:r>
          </a:p>
          <a:p>
            <a:pPr lvl="1"/>
            <a:r>
              <a:t>Configure OpenShift Pipelines for automated CI/CD</a:t>
            </a:r>
          </a:p>
          <a:p>
            <a:pPr lvl="1"/>
            <a:r>
              <a:t>Implement GitOps deployment with ArgoCD</a:t>
            </a:r>
          </a:p>
          <a:p>
            <a:pPr/>
            <a:r>
              <a:rPr b="1"/>
              <a:t>Phase 3: Production &amp; Scale (Months 5-6)</a:t>
            </a:r>
          </a:p>
          <a:p>
            <a:pPr lvl="1"/>
            <a:r>
              <a:t>Production deployment with automated health checks</a:t>
            </a:r>
          </a:p>
          <a:p>
            <a:pPr lvl="1"/>
            <a:r>
              <a:t>Enable developer self-service with templates and quotas</a:t>
            </a:r>
          </a:p>
          <a:p>
            <a:pPr lvl="1"/>
            <a:r>
              <a:t>Knowledge transfer training and documentation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OpenShift Container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Setup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6-node cluster deployed, RBAC configured, Monitoring and logging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Application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apps containerized, CI/CD pipelines active, GitOps deployment established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Production &amp; Enablement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Developer self-service enabled, Service mesh deployed, Operations team trained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OpenShift Container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Financial Services Company</a:t>
            </a:r>
          </a:p>
          <a:p>
            <a:pPr lvl="1"/>
            <a:r>
              <a:rPr b="1"/>
              <a:t>Client:</a:t>
            </a:r>
            <a:r>
              <a:t> Global bank with 200 developers across 15 countries</a:t>
            </a:r>
          </a:p>
          <a:p>
            <a:pPr lvl="1"/>
            <a:r>
              <a:rPr b="1"/>
              <a:t>Challenge:</a:t>
            </a:r>
            <a:r>
              <a:t> VM-based deployments taking 2 weeks with 15% resource utilization. Application teams blocked waiting for infrastructure provisioning. Inconsistent environments causing production failures.</a:t>
            </a:r>
          </a:p>
          <a:p>
            <a:pPr lvl="1"/>
            <a:r>
              <a:rPr b="1"/>
              <a:t>Solution:</a:t>
            </a:r>
            <a:r>
              <a:t> Deployed OpenShift on VMware with GitOps workflows and developer self-service portal. Migrated 50 applications to containers.</a:t>
            </a:r>
          </a:p>
          <a:p>
            <a:pPr lvl="1"/>
            <a:r>
              <a:rPr b="1"/>
              <a:t>Results:</a:t>
            </a:r>
            <a:r>
              <a:t> 95% reduction in deployment time (2 weeks to 4 hours) and 5x resource utilization improvement. Developer productivity increased 40% with self-service capabilities. Infrastructure costs reduced 35% through consolidation.</a:t>
            </a:r>
          </a:p>
          <a:p>
            <a:pPr lvl="1"/>
            <a:r>
              <a:rPr b="1"/>
              <a:t>Testimonial:</a:t>
            </a:r>
            <a:r>
              <a:t> "OpenShift transformed our application delivery from a bottleneck into a competitive advantage. Developers love the self-service capabilities, and our operations team manages 3x more applications with the same headcount." — </a:t>
            </a:r>
            <a:r>
              <a:rPr b="1"/>
              <a:t>Michael Chen</a:t>
            </a:r>
            <a:r>
              <a:t>, VP of Infrastructure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OpenShift Container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8+ years delivering Red Hat OpenShift solutions</a:t>
            </a:r>
          </a:p>
          <a:p>
            <a:pPr lvl="1"/>
            <a:r>
              <a:t>30+ successful OpenShift deployments across industries</a:t>
            </a:r>
          </a:p>
          <a:p>
            <a:pPr lvl="1"/>
            <a:r>
              <a:t>Red Hat Advanced Consulting Partner certification</a:t>
            </a:r>
          </a:p>
          <a:p>
            <a:pPr lvl="1"/>
            <a:r>
              <a:t>Kubernetes and container platform expertise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application templates accelerate migration</a:t>
            </a:r>
          </a:p>
          <a:p>
            <a:pPr lvl="1"/>
            <a:r>
              <a:t>Proven containerization methodology reduces risk</a:t>
            </a:r>
          </a:p>
          <a:p>
            <a:pPr lvl="1"/>
            <a:r>
              <a:t>Direct Red Hat specialist support through partnership</a:t>
            </a:r>
          </a:p>
          <a:p>
            <a:pPr lvl="1"/>
            <a:r>
              <a:t>Best practices from 30+ implementations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OpenShift Container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$9,876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$9,876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$9,876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$9,876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$29,628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Hardware/Equipment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$174,000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$159,000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$136,800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($20,000)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$116,800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$136,800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$136,800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$390,400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$52,900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$52,900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$52,900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$52,900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$158,700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$463,576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($40,000)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$423,576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$207,576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$207,576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$838,728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OpenShift Container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OpenShift implementation by [specific date]</a:t>
            </a:r>
          </a:p>
          <a:p>
            <a:pPr/>
            <a:r>
              <a:rPr b="1"/>
              <a:t>Kickoff:</a:t>
            </a:r>
            <a:r>
              <a:t> Target cluster deployment within 30 days of approval</a:t>
            </a:r>
          </a:p>
          <a:p>
            <a:pPr/>
            <a:r>
              <a:rPr b="1"/>
              <a:t>Team Formation:</a:t>
            </a:r>
            <a:r>
              <a:t> Identify platform team infrastructure contacts and pilot applications</a:t>
            </a:r>
          </a:p>
          <a:p>
            <a:pPr/>
            <a:r>
              <a:rPr b="1"/>
              <a:t>Week 1-2:</a:t>
            </a:r>
            <a:r>
              <a:t> Infrastructure readiness assessment and OpenShift deployment planning</a:t>
            </a:r>
          </a:p>
          <a:p>
            <a:pPr/>
            <a:r>
              <a:rPr b="1"/>
              <a:t>Week 3-4:</a:t>
            </a:r>
            <a:r>
              <a:t> Cluster deployment monitoring setup and first pilot application containerized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OpenShift Container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84</cp:revision>
  <dcterms:created xsi:type="dcterms:W3CDTF">2025-11-01T21:16:10Z</dcterms:created>
  <dcterms:modified xsi:type="dcterms:W3CDTF">2025-11-22T19:37:42Z</dcterms:modified>
</cp:coreProperties>
</file>